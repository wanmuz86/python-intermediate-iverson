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ceb95eb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ceb95eb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ceb95eb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ceb95eb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that OpenCV treats images as NumPy arrays. Every image is essentially a matrix of pixel values. Most AI vision pipelines begin with preprocessing using OpenCV.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ceb95eb5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ceb95eb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dceb95eb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dceb95e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Haar Cascade is older but fast. YOLO is modern deep learning-based detection. Choose based on performance needs and hardware constraints.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dceb95eb5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dceb95eb5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ceb95eb5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ceb95eb5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ceb95eb5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ceb95eb5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the loop structure: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Capture frame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Process frame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Detect faces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Display result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Repeat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how surveillance systems and attendance systems work.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ceb95eb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ceb95eb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ceb95eb5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dceb95eb5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dceb95e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dceb95e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Emphasize: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Video is just many images per second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Real-time AI = process frames fast enough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Performance optimization matters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ceb95eb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ceb95eb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Pre-trained Models &amp; Computer Vision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OpenCV Basics</a:t>
            </a:r>
            <a:endParaRPr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OpenCV is a powerful Python library for computer vision and image processing.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OpenCV = Open Source Computer Vision library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Used for image &amp; video processing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Works with NumPy arrays (images = matrices)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Supports real-time applications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Can detect faces, objects, edges, motion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Widely used in AI &amp; robotics</a:t>
            </a:r>
            <a:endParaRPr sz="21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7250" y="1694638"/>
            <a:ext cx="2332076" cy="23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Example Code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cv2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Load image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 = cv2.imread("photo.jpg")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Convert to grayscale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gray = cv2.cvtColor(img, cv2.COLOR_BGR2GRAY)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cv2.imshow("Grayscale", gray)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cv2.waitKey(0)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cv2.destroyAllWindows()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Haar Cascade &amp; YOLO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>
                <a:solidFill>
                  <a:schemeClr val="dk1"/>
                </a:solidFill>
              </a:rPr>
              <a:t>Pre-trained models allow object detection without training from scratch.</a:t>
            </a:r>
            <a:endParaRPr b="1" sz="16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Haar Cascade</a:t>
            </a:r>
            <a:r>
              <a:rPr lang="en" sz="1400">
                <a:solidFill>
                  <a:schemeClr val="dk1"/>
                </a:solidFill>
              </a:rPr>
              <a:t> → Classical CV-based face detection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Fast and lightweight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Good for simple face detection tasks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YOLO (You Only Look Once)</a:t>
            </a:r>
            <a:r>
              <a:rPr lang="en" sz="1400">
                <a:solidFill>
                  <a:schemeClr val="dk1"/>
                </a:solidFill>
              </a:rPr>
              <a:t> → Deep learning object detection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Detects multiple object types</a:t>
            </a:r>
            <a:br>
              <a:rPr lang="en" sz="1400">
                <a:solidFill>
                  <a:schemeClr val="dk1"/>
                </a:solidFill>
              </a:rPr>
            </a:b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More accurate but heavier</a:t>
            </a:r>
            <a:endParaRPr sz="21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5750" y="1740838"/>
            <a:ext cx="2239675" cy="22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Haar Cascade Example</a:t>
            </a:r>
            <a:endParaRPr sz="25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cv2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face_cascade = cv2.CascadeClassifier(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cv2.data.haarcascades + "haarcascade_frontalface_default.xml"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img = cv2.imread("photo.jpg")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gray = cv2.cvtColor(img, cv2.COLOR_BGR2GRAY)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faces = face_cascade.detectMultiScale(gray, 1.3, 5)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2500"/>
              <a:t> Haar Cascade Example</a:t>
            </a:r>
            <a:r>
              <a:rPr lang="en" sz="2500"/>
              <a:t> (2)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(x, y, w, h) in faces: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cv2.rectangle(img, (x, y), (x+w, y+h), (0,255,0), 2)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cv2.imshow("Faces", img)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cv2.waitKey(0)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8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cv2.destroyAllWindows()</a:t>
            </a:r>
            <a:endParaRPr sz="87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87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10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Real-Time Face Detection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" sz="1435">
                <a:solidFill>
                  <a:schemeClr val="dk1"/>
                </a:solidFill>
              </a:rPr>
              <a:t>R</a:t>
            </a:r>
            <a:r>
              <a:rPr lang="en" sz="1435">
                <a:solidFill>
                  <a:schemeClr val="dk1"/>
                </a:solidFill>
              </a:rPr>
              <a:t>eal-time detection uses live video streams for instant AI processing.</a:t>
            </a:r>
            <a:endParaRPr sz="1435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35"/>
              <a:buChar char="●"/>
            </a:pPr>
            <a:r>
              <a:rPr lang="en" sz="1435">
                <a:solidFill>
                  <a:schemeClr val="dk1"/>
                </a:solidFill>
              </a:rPr>
              <a:t>Uses webcam via </a:t>
            </a:r>
            <a:r>
              <a:rPr lang="en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cv2.VideoCapture()</a:t>
            </a:r>
            <a:br>
              <a:rPr lang="en" sz="14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43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5"/>
              <a:buChar char="●"/>
            </a:pPr>
            <a:r>
              <a:rPr lang="en" sz="1435">
                <a:solidFill>
                  <a:schemeClr val="dk1"/>
                </a:solidFill>
              </a:rPr>
              <a:t>Frame-by-frame processing</a:t>
            </a:r>
            <a:br>
              <a:rPr lang="en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5"/>
              <a:buChar char="●"/>
            </a:pPr>
            <a:r>
              <a:rPr lang="en" sz="1435">
                <a:solidFill>
                  <a:schemeClr val="dk1"/>
                </a:solidFill>
              </a:rPr>
              <a:t>Convert each frame to grayscale</a:t>
            </a:r>
            <a:br>
              <a:rPr lang="en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5"/>
              <a:buChar char="●"/>
            </a:pPr>
            <a:r>
              <a:rPr lang="en" sz="1435">
                <a:solidFill>
                  <a:schemeClr val="dk1"/>
                </a:solidFill>
              </a:rPr>
              <a:t>Detect faces continuously</a:t>
            </a:r>
            <a:br>
              <a:rPr lang="en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5"/>
              <a:buChar char="●"/>
            </a:pPr>
            <a:r>
              <a:rPr lang="en" sz="1435">
                <a:solidFill>
                  <a:schemeClr val="dk1"/>
                </a:solidFill>
              </a:rPr>
              <a:t>Draw bounding boxes in real-time</a:t>
            </a:r>
            <a:br>
              <a:rPr lang="en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-31972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35"/>
              <a:buChar char="●"/>
            </a:pPr>
            <a:r>
              <a:rPr lang="en" sz="1435">
                <a:solidFill>
                  <a:schemeClr val="dk1"/>
                </a:solidFill>
              </a:rPr>
              <a:t>Press key to stop loop</a:t>
            </a:r>
            <a:br>
              <a:rPr lang="en" sz="1435">
                <a:solidFill>
                  <a:schemeClr val="dk1"/>
                </a:solidFill>
              </a:rPr>
            </a:b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3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2029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450" y="1806300"/>
            <a:ext cx="3025375" cy="30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cv2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face_cascade = cv2.CascadeClassifier(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cv2.data.haarcascades + "haarcascade_frontalface_default.xml"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 = cv2.VideoCapture(0)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while True: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ret, frame = cap.read()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gray = cv2.cvtColor(frame, cv2.COLOR_BGR2GRAY)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 (2)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faces = face_cascade.detectMultiScale(gray, 1.3, 5)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for (x, y, w, h) in faces: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cv2.rectangle(frame, (x, y), (x+w, y+h), (0,255,0), 2)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cv2.imshow("Real-Time Face Detection", frame)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if cv2.waitKey(1) &amp; 0xFF == ord('q'):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break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cap.release()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cv2.destroyAllWindows(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Video Capture Fundamentals</a:t>
            </a:r>
            <a:endParaRPr b="1" sz="2500"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Video capture enables AI to process live camera feeds or recorded files.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cv2.VideoCapture(0)</a:t>
            </a:r>
            <a:r>
              <a:rPr lang="en" sz="1600">
                <a:solidFill>
                  <a:schemeClr val="dk1"/>
                </a:solidFill>
              </a:rPr>
              <a:t> → Webcam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cv2.VideoCapture("video.mp4")</a:t>
            </a:r>
            <a:r>
              <a:rPr lang="en" sz="1600">
                <a:solidFill>
                  <a:schemeClr val="dk1"/>
                </a:solidFill>
              </a:rPr>
              <a:t> → Video file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Frames are processed sequentially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FPS affects performance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Always release camera properly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Real-time systems require optimization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🖼 Image Prompt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🎤 Speaker Notes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1600">
                <a:solidFill>
                  <a:schemeClr val="dk1"/>
                </a:solidFill>
              </a:rPr>
              <a:t>🎯 </a:t>
            </a:r>
            <a:endParaRPr sz="1600"/>
          </a:p>
        </p:txBody>
      </p:sp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9650" y="1676700"/>
            <a:ext cx="3090176" cy="3090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300"/>
              <a:t>Session Summary</a:t>
            </a:r>
            <a:endParaRPr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From static images to real-time AI vision.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OpenCV handles image/video processing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Haar Cascade for lightweight detection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YOLO for advanced object detection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Real-time face detection via webcam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Video capture enables live AI applications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