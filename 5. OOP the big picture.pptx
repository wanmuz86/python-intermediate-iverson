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7ba571a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7ba571a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7ba571a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7ba571a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Show how quickly variables and functions become messy.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Classes bundle </a:t>
            </a:r>
            <a:r>
              <a:rPr b="1" lang="en" sz="1600">
                <a:solidFill>
                  <a:schemeClr val="dk1"/>
                </a:solidFill>
              </a:rPr>
              <a:t>data + behavior</a:t>
            </a:r>
            <a:r>
              <a:rPr lang="en" sz="1600">
                <a:solidFill>
                  <a:schemeClr val="dk1"/>
                </a:solidFill>
              </a:rPr>
              <a:t> together.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Emphasize that this structure becomes critical as projects scale.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7ba571a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7ba571a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7ba571a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d7ba571a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d7ba571a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d7ba571a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d7ba571a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d7ba571a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Reinforce: the class is </a:t>
            </a:r>
            <a:r>
              <a:rPr b="1" lang="en" sz="1600">
                <a:solidFill>
                  <a:schemeClr val="dk1"/>
                </a:solidFill>
              </a:rPr>
              <a:t>not</a:t>
            </a:r>
            <a:r>
              <a:rPr lang="en" sz="1600">
                <a:solidFill>
                  <a:schemeClr val="dk1"/>
                </a:solidFill>
              </a:rPr>
              <a:t> the object.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Each instance has its own data, but shares behavior.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This concept is essential before inheritance.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d7ba571a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d7ba571a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d7ba571a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d7ba571a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why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self.name</a:t>
            </a:r>
            <a:r>
              <a:rPr lang="en" sz="1600">
                <a:solidFill>
                  <a:schemeClr val="dk1"/>
                </a:solidFill>
              </a:rPr>
              <a:t> overrides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School.name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This helps students understand unexpected behavior later.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Mention debugging benefits.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d7ba571a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d7ba571a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d7ba571a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d7ba571a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Highlight that the loop does not care about object type.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Same interface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speak()</a:t>
            </a:r>
            <a:r>
              <a:rPr lang="en" sz="1600">
                <a:solidFill>
                  <a:schemeClr val="dk1"/>
                </a:solidFill>
              </a:rPr>
              <a:t>), different behavior.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This is the </a:t>
            </a:r>
            <a:r>
              <a:rPr b="1" lang="en" sz="1600">
                <a:solidFill>
                  <a:schemeClr val="dk1"/>
                </a:solidFill>
              </a:rPr>
              <a:t>core power of polymorphism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7ba571a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d7ba571a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7ba571a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d7ba571a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7ba571a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d7ba571a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600">
                <a:solidFill>
                  <a:schemeClr val="dk1"/>
                </a:solidFill>
              </a:rPr>
              <a:t> is actually calling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__add__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Show how this improves readability compared to method calls.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Warn against overusing operator overloading.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7ba571a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d7ba571a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7ba571a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d7ba571a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- The Big Picture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Why Use Classes?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Classes help you model real-world concepts and manage complexity in Python programs.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Combine data and behavior in one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code organization and readability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 repetition through reuse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Make large programs easier to maintain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Represent real-world entities naturally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Without class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student_name = "Aina"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student_age = 6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introduce(name, age):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print(f"My name is {name} and I am {age} years old")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introduce(student_name, student_age)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/>
              <a:t>Example Python Code (2)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With class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Student: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name, age):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self.age = age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introduce(self):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print(f"My name is {self.name} and I am {self.age} years old")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s1 = Student("Aina", 6)</a:t>
            </a:r>
            <a:endParaRPr sz="9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9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s1.introduce()</a:t>
            </a:r>
            <a:endParaRPr sz="97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46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Classes vs Instances</a:t>
            </a:r>
            <a:endParaRPr sz="250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 class is a blueprint; an instance is an actual object created from it.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 defines structure and rules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Instance is a real object in memory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One class → many instances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Instances hold their own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Methods are shared by all instances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650" y="1723950"/>
            <a:ext cx="2755574" cy="275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Car: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brand, color):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self.brand = brand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self.color = color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car1 = Car("Toyota", "Red")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car2 = Car("Honda", "Blue")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print(car1.brand, car1.color)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print(car2.brand, car2.color)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Attribute Lookup</a:t>
            </a:r>
            <a:endParaRPr sz="25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Python searches attributes in a specific order when you access them.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Instance attributes checked first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Then class attributes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Then parent class attributes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Same rule applies to methods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Understanding lookup avoids bugs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Image Prompt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Speaker Notes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School: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"Sekolah ABC"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Student(School):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 = Student("Aina")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print(s.name)       # instance attribute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print(Student.name) # class attribute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Inheritance &amp; Polymorphism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Inheritance reuses code; polymorphism allows flexible behavior.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Child class inherits from parent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Shared behavior lives in parent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Child can override methods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Same method name, different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scalable designs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Animal: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print("The animal makes a sound")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Dog(Animal):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print("Dog barks")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18" name="Google Shape;118;p23"/>
          <p:cNvSpPr txBox="1"/>
          <p:nvPr/>
        </p:nvSpPr>
        <p:spPr>
          <a:xfrm>
            <a:off x="4305925" y="1152475"/>
            <a:ext cx="3000000" cy="27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Cat(Animal):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print("Cat meows")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animals = [Dog(), Cat()]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animal in animals: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animal.speak()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825" y="-94475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Operator Overloading Concepts</a:t>
            </a:r>
            <a:endParaRPr sz="2500"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Operator overloading lets custom objects behave like built-in types.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Operators map to special methods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readability of domain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Makes custom objects feel natural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math and finance models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 used consistently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8600" y="1952250"/>
            <a:ext cx="2502799" cy="250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Point: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x, y):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self.x = x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self.y = y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__add__(self, other):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Point(self.x + other.x, self.y + other.y)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p1 = Point(2, 3)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p2 = Point(4, 5)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p3 = p1 + p2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print(p3.x, p3.y)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Takeaways</a:t>
            </a:r>
            <a:endParaRPr sz="2500"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Classes structure programs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Instances represent real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Attribute lookup follows a clear order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Inheritance + polymorphism enable reuse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Operator overloading improves expressiveness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