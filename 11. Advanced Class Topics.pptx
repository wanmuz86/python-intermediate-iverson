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6d621be2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6d621be2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9fbc096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9fbc09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that inheritance here is safe because the new class </a:t>
            </a:r>
            <a:r>
              <a:rPr i="1" lang="en" sz="1600">
                <a:solidFill>
                  <a:schemeClr val="dk1"/>
                </a:solidFill>
              </a:rPr>
              <a:t>is still</a:t>
            </a:r>
            <a:r>
              <a:rPr lang="en" sz="1600">
                <a:solidFill>
                  <a:schemeClr val="dk1"/>
                </a:solidFill>
              </a:rPr>
              <a:t> a list.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Warn about over-overriding built-in behavior.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9fbc096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9fbc096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d9fbc096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d9fbc096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Stress that Python resolves conflicts deterministically.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Understanding MRO prevents subtle bugs.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d9fbc096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d9fbc096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9fbc096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d9fbc096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Use this to motivate composition over deep inheritance.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Explain why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600">
                <a:solidFill>
                  <a:schemeClr val="dk1"/>
                </a:solidFill>
              </a:rPr>
              <a:t> must be used consistently.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d9fbc096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d9fbc096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Mention this is an optimization, not a default choice.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Common in performance-critical systems.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d9fbc096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d9fbc096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d9fbc096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d9fbc096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Emphasize that properties preserve backward compatibility.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Avoid exposing raw attributes prematurely.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6d621be2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6d621be2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d9fbc096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d9fbc096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this is an advanced topic.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Mention Django ORM fields as real-world usage.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6d621be2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6d621be2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9fbc096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d9fbc096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Clarify when a function should be static vs free function.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Static methods group related logic.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6d621be2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6d621be2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d9fbc096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d9fbc096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how factories simplify object creation.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Contrast with static methods.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6d621be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6d621be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d9fbc096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d9fbc096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Encourage thoughtful design, not feature-heavy code.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Advanced tools exist to solve specific problems.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d9fbc096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d9fbc096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Tie these concepts back to real systems and frameworks.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Preview next lab or capstone usage.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Class Topics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Extending Built-in Types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Python allows you to extend built-in types to add domain-specific behavior.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Inherit from built-ins like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dict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Add custom methods or override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Retain all original functionality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for validation and domain rules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respect original type semantics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600" y="1770850"/>
            <a:ext cx="3051525" cy="30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Source Code Example</a:t>
            </a:r>
            <a:endParaRPr sz="250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ScoreList(list):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average(self):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sum(self) / len(self) if self else 0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Method Resolution Order (MRO)</a:t>
            </a:r>
            <a:endParaRPr sz="25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MRO defines the order Python follows to find methods in inheritance chains.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uses C3 linearization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Determines which method is called first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Critical in multiple inheritance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Accessible via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Class.__mro__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Prevents ambiguity in diamond inheritance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5000" y="1753075"/>
            <a:ext cx="2898099" cy="289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Source Code Example</a:t>
            </a:r>
            <a:endParaRPr sz="250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A: pass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B(A): pass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C(A): pass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D(B, C): pass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print(D.__mro__)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Diamond Inheritance Pattern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Diamond inheritance occurs when a class inherits from two classes sharing a common base.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cause method ambiguity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MRO ensures each class appears once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600">
                <a:solidFill>
                  <a:schemeClr val="dk1"/>
                </a:solidFill>
              </a:rPr>
              <a:t> follows MRO order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Poor design can confuse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Often replaced by composition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850" y="1797550"/>
            <a:ext cx="3102774" cy="310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Memory Optimization with 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__slots__</a:t>
            </a:r>
            <a:endParaRPr sz="2500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__slots__</a:t>
            </a:r>
            <a:r>
              <a:rPr lang="en" sz="1600">
                <a:solidFill>
                  <a:schemeClr val="dk1"/>
                </a:solidFill>
              </a:rPr>
              <a:t> restricts attribute creation and reduces memory usage.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Prevents dynamic attribute creation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Reduces per-instance memory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performance for many objects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Disables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__dict__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Best for data-heavy classes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4000" y="1770850"/>
            <a:ext cx="2737925" cy="27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Source Code Example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Point: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__slots__ = ("x", "y")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x, y):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self.x = x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self.y = y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Properties (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@property</a:t>
            </a:r>
            <a:r>
              <a:rPr b="1" lang="en" sz="2500"/>
              <a:t>)</a:t>
            </a:r>
            <a:endParaRPr sz="2500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Properties provide controlled access to attributes using method syntax.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Access methods like attributes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Enables validation and computation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Hides internal representation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API clarity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getters and setters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225" y="1727100"/>
            <a:ext cx="341639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Source Code Example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82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Person:</a:t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82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age):</a:t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82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self._age = age</a:t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82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@property</a:t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82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age(self):</a:t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82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self._age</a:t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82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@age.setter</a:t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82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age(self, value):</a:t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82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if value &lt; 0:</a:t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82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raise ValueError("Age must be positive")</a:t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82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self._age = value</a:t>
            </a:r>
            <a:endParaRPr sz="82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88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Descriptors: The Generalized Property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Descriptors define reusable attribute behavior across classes.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Implement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__get__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__set__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__delete__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Used internally by properties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 shared validation logic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More powerful than properties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in frameworks and ORMs</a:t>
            </a:r>
            <a:br>
              <a:rPr lang="en" sz="16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1875" y="1655175"/>
            <a:ext cx="3024824" cy="302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Source Code Example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Positive: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__set__(self, instance, value):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if value &lt;= 0: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raise ValueError("Must be positive")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instance.__dict__[self.name] = value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__set_name__(self, owner, name):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 name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Static Methods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Static methods belong to a class but don’t access instance or class state.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Defined using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@staticmethod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lang="en" sz="1600">
                <a:solidFill>
                  <a:schemeClr val="dk1"/>
                </a:solidFill>
              </a:rPr>
              <a:t> or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cls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Utility or helper logic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Namespaced under the class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organization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875" y="1733075"/>
            <a:ext cx="2835799" cy="283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Source Code Example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MathUtils: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@staticmethod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is_even(n):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n % 2 == 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Class Methods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Class methods operate on the class itself rather than instances.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Defined using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@classmethod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Receive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cls</a:t>
            </a:r>
            <a:r>
              <a:rPr lang="en" sz="1600">
                <a:solidFill>
                  <a:schemeClr val="dk1"/>
                </a:solidFill>
              </a:rPr>
              <a:t> instead of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for factories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modify class-level state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Respects inheritance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875" y="1672975"/>
            <a:ext cx="3220600" cy="32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Source Code Example</a:t>
            </a:r>
            <a:endParaRPr b="1" sz="2500"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User: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 name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@classmethod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guest(cls):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cls("Guest")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Choosing the Right Tool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Advanced class features should be used deliberately, not automatically.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 simplicity first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inheritance only for true “is-a”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properties for controlled access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descriptors for shared rules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Optimize with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__slots__</a:t>
            </a:r>
            <a:r>
              <a:rPr lang="en" sz="1600">
                <a:solidFill>
                  <a:schemeClr val="dk1"/>
                </a:solidFill>
              </a:rPr>
              <a:t> when needed</a:t>
            </a:r>
            <a:endParaRPr/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200" y="1688575"/>
            <a:ext cx="2880300" cy="28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Summary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Advanced class features enable powerful, maintainable Python designs.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Built-ins can be safely extended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MRO governs inheritance resolution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__slots__</a:t>
            </a:r>
            <a:r>
              <a:rPr lang="en" sz="1600">
                <a:solidFill>
                  <a:schemeClr val="dk1"/>
                </a:solidFill>
              </a:rPr>
              <a:t> improves memory efficiency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Properties and descriptors protect state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Static and class methods structure logic</a:t>
            </a:r>
            <a:br>
              <a:rPr lang="en" sz="16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