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b353074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b353074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db353074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db353074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Exceptions are part of system design. A good exception hierarchy makes your code self-documenting and prevents vague “catch-all” error handling that hides real problems.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db353074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db353074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db353074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db353074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Exceptions change control flow. Overusing them as logic replacements makes code harder to reason about and debug.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db353074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db353074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db35307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db35307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A caught exception without logging is a lost debugging opportunity. Logs + chained exceptions are critical in production systems.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db353074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db353074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Exception best practices reduce hidden bugs and make systems easier to maintain, especially as teams and codebases grow.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db353074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db353074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db353074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db353074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Think of exceptions as signals, not crashes. When designed intentionally, they make systems safer and developers more confident.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with Exception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Exception Design Patterns</a:t>
            </a:r>
            <a:endParaRPr sz="25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Design exceptions as part of your API, not as afterthoughts.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a </a:t>
            </a:r>
            <a:r>
              <a:rPr b="1" lang="en" sz="1600">
                <a:solidFill>
                  <a:schemeClr val="dk1"/>
                </a:solidFill>
              </a:rPr>
              <a:t>base application exception</a:t>
            </a:r>
            <a:r>
              <a:rPr lang="en" sz="1600">
                <a:solidFill>
                  <a:schemeClr val="dk1"/>
                </a:solidFill>
              </a:rPr>
              <a:t> (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AppError</a:t>
            </a:r>
            <a:r>
              <a:rPr lang="en" sz="1600">
                <a:solidFill>
                  <a:schemeClr val="dk1"/>
                </a:solidFill>
              </a:rPr>
              <a:t>) to group related errors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Create </a:t>
            </a:r>
            <a:r>
              <a:rPr b="1" lang="en" sz="1600">
                <a:solidFill>
                  <a:schemeClr val="dk1"/>
                </a:solidFill>
              </a:rPr>
              <a:t>specific exception types</a:t>
            </a:r>
            <a:r>
              <a:rPr lang="en" sz="1600">
                <a:solidFill>
                  <a:schemeClr val="dk1"/>
                </a:solidFill>
              </a:rPr>
              <a:t> for different failure causes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Prefer </a:t>
            </a:r>
            <a:r>
              <a:rPr b="1" lang="en" sz="1600">
                <a:solidFill>
                  <a:schemeClr val="dk1"/>
                </a:solidFill>
              </a:rPr>
              <a:t>domain-level exceptions</a:t>
            </a:r>
            <a:r>
              <a:rPr lang="en" sz="1600">
                <a:solidFill>
                  <a:schemeClr val="dk1"/>
                </a:solidFill>
              </a:rPr>
              <a:t> over raw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ValueError</a:t>
            </a:r>
            <a:r>
              <a:rPr lang="en" sz="1600">
                <a:solidFill>
                  <a:schemeClr val="dk1"/>
                </a:solidFill>
              </a:rPr>
              <a:t> /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TypeError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Exception names should describe </a:t>
            </a:r>
            <a:r>
              <a:rPr b="1" lang="en" sz="1600">
                <a:solidFill>
                  <a:schemeClr val="dk1"/>
                </a:solidFill>
              </a:rPr>
              <a:t>what failed</a:t>
            </a:r>
            <a:r>
              <a:rPr lang="en" sz="1600">
                <a:solidFill>
                  <a:schemeClr val="dk1"/>
                </a:solidFill>
              </a:rPr>
              <a:t>, not how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Well-designed exceptions improve readability and recovery</a:t>
            </a:r>
            <a:br>
              <a:rPr lang="en" sz="1600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Control Flow with Exceptions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Exceptions handle </a:t>
            </a:r>
            <a:r>
              <a:rPr i="1" lang="en" sz="1600">
                <a:solidFill>
                  <a:schemeClr val="dk1"/>
                </a:solidFill>
              </a:rPr>
              <a:t>exceptional</a:t>
            </a:r>
            <a:r>
              <a:rPr lang="en" sz="1600">
                <a:solidFill>
                  <a:schemeClr val="dk1"/>
                </a:solidFill>
              </a:rPr>
              <a:t> paths, not normal logic.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try/except</a:t>
            </a:r>
            <a:r>
              <a:rPr lang="en" sz="1600">
                <a:solidFill>
                  <a:schemeClr val="dk1"/>
                </a:solidFill>
              </a:rPr>
              <a:t> to handle </a:t>
            </a:r>
            <a:r>
              <a:rPr b="1" lang="en" sz="1600">
                <a:solidFill>
                  <a:schemeClr val="dk1"/>
                </a:solidFill>
              </a:rPr>
              <a:t>unexpected failures</a:t>
            </a:r>
            <a:br>
              <a:rPr b="1"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n" sz="1600">
                <a:solidFill>
                  <a:schemeClr val="dk1"/>
                </a:solidFill>
              </a:rPr>
              <a:t> runs only when no exception occurs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finally</a:t>
            </a:r>
            <a:r>
              <a:rPr lang="en" sz="1600">
                <a:solidFill>
                  <a:schemeClr val="dk1"/>
                </a:solidFill>
              </a:rPr>
              <a:t> is for </a:t>
            </a:r>
            <a:r>
              <a:rPr b="1" lang="en" sz="1600">
                <a:solidFill>
                  <a:schemeClr val="dk1"/>
                </a:solidFill>
              </a:rPr>
              <a:t>cleanup</a:t>
            </a:r>
            <a:r>
              <a:rPr lang="en" sz="1600">
                <a:solidFill>
                  <a:schemeClr val="dk1"/>
                </a:solidFill>
              </a:rPr>
              <a:t> (files, locks, connections)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Avoid using exceptions as normal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if/else</a:t>
            </a:r>
            <a:r>
              <a:rPr lang="en" sz="1600">
                <a:solidFill>
                  <a:schemeClr val="dk1"/>
                </a:solidFill>
              </a:rPr>
              <a:t> logic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Let exceptions </a:t>
            </a:r>
            <a:r>
              <a:rPr b="1" lang="en" sz="1600">
                <a:solidFill>
                  <a:schemeClr val="dk1"/>
                </a:solidFill>
              </a:rPr>
              <a:t>propagate</a:t>
            </a:r>
            <a:r>
              <a:rPr lang="en" sz="1600">
                <a:solidFill>
                  <a:schemeClr val="dk1"/>
                </a:solidFill>
              </a:rPr>
              <a:t> when you can’t handle them meaningfully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I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152400" y="1524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600"/>
              </a:spcBef>
              <a:spcAft>
                <a:spcPts val="36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2050" y="-5820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Debugging &amp; Logging with Exceptions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Exceptions are most useful when they leave a trail.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Always log exceptions at </a:t>
            </a:r>
            <a:r>
              <a:rPr b="1" lang="en" sz="1600">
                <a:solidFill>
                  <a:schemeClr val="dk1"/>
                </a:solidFill>
              </a:rPr>
              <a:t>system boundaries</a:t>
            </a:r>
            <a:br>
              <a:rPr b="1"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Include context: user, operation, input state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</a:t>
            </a:r>
            <a:r>
              <a:rPr b="1" lang="en" sz="1600">
                <a:solidFill>
                  <a:schemeClr val="dk1"/>
                </a:solidFill>
              </a:rPr>
              <a:t>exception chaining</a:t>
            </a:r>
            <a:r>
              <a:rPr lang="en" sz="1600">
                <a:solidFill>
                  <a:schemeClr val="dk1"/>
                </a:solidFill>
              </a:rPr>
              <a:t> (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raise X from e</a:t>
            </a:r>
            <a:r>
              <a:rPr lang="en" sz="1600">
                <a:solidFill>
                  <a:schemeClr val="dk1"/>
                </a:solidFill>
              </a:rPr>
              <a:t>) to preserve root cause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Avoid swallowing exceptions silently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Logs should help you answer: </a:t>
            </a:r>
            <a:r>
              <a:rPr i="1" lang="en" sz="1600">
                <a:solidFill>
                  <a:schemeClr val="dk1"/>
                </a:solidFill>
              </a:rPr>
              <a:t>what failed, where, and why</a:t>
            </a:r>
            <a:br>
              <a:rPr i="1" lang="en" sz="1600">
                <a:solidFill>
                  <a:schemeClr val="dk1"/>
                </a:solidFill>
              </a:rPr>
            </a:br>
            <a:endParaRPr i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Best Practices for Exception Usage</a:t>
            </a:r>
            <a:endParaRPr sz="2500"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Clear rules make exception handling predictable and safe.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Catch only exceptions you can </a:t>
            </a:r>
            <a:r>
              <a:rPr b="1" lang="en" sz="1600">
                <a:solidFill>
                  <a:schemeClr val="dk1"/>
                </a:solidFill>
              </a:rPr>
              <a:t>handle or translate</a:t>
            </a:r>
            <a:br>
              <a:rPr b="1"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Never use bare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except:</a:t>
            </a:r>
            <a:r>
              <a:rPr lang="en" sz="1600">
                <a:solidFill>
                  <a:schemeClr val="dk1"/>
                </a:solidFill>
              </a:rPr>
              <a:t> (always specify exception types)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Validate inputs early, fail fast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Keep exception messages </a:t>
            </a:r>
            <a:r>
              <a:rPr b="1" lang="en" sz="1600">
                <a:solidFill>
                  <a:schemeClr val="dk1"/>
                </a:solidFill>
              </a:rPr>
              <a:t>clear and actionable</a:t>
            </a:r>
            <a:br>
              <a:rPr b="1"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Prefer raising exceptions over returning error codes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5" y="0"/>
            <a:ext cx="77152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Exception Design Mindset (Wrap-Up)</a:t>
            </a:r>
            <a:endParaRPr sz="2500"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Good exception design leads to robust, debuggable systems.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Exceptions communicate </a:t>
            </a:r>
            <a:r>
              <a:rPr b="1" lang="en" sz="1600">
                <a:solidFill>
                  <a:schemeClr val="dk1"/>
                </a:solidFill>
              </a:rPr>
              <a:t>failure intent</a:t>
            </a:r>
            <a:br>
              <a:rPr b="1"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Design exceptions like public interfaces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Control flow should remain readable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Debugging depends on clear exception signals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Consistent exception strategy scales with the system</a:t>
            </a:r>
            <a:br>
              <a:rPr lang="en" sz="1600">
                <a:solidFill>
                  <a:schemeClr val="dk1"/>
                </a:solidFill>
              </a:rPr>
            </a:b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0975" y="1566198"/>
            <a:ext cx="3170650" cy="2113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