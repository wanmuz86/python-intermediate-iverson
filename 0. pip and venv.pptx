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e698ccb6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e698ccb6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e698ccb6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e698ccb6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</a:t>
            </a:r>
            <a:r>
              <a:rPr lang="en">
                <a:solidFill>
                  <a:schemeClr val="dk1"/>
                </a:solidFill>
              </a:rPr>
              <a:t>xplain that pip: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Is the standard Python package manager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Automatically installs dependencies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Should be used with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 -m pip</a:t>
            </a:r>
            <a:r>
              <a:rPr lang="en">
                <a:solidFill>
                  <a:schemeClr val="dk1"/>
                </a:solidFill>
              </a:rPr>
              <a:t> to avoid version mismatch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Is required before using libraries like Pandas or NumPy</a:t>
            </a:r>
            <a:br>
              <a:rPr lang="en">
                <a:solidFill>
                  <a:schemeClr val="dk1"/>
                </a:solidFill>
              </a:rPr>
            </a:b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e698ccb6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e698ccb6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e698ccb6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e698ccb6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Explain: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Without venv → all projects share one global environment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Conflicts occur when different projects need different package versions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venv isolates dependencies per project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Always activate venv before installing packages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e698ccb6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e698ccb6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ip and venv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/>
              <a:t> pip: Python Package Manager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pip installs and manages external Python libraries from PyPI.</a:t>
            </a:r>
            <a:endParaRPr b="1" sz="21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pip installs third-party packages (e.g., pandas, numpy, requests)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Packages are downloaded from </a:t>
            </a:r>
            <a:r>
              <a:rPr b="1" lang="en" sz="1500">
                <a:solidFill>
                  <a:schemeClr val="dk1"/>
                </a:solidFill>
              </a:rPr>
              <a:t>PyPI (Python Package Index)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 -m pip</a:t>
            </a:r>
            <a:r>
              <a:rPr lang="en" sz="1500">
                <a:solidFill>
                  <a:schemeClr val="dk1"/>
                </a:solidFill>
              </a:rPr>
              <a:t> for version-safe execution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Can install specific versions (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package==1.2.3</a:t>
            </a:r>
            <a:r>
              <a:rPr lang="en" sz="1500">
                <a:solidFill>
                  <a:schemeClr val="dk1"/>
                </a:solidFill>
              </a:rPr>
              <a:t>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Supports dependency management automatically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Generates reproducible environments with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requirements.txt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Commands</a:t>
            </a:r>
            <a:endParaRPr sz="250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 -m pip install pandas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 -m pip install numpy==1.26.0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 -m pip freeze &gt; requirements.txt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4400" y="792625"/>
            <a:ext cx="5124599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Virtual Environments (venv)</a:t>
            </a:r>
            <a:endParaRPr b="1"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venv creates isolated Python environments to prevent dependency conflicts.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Each project should have its own environment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Prevents package version conflicts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Keeps global Python installation clean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Allows reproducible development setup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Works together with pip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Essential for professional projects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command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 -m venv venv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source venv/bin/activate   # Mac/Linux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venv\Scripts\activate      # Windows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pip install pandas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4825" y="1152475"/>
            <a:ext cx="3515624" cy="234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