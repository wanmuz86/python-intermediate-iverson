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Mono-bold.fntdata"/><Relationship Id="rId10" Type="http://schemas.openxmlformats.org/officeDocument/2006/relationships/slide" Target="slides/slide5.xml"/><Relationship Id="rId21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24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69768ccff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69768ccff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69768cc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c69768cc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Emphasize that </a:t>
            </a:r>
            <a:r>
              <a:rPr b="1" lang="en" sz="1600">
                <a:solidFill>
                  <a:schemeClr val="dk1"/>
                </a:solidFill>
              </a:rPr>
              <a:t>real software is not designed once</a:t>
            </a:r>
            <a:r>
              <a:rPr lang="en" sz="1600">
                <a:solidFill>
                  <a:schemeClr val="dk1"/>
                </a:solidFill>
              </a:rPr>
              <a:t>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Show how requirements naturally expand.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Encourage students to refactor instead of restarting.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69768ccf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69768ccf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69768ccf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69768ccf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69768ccf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69768ccf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Explain difference between </a:t>
            </a:r>
            <a:r>
              <a:rPr b="1" lang="en" sz="1600">
                <a:solidFill>
                  <a:schemeClr val="dk1"/>
                </a:solidFill>
              </a:rPr>
              <a:t>overriding</a:t>
            </a:r>
            <a:r>
              <a:rPr lang="en" sz="1600">
                <a:solidFill>
                  <a:schemeClr val="dk1"/>
                </a:solidFill>
              </a:rPr>
              <a:t> and </a:t>
            </a:r>
            <a:r>
              <a:rPr b="1" lang="en" sz="1600">
                <a:solidFill>
                  <a:schemeClr val="dk1"/>
                </a:solidFill>
              </a:rPr>
              <a:t>augmenting</a:t>
            </a:r>
            <a:r>
              <a:rPr lang="en" sz="1600">
                <a:solidFill>
                  <a:schemeClr val="dk1"/>
                </a:solidFill>
              </a:rPr>
              <a:t>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Show why calling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super()</a:t>
            </a:r>
            <a:r>
              <a:rPr lang="en" sz="1600">
                <a:solidFill>
                  <a:schemeClr val="dk1"/>
                </a:solidFill>
              </a:rPr>
              <a:t> preserves existing behavior.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This mirrors real-world extension of systems.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69768ccf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69768ccf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69768ccf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69768ccf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69768ccf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69768ccf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Stress that the loop does not care about object type.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Polymorphism replaces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if/else</a:t>
            </a:r>
            <a:r>
              <a:rPr lang="en" sz="1600">
                <a:solidFill>
                  <a:schemeClr val="dk1"/>
                </a:solidFill>
              </a:rPr>
              <a:t> trees.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This is how frameworks and libraries scale.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69768ccf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69768ccf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69768ccf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69768ccf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69768ccf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69768ccf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Explain that Python objects are </a:t>
            </a:r>
            <a:r>
              <a:rPr b="1" lang="en" sz="1600">
                <a:solidFill>
                  <a:schemeClr val="dk1"/>
                </a:solidFill>
              </a:rPr>
              <a:t>self-describing</a:t>
            </a:r>
            <a:r>
              <a:rPr lang="en" sz="1600">
                <a:solidFill>
                  <a:schemeClr val="dk1"/>
                </a:solidFill>
              </a:rPr>
              <a:t>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Show how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dir()</a:t>
            </a:r>
            <a:r>
              <a:rPr lang="en" sz="1600">
                <a:solidFill>
                  <a:schemeClr val="dk1"/>
                </a:solidFill>
              </a:rPr>
              <a:t> helps debugging.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Mention that ORMs and serializers rely heavily on introspection.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69768ccf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69768ccf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69768ccf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69768ccf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Clarify that pickle saves </a:t>
            </a:r>
            <a:r>
              <a:rPr b="1" lang="en" sz="1600">
                <a:solidFill>
                  <a:schemeClr val="dk1"/>
                </a:solidFill>
              </a:rPr>
              <a:t>object state</a:t>
            </a:r>
            <a:r>
              <a:rPr lang="en" sz="1600">
                <a:solidFill>
                  <a:schemeClr val="dk1"/>
                </a:solidFill>
              </a:rPr>
              <a:t>, not just data.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Warn clearly about security risks.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Position pickle/shelve as learning tools, not enterprise storage.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69768ccff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69768ccff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69768ccf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69768ccf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Realistic OOP Example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100" y="253734"/>
            <a:ext cx="1854751" cy="4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138" y="3626725"/>
            <a:ext cx="1419725" cy="1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Incremental Class Design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Good class design evolves step by step as requirements grow.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Start with minimal attributes and behavior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Avoid over-design at the beginning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Add features incrementally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Refactor as responsibilities change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Let usage drive design decisions</a:t>
            </a:r>
            <a:br>
              <a:rPr lang="en" sz="1600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5" y="0"/>
            <a:ext cx="77152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b="1" lang="en" sz="1600"/>
              <a:t>Example Python Code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Step 1: Minimal design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Account: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__init__(self, owner):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self.owner = owner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Step 2: Add behavior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Account: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__init__(self, owner, balance=0):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self.owner = owner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self.balance = balance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deposit(self, amount):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self.balance += amount</a:t>
            </a:r>
            <a:endParaRPr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Subclassing &amp; Method Augmentation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Subclasses extend behavior without rewriting existing code.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Subclasses inherit existing functionality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New behavior can be added safely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Existing methods can be extended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super()</a:t>
            </a:r>
            <a:r>
              <a:rPr lang="en" sz="1600">
                <a:solidFill>
                  <a:schemeClr val="dk1"/>
                </a:solidFill>
              </a:rPr>
              <a:t> allows reuse of parent logic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Supports open–closed principle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Example Python Code</a:t>
            </a:r>
            <a:endParaRPr sz="2500"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Account: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deposit(self, amount):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print("Depositing money")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SavingsAccount(Account):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deposit(self, amount):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super().deposit(amount)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print("Applying savings rules")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5" y="0"/>
            <a:ext cx="77152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Polymorphism in Practice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Polymorphism allows different objects to respond to the same method call.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Same interface, different implementations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Reduces conditional logic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Enables flexible and scalable systems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Works naturally with inheritance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Central to clean OOP design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5" y="0"/>
            <a:ext cx="77152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Example Python Code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Account: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calculate_interest(self):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pass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SavingsAccount(Account):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calculate_interest(self):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"Savings interest"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CurrentAccount(Account):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calculate_interest(self):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"No interest"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</p:txBody>
      </p:sp>
      <p:sp>
        <p:nvSpPr>
          <p:cNvPr id="111" name="Google Shape;111;p22"/>
          <p:cNvSpPr txBox="1"/>
          <p:nvPr/>
        </p:nvSpPr>
        <p:spPr>
          <a:xfrm>
            <a:off x="4952975" y="1344100"/>
            <a:ext cx="30000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accounts = [SavingsAccount(), CurrentAccount()]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 acc in accounts: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print(acc.calculate_interest())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Introspection Tools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Python lets you inspect objects and classes at runtime.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Discover attributes dynamically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Inspect class structure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Useful for debugging and learning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Common in frameworks and tools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Supports reflective programming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2325" y="1682750"/>
            <a:ext cx="3364575" cy="336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Example Python Code</a:t>
            </a:r>
            <a:endParaRPr b="1" sz="2500"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User: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login(self):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pass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 = User()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print(type(u))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print(dir(u))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print(hasattr(u, "login"))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Pickle &amp; Shelve Databases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Objects can be stored and restored using Python’s built-in persistence tools.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pickle</a:t>
            </a:r>
            <a:r>
              <a:rPr lang="en" sz="1600">
                <a:solidFill>
                  <a:schemeClr val="dk1"/>
                </a:solidFill>
              </a:rPr>
              <a:t> serializes Python objects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shelve</a:t>
            </a:r>
            <a:r>
              <a:rPr lang="en" sz="1600">
                <a:solidFill>
                  <a:schemeClr val="dk1"/>
                </a:solidFill>
              </a:rPr>
              <a:t> provides key–value object storage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Useful for small apps and prototypes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Not suitable for untrusted data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Preserves object structure</a:t>
            </a:r>
            <a:endParaRPr/>
          </a:p>
        </p:txBody>
      </p:sp>
      <p:sp>
        <p:nvSpPr>
          <p:cNvPr id="131" name="Google Shape;131;p25"/>
          <p:cNvSpPr txBox="1"/>
          <p:nvPr/>
        </p:nvSpPr>
        <p:spPr>
          <a:xfrm>
            <a:off x="152400" y="1524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600"/>
              </a:spcBef>
              <a:spcAft>
                <a:spcPts val="36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700" y="1914675"/>
            <a:ext cx="4140975" cy="27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5"/>
          <p:cNvSpPr txBox="1"/>
          <p:nvPr/>
        </p:nvSpPr>
        <p:spPr>
          <a:xfrm>
            <a:off x="4243925" y="0"/>
            <a:ext cx="676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https://docs.python.org/3/library/shelve.html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Example Python Code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pickle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User: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__init__(self, name):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self.name = name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 = User("Aina")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</p:txBody>
      </p:sp>
      <p:sp>
        <p:nvSpPr>
          <p:cNvPr id="140" name="Google Shape;140;p26"/>
          <p:cNvSpPr txBox="1"/>
          <p:nvPr/>
        </p:nvSpPr>
        <p:spPr>
          <a:xfrm>
            <a:off x="4307425" y="1071550"/>
            <a:ext cx="3000000" cy="26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with open("user.pkl", "wb") as f: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pickle.dump(u, f)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with open("user.pkl", "rb") as f: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loaded_user = pickle.load(f)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print(loaded_user.name)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Key Takeaways</a:t>
            </a:r>
            <a:endParaRPr sz="2500"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Design evolves incrementally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Subclasses extend, not duplicate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Polymorphism simplifies logic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Python objects are introspectable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Objects can be persisted and restored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