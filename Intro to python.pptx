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16.xml" ContentType="application/vnd.openxmlformats-officedocument.presentationml.notesSlide+xml"/>
  <Override PartName="/ppt/notesSlides/notesSlide217.xml" ContentType="application/vnd.openxmlformats-officedocument.presentationml.notesSlid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notesSlides/notesSlide222.xml" ContentType="application/vnd.openxmlformats-officedocument.presentationml.notesSlide+xml"/>
  <Override PartName="/ppt/notesSlides/notesSlide223.xml" ContentType="application/vnd.openxmlformats-officedocument.presentationml.notesSlide+xml"/>
  <Override PartName="/ppt/notesSlides/notesSlide224.xml" ContentType="application/vnd.openxmlformats-officedocument.presentationml.notesSlide+xml"/>
  <Override PartName="/ppt/notesSlides/notesSlide225.xml" ContentType="application/vnd.openxmlformats-officedocument.presentationml.notesSlide+xml"/>
  <Override PartName="/ppt/notesSlides/notesSlide226.xml" ContentType="application/vnd.openxmlformats-officedocument.presentationml.notesSlide+xml"/>
  <Override PartName="/ppt/notesSlides/notesSlide227.xml" ContentType="application/vnd.openxmlformats-officedocument.presentationml.notesSlide+xml"/>
  <Override PartName="/ppt/notesSlides/notesSlide2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0"/>
  </p:notesMasterIdLst>
  <p:sldIdLst>
    <p:sldId id="1034" r:id="rId2"/>
    <p:sldId id="281" r:id="rId3"/>
    <p:sldId id="258" r:id="rId4"/>
    <p:sldId id="283" r:id="rId5"/>
    <p:sldId id="284" r:id="rId6"/>
    <p:sldId id="285" r:id="rId7"/>
    <p:sldId id="289" r:id="rId8"/>
    <p:sldId id="290" r:id="rId9"/>
    <p:sldId id="291" r:id="rId10"/>
    <p:sldId id="271" r:id="rId11"/>
    <p:sldId id="292" r:id="rId12"/>
    <p:sldId id="293" r:id="rId13"/>
    <p:sldId id="272" r:id="rId14"/>
    <p:sldId id="294" r:id="rId15"/>
    <p:sldId id="295" r:id="rId16"/>
    <p:sldId id="296" r:id="rId17"/>
    <p:sldId id="297" r:id="rId18"/>
    <p:sldId id="300" r:id="rId19"/>
    <p:sldId id="299" r:id="rId20"/>
    <p:sldId id="301" r:id="rId21"/>
    <p:sldId id="302" r:id="rId22"/>
    <p:sldId id="303" r:id="rId23"/>
    <p:sldId id="304" r:id="rId24"/>
    <p:sldId id="305" r:id="rId25"/>
    <p:sldId id="860" r:id="rId26"/>
    <p:sldId id="306" r:id="rId27"/>
    <p:sldId id="307" r:id="rId28"/>
    <p:sldId id="308" r:id="rId29"/>
    <p:sldId id="309" r:id="rId30"/>
    <p:sldId id="310" r:id="rId31"/>
    <p:sldId id="311" r:id="rId32"/>
    <p:sldId id="312" r:id="rId33"/>
    <p:sldId id="314" r:id="rId34"/>
    <p:sldId id="315" r:id="rId35"/>
    <p:sldId id="316" r:id="rId36"/>
    <p:sldId id="317" r:id="rId37"/>
    <p:sldId id="318" r:id="rId38"/>
    <p:sldId id="333" r:id="rId39"/>
    <p:sldId id="322" r:id="rId40"/>
    <p:sldId id="319" r:id="rId41"/>
    <p:sldId id="320" r:id="rId42"/>
    <p:sldId id="321" r:id="rId43"/>
    <p:sldId id="474" r:id="rId44"/>
    <p:sldId id="475" r:id="rId45"/>
    <p:sldId id="323" r:id="rId46"/>
    <p:sldId id="324" r:id="rId47"/>
    <p:sldId id="325" r:id="rId48"/>
    <p:sldId id="326" r:id="rId49"/>
    <p:sldId id="327" r:id="rId50"/>
    <p:sldId id="328" r:id="rId51"/>
    <p:sldId id="329" r:id="rId52"/>
    <p:sldId id="332" r:id="rId53"/>
    <p:sldId id="330" r:id="rId54"/>
    <p:sldId id="331" r:id="rId55"/>
    <p:sldId id="1016" r:id="rId56"/>
    <p:sldId id="1017" r:id="rId57"/>
    <p:sldId id="1018" r:id="rId58"/>
    <p:sldId id="1019" r:id="rId59"/>
    <p:sldId id="1020" r:id="rId60"/>
    <p:sldId id="355" r:id="rId61"/>
    <p:sldId id="348" r:id="rId62"/>
    <p:sldId id="349" r:id="rId63"/>
    <p:sldId id="350" r:id="rId64"/>
    <p:sldId id="351" r:id="rId65"/>
    <p:sldId id="352" r:id="rId66"/>
    <p:sldId id="353" r:id="rId67"/>
    <p:sldId id="354" r:id="rId68"/>
    <p:sldId id="531" r:id="rId69"/>
    <p:sldId id="357" r:id="rId70"/>
    <p:sldId id="358" r:id="rId71"/>
    <p:sldId id="359" r:id="rId72"/>
    <p:sldId id="360" r:id="rId73"/>
    <p:sldId id="361" r:id="rId74"/>
    <p:sldId id="362" r:id="rId75"/>
    <p:sldId id="363" r:id="rId76"/>
    <p:sldId id="368" r:id="rId77"/>
    <p:sldId id="369" r:id="rId78"/>
    <p:sldId id="365" r:id="rId79"/>
    <p:sldId id="366" r:id="rId80"/>
    <p:sldId id="535" r:id="rId81"/>
    <p:sldId id="536" r:id="rId82"/>
    <p:sldId id="370" r:id="rId83"/>
    <p:sldId id="371" r:id="rId84"/>
    <p:sldId id="372" r:id="rId85"/>
    <p:sldId id="373" r:id="rId86"/>
    <p:sldId id="374" r:id="rId87"/>
    <p:sldId id="375" r:id="rId88"/>
    <p:sldId id="376" r:id="rId89"/>
    <p:sldId id="367" r:id="rId90"/>
    <p:sldId id="377" r:id="rId91"/>
    <p:sldId id="379" r:id="rId92"/>
    <p:sldId id="381" r:id="rId93"/>
    <p:sldId id="383" r:id="rId94"/>
    <p:sldId id="384" r:id="rId95"/>
    <p:sldId id="385" r:id="rId96"/>
    <p:sldId id="386" r:id="rId97"/>
    <p:sldId id="387" r:id="rId98"/>
    <p:sldId id="388" r:id="rId99"/>
    <p:sldId id="542" r:id="rId100"/>
    <p:sldId id="389" r:id="rId101"/>
    <p:sldId id="390" r:id="rId102"/>
    <p:sldId id="391" r:id="rId103"/>
    <p:sldId id="392" r:id="rId104"/>
    <p:sldId id="394" r:id="rId105"/>
    <p:sldId id="395" r:id="rId106"/>
    <p:sldId id="396" r:id="rId107"/>
    <p:sldId id="397" r:id="rId108"/>
    <p:sldId id="398" r:id="rId109"/>
    <p:sldId id="399" r:id="rId110"/>
    <p:sldId id="593" r:id="rId111"/>
    <p:sldId id="403" r:id="rId112"/>
    <p:sldId id="404" r:id="rId113"/>
    <p:sldId id="405" r:id="rId114"/>
    <p:sldId id="406" r:id="rId115"/>
    <p:sldId id="407" r:id="rId116"/>
    <p:sldId id="408" r:id="rId117"/>
    <p:sldId id="409" r:id="rId118"/>
    <p:sldId id="416" r:id="rId119"/>
    <p:sldId id="417" r:id="rId120"/>
    <p:sldId id="418" r:id="rId121"/>
    <p:sldId id="419" r:id="rId122"/>
    <p:sldId id="420" r:id="rId123"/>
    <p:sldId id="421" r:id="rId124"/>
    <p:sldId id="422" r:id="rId125"/>
    <p:sldId id="423" r:id="rId126"/>
    <p:sldId id="424" r:id="rId127"/>
    <p:sldId id="1022" r:id="rId128"/>
    <p:sldId id="1023" r:id="rId129"/>
    <p:sldId id="1024" r:id="rId130"/>
    <p:sldId id="1025" r:id="rId131"/>
    <p:sldId id="1026" r:id="rId132"/>
    <p:sldId id="1027" r:id="rId133"/>
    <p:sldId id="1028" r:id="rId134"/>
    <p:sldId id="1029" r:id="rId135"/>
    <p:sldId id="1030" r:id="rId136"/>
    <p:sldId id="1031" r:id="rId137"/>
    <p:sldId id="1032" r:id="rId138"/>
    <p:sldId id="1033" r:id="rId139"/>
    <p:sldId id="425" r:id="rId140"/>
    <p:sldId id="432" r:id="rId141"/>
    <p:sldId id="433" r:id="rId142"/>
    <p:sldId id="434" r:id="rId143"/>
    <p:sldId id="435" r:id="rId144"/>
    <p:sldId id="436" r:id="rId145"/>
    <p:sldId id="437" r:id="rId146"/>
    <p:sldId id="438" r:id="rId147"/>
    <p:sldId id="439" r:id="rId148"/>
    <p:sldId id="440" r:id="rId149"/>
    <p:sldId id="441" r:id="rId150"/>
    <p:sldId id="442" r:id="rId151"/>
    <p:sldId id="443" r:id="rId152"/>
    <p:sldId id="445" r:id="rId153"/>
    <p:sldId id="446" r:id="rId154"/>
    <p:sldId id="447" r:id="rId155"/>
    <p:sldId id="448" r:id="rId156"/>
    <p:sldId id="591" r:id="rId157"/>
    <p:sldId id="592" r:id="rId158"/>
    <p:sldId id="449" r:id="rId159"/>
    <p:sldId id="451" r:id="rId160"/>
    <p:sldId id="450" r:id="rId161"/>
    <p:sldId id="452" r:id="rId162"/>
    <p:sldId id="453" r:id="rId163"/>
    <p:sldId id="454" r:id="rId164"/>
    <p:sldId id="455" r:id="rId165"/>
    <p:sldId id="456" r:id="rId166"/>
    <p:sldId id="457" r:id="rId167"/>
    <p:sldId id="722" r:id="rId168"/>
    <p:sldId id="723" r:id="rId169"/>
    <p:sldId id="724" r:id="rId170"/>
    <p:sldId id="725" r:id="rId171"/>
    <p:sldId id="726" r:id="rId172"/>
    <p:sldId id="458" r:id="rId173"/>
    <p:sldId id="459" r:id="rId174"/>
    <p:sldId id="460" r:id="rId175"/>
    <p:sldId id="601" r:id="rId176"/>
    <p:sldId id="602" r:id="rId177"/>
    <p:sldId id="461" r:id="rId178"/>
    <p:sldId id="464" r:id="rId179"/>
    <p:sldId id="463" r:id="rId180"/>
    <p:sldId id="465" r:id="rId181"/>
    <p:sldId id="466" r:id="rId182"/>
    <p:sldId id="467" r:id="rId183"/>
    <p:sldId id="787" r:id="rId184"/>
    <p:sldId id="788" r:id="rId185"/>
    <p:sldId id="789" r:id="rId186"/>
    <p:sldId id="790" r:id="rId187"/>
    <p:sldId id="791" r:id="rId188"/>
    <p:sldId id="691" r:id="rId189"/>
    <p:sldId id="748" r:id="rId190"/>
    <p:sldId id="749" r:id="rId191"/>
    <p:sldId id="693" r:id="rId192"/>
    <p:sldId id="692" r:id="rId193"/>
    <p:sldId id="694" r:id="rId194"/>
    <p:sldId id="426" r:id="rId195"/>
    <p:sldId id="477" r:id="rId196"/>
    <p:sldId id="478" r:id="rId197"/>
    <p:sldId id="479" r:id="rId198"/>
    <p:sldId id="480" r:id="rId199"/>
    <p:sldId id="481" r:id="rId200"/>
    <p:sldId id="482" r:id="rId201"/>
    <p:sldId id="427" r:id="rId202"/>
    <p:sldId id="483" r:id="rId203"/>
    <p:sldId id="484" r:id="rId204"/>
    <p:sldId id="486" r:id="rId205"/>
    <p:sldId id="485" r:id="rId206"/>
    <p:sldId id="487" r:id="rId207"/>
    <p:sldId id="488" r:id="rId208"/>
    <p:sldId id="489" r:id="rId209"/>
    <p:sldId id="491" r:id="rId210"/>
    <p:sldId id="492" r:id="rId211"/>
    <p:sldId id="490" r:id="rId212"/>
    <p:sldId id="493" r:id="rId213"/>
    <p:sldId id="494" r:id="rId214"/>
    <p:sldId id="495" r:id="rId215"/>
    <p:sldId id="496" r:id="rId216"/>
    <p:sldId id="428" r:id="rId217"/>
    <p:sldId id="524" r:id="rId218"/>
    <p:sldId id="525" r:id="rId219"/>
    <p:sldId id="526" r:id="rId220"/>
    <p:sldId id="527" r:id="rId221"/>
    <p:sldId id="528" r:id="rId222"/>
    <p:sldId id="529" r:id="rId223"/>
    <p:sldId id="530" r:id="rId224"/>
    <p:sldId id="544" r:id="rId225"/>
    <p:sldId id="546" r:id="rId226"/>
    <p:sldId id="547" r:id="rId227"/>
    <p:sldId id="549" r:id="rId228"/>
    <p:sldId id="550" r:id="rId2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97"/>
    <p:restoredTop sz="94635"/>
  </p:normalViewPr>
  <p:slideViewPr>
    <p:cSldViewPr snapToGrid="0">
      <p:cViewPr varScale="1">
        <p:scale>
          <a:sx n="115" d="100"/>
          <a:sy n="115" d="100"/>
        </p:scale>
        <p:origin x="496"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slide" Target="slides/slide204.xml"/><Relationship Id="rId226" Type="http://schemas.openxmlformats.org/officeDocument/2006/relationships/slide" Target="slides/slide22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16" Type="http://schemas.openxmlformats.org/officeDocument/2006/relationships/slide" Target="slides/slide215.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206" Type="http://schemas.openxmlformats.org/officeDocument/2006/relationships/slide" Target="slides/slide205.xml"/><Relationship Id="rId227" Type="http://schemas.openxmlformats.org/officeDocument/2006/relationships/slide" Target="slides/slide226.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217" Type="http://schemas.openxmlformats.org/officeDocument/2006/relationships/slide" Target="slides/slide216.xml"/><Relationship Id="rId6" Type="http://schemas.openxmlformats.org/officeDocument/2006/relationships/slide" Target="slides/slide5.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207" Type="http://schemas.openxmlformats.org/officeDocument/2006/relationships/slide" Target="slides/slide206.xml"/><Relationship Id="rId228" Type="http://schemas.openxmlformats.org/officeDocument/2006/relationships/slide" Target="slides/slide227.xml"/><Relationship Id="rId13" Type="http://schemas.openxmlformats.org/officeDocument/2006/relationships/slide" Target="slides/slide12.xml"/><Relationship Id="rId109" Type="http://schemas.openxmlformats.org/officeDocument/2006/relationships/slide" Target="slides/slide108.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18" Type="http://schemas.openxmlformats.org/officeDocument/2006/relationships/slide" Target="slides/slide217.xml"/><Relationship Id="rId24" Type="http://schemas.openxmlformats.org/officeDocument/2006/relationships/slide" Target="slides/slide23.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31" Type="http://schemas.openxmlformats.org/officeDocument/2006/relationships/slide" Target="slides/slide130.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208" Type="http://schemas.openxmlformats.org/officeDocument/2006/relationships/slide" Target="slides/slide207.xml"/><Relationship Id="rId229" Type="http://schemas.openxmlformats.org/officeDocument/2006/relationships/slide" Target="slides/slide228.xml"/><Relationship Id="rId14" Type="http://schemas.openxmlformats.org/officeDocument/2006/relationships/slide" Target="slides/slide13.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8" Type="http://schemas.openxmlformats.org/officeDocument/2006/relationships/slide" Target="slides/slide7.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219" Type="http://schemas.openxmlformats.org/officeDocument/2006/relationships/slide" Target="slides/slide218.xml"/><Relationship Id="rId230" Type="http://schemas.openxmlformats.org/officeDocument/2006/relationships/notesMaster" Target="notesMasters/notesMaster1.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slide" Target="slides/slide194.xml"/><Relationship Id="rId209" Type="http://schemas.openxmlformats.org/officeDocument/2006/relationships/slide" Target="slides/slide208.xml"/><Relationship Id="rId190" Type="http://schemas.openxmlformats.org/officeDocument/2006/relationships/slide" Target="slides/slide189.xml"/><Relationship Id="rId204" Type="http://schemas.openxmlformats.org/officeDocument/2006/relationships/slide" Target="slides/slide203.xml"/><Relationship Id="rId220" Type="http://schemas.openxmlformats.org/officeDocument/2006/relationships/slide" Target="slides/slide219.xml"/><Relationship Id="rId225" Type="http://schemas.openxmlformats.org/officeDocument/2006/relationships/slide" Target="slides/slide224.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10" Type="http://schemas.openxmlformats.org/officeDocument/2006/relationships/slide" Target="slides/slide209.xml"/><Relationship Id="rId215" Type="http://schemas.openxmlformats.org/officeDocument/2006/relationships/slide" Target="slides/slide214.xml"/><Relationship Id="rId26" Type="http://schemas.openxmlformats.org/officeDocument/2006/relationships/slide" Target="slides/slide25.xml"/><Relationship Id="rId231" Type="http://schemas.openxmlformats.org/officeDocument/2006/relationships/presProps" Target="presProps.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32" Type="http://schemas.openxmlformats.org/officeDocument/2006/relationships/viewProps" Target="viewProps.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222" Type="http://schemas.openxmlformats.org/officeDocument/2006/relationships/slide" Target="slides/slide221.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12" Type="http://schemas.openxmlformats.org/officeDocument/2006/relationships/slide" Target="slides/slide211.xml"/><Relationship Id="rId233" Type="http://schemas.openxmlformats.org/officeDocument/2006/relationships/theme" Target="theme/theme1.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202" Type="http://schemas.openxmlformats.org/officeDocument/2006/relationships/slide" Target="slides/slide201.xml"/><Relationship Id="rId223" Type="http://schemas.openxmlformats.org/officeDocument/2006/relationships/slide" Target="slides/slide222.xml"/><Relationship Id="rId18" Type="http://schemas.openxmlformats.org/officeDocument/2006/relationships/slide" Target="slides/slide17.xml"/><Relationship Id="rId39" Type="http://schemas.openxmlformats.org/officeDocument/2006/relationships/slide" Target="slides/slide38.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slide" Target="slides/slide212.xml"/><Relationship Id="rId234" Type="http://schemas.openxmlformats.org/officeDocument/2006/relationships/tableStyles" Target="tableStyles.xml"/><Relationship Id="rId2" Type="http://schemas.openxmlformats.org/officeDocument/2006/relationships/slide" Target="slides/slide1.xml"/><Relationship Id="rId29" Type="http://schemas.openxmlformats.org/officeDocument/2006/relationships/slide" Target="slides/slide28.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 Id="rId19" Type="http://schemas.openxmlformats.org/officeDocument/2006/relationships/slide" Target="slides/slide18.xml"/><Relationship Id="rId224" Type="http://schemas.openxmlformats.org/officeDocument/2006/relationships/slide" Target="slides/slide223.xml"/><Relationship Id="rId30" Type="http://schemas.openxmlformats.org/officeDocument/2006/relationships/slide" Target="slides/slide2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189" Type="http://schemas.openxmlformats.org/officeDocument/2006/relationships/slide" Target="slides/slide188.xml"/><Relationship Id="rId3" Type="http://schemas.openxmlformats.org/officeDocument/2006/relationships/slide" Target="slides/slide2.xml"/><Relationship Id="rId214" Type="http://schemas.openxmlformats.org/officeDocument/2006/relationships/slide" Target="slides/slide213.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EDD1DBC-CCC4-DB49-9AA9-2C8330C784F8}" type="datetimeFigureOut">
              <a:rPr lang="en-US" smtClean="0"/>
              <a:t>2/9/26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F60CDC7-414B-9144-B1E7-8684265F2AE4}" type="slidenum">
              <a:rPr lang="en-US" smtClean="0"/>
              <a:t>‹#›</a:t>
            </a:fld>
            <a:endParaRPr lang="en-US"/>
          </a:p>
        </p:txBody>
      </p:sp>
    </p:spTree>
    <p:extLst>
      <p:ext uri="{BB962C8B-B14F-4D97-AF65-F5344CB8AC3E}">
        <p14:creationId xmlns:p14="http://schemas.microsoft.com/office/powerpoint/2010/main" val="35982610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2" Type="http://schemas.openxmlformats.org/officeDocument/2006/relationships/slide" Target="../slides/slide175.xml"/><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2" Type="http://schemas.openxmlformats.org/officeDocument/2006/relationships/slide" Target="../slides/slide176.xml"/><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2" Type="http://schemas.openxmlformats.org/officeDocument/2006/relationships/slide" Target="../slides/slide177.xml"/><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2" Type="http://schemas.openxmlformats.org/officeDocument/2006/relationships/slide" Target="../slides/slide178.xml"/><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2" Type="http://schemas.openxmlformats.org/officeDocument/2006/relationships/slide" Target="../slides/slide179.xml"/><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2" Type="http://schemas.openxmlformats.org/officeDocument/2006/relationships/slide" Target="../slides/slide180.xml"/><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2" Type="http://schemas.openxmlformats.org/officeDocument/2006/relationships/slide" Target="../slides/slide181.xml"/><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2" Type="http://schemas.openxmlformats.org/officeDocument/2006/relationships/slide" Target="../slides/slide182.xml"/><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2" Type="http://schemas.openxmlformats.org/officeDocument/2006/relationships/slide" Target="../slides/slide183.xml"/><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2" Type="http://schemas.openxmlformats.org/officeDocument/2006/relationships/slide" Target="../slides/slide184.xml"/><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2" Type="http://schemas.openxmlformats.org/officeDocument/2006/relationships/slide" Target="../slides/slide185.xml"/><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2" Type="http://schemas.openxmlformats.org/officeDocument/2006/relationships/slide" Target="../slides/slide186.xml"/><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2" Type="http://schemas.openxmlformats.org/officeDocument/2006/relationships/slide" Target="../slides/slide187.xml"/><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2" Type="http://schemas.openxmlformats.org/officeDocument/2006/relationships/slide" Target="../slides/slide188.xml"/><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2" Type="http://schemas.openxmlformats.org/officeDocument/2006/relationships/slide" Target="../slides/slide189.xml"/><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2" Type="http://schemas.openxmlformats.org/officeDocument/2006/relationships/slide" Target="../slides/slide190.xml"/><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2" Type="http://schemas.openxmlformats.org/officeDocument/2006/relationships/slide" Target="../slides/slide191.xml"/><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2" Type="http://schemas.openxmlformats.org/officeDocument/2006/relationships/slide" Target="../slides/slide192.xml"/><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2" Type="http://schemas.openxmlformats.org/officeDocument/2006/relationships/slide" Target="../slides/slide193.xml"/><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2" Type="http://schemas.openxmlformats.org/officeDocument/2006/relationships/slide" Target="../slides/slide194.xml"/><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2" Type="http://schemas.openxmlformats.org/officeDocument/2006/relationships/slide" Target="../slides/slide195.xml"/><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2" Type="http://schemas.openxmlformats.org/officeDocument/2006/relationships/slide" Target="../slides/slide196.xml"/><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2" Type="http://schemas.openxmlformats.org/officeDocument/2006/relationships/slide" Target="../slides/slide197.xml"/><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2" Type="http://schemas.openxmlformats.org/officeDocument/2006/relationships/slide" Target="../slides/slide198.xml"/><Relationship Id="rId1" Type="http://schemas.openxmlformats.org/officeDocument/2006/relationships/notesMaster" Target="../notesMasters/notesMaster1.xml"/></Relationships>
</file>

<file path=ppt/notesSlides/_rels/notesSlide199.xml.rels><?xml version="1.0" encoding="UTF-8" standalone="yes"?>
<Relationships xmlns="http://schemas.openxmlformats.org/package/2006/relationships"><Relationship Id="rId2" Type="http://schemas.openxmlformats.org/officeDocument/2006/relationships/slide" Target="../slides/slide199.xml"/><Relationship Id="rId1" Type="http://schemas.openxmlformats.org/officeDocument/2006/relationships/notesMaster" Target="../notesMasters/notesMaster1.xml"/></Relationships>
</file>

<file path=ppt/notesSlides/_rels/notesSlide200.xml.rels><?xml version="1.0" encoding="UTF-8" standalone="yes"?>
<Relationships xmlns="http://schemas.openxmlformats.org/package/2006/relationships"><Relationship Id="rId2" Type="http://schemas.openxmlformats.org/officeDocument/2006/relationships/slide" Target="../slides/slide200.xml"/><Relationship Id="rId1" Type="http://schemas.openxmlformats.org/officeDocument/2006/relationships/notesMaster" Target="../notesMasters/notesMaster1.xml"/></Relationships>
</file>

<file path=ppt/notesSlides/_rels/notesSlide201.xml.rels><?xml version="1.0" encoding="UTF-8" standalone="yes"?>
<Relationships xmlns="http://schemas.openxmlformats.org/package/2006/relationships"><Relationship Id="rId2" Type="http://schemas.openxmlformats.org/officeDocument/2006/relationships/slide" Target="../slides/slide201.xml"/><Relationship Id="rId1" Type="http://schemas.openxmlformats.org/officeDocument/2006/relationships/notesMaster" Target="../notesMasters/notesMaster1.xml"/></Relationships>
</file>

<file path=ppt/notesSlides/_rels/notesSlide202.xml.rels><?xml version="1.0" encoding="UTF-8" standalone="yes"?>
<Relationships xmlns="http://schemas.openxmlformats.org/package/2006/relationships"><Relationship Id="rId2" Type="http://schemas.openxmlformats.org/officeDocument/2006/relationships/slide" Target="../slides/slide202.xml"/><Relationship Id="rId1" Type="http://schemas.openxmlformats.org/officeDocument/2006/relationships/notesMaster" Target="../notesMasters/notesMaster1.xml"/></Relationships>
</file>

<file path=ppt/notesSlides/_rels/notesSlide203.xml.rels><?xml version="1.0" encoding="UTF-8" standalone="yes"?>
<Relationships xmlns="http://schemas.openxmlformats.org/package/2006/relationships"><Relationship Id="rId2" Type="http://schemas.openxmlformats.org/officeDocument/2006/relationships/slide" Target="../slides/slide203.xml"/><Relationship Id="rId1" Type="http://schemas.openxmlformats.org/officeDocument/2006/relationships/notesMaster" Target="../notesMasters/notesMaster1.xml"/></Relationships>
</file>

<file path=ppt/notesSlides/_rels/notesSlide204.xml.rels><?xml version="1.0" encoding="UTF-8" standalone="yes"?>
<Relationships xmlns="http://schemas.openxmlformats.org/package/2006/relationships"><Relationship Id="rId2" Type="http://schemas.openxmlformats.org/officeDocument/2006/relationships/slide" Target="../slides/slide204.xml"/><Relationship Id="rId1" Type="http://schemas.openxmlformats.org/officeDocument/2006/relationships/notesMaster" Target="../notesMasters/notesMaster1.xml"/></Relationships>
</file>

<file path=ppt/notesSlides/_rels/notesSlide205.xml.rels><?xml version="1.0" encoding="UTF-8" standalone="yes"?>
<Relationships xmlns="http://schemas.openxmlformats.org/package/2006/relationships"><Relationship Id="rId2" Type="http://schemas.openxmlformats.org/officeDocument/2006/relationships/slide" Target="../slides/slide205.xml"/><Relationship Id="rId1" Type="http://schemas.openxmlformats.org/officeDocument/2006/relationships/notesMaster" Target="../notesMasters/notesMaster1.xml"/></Relationships>
</file>

<file path=ppt/notesSlides/_rels/notesSlide206.xml.rels><?xml version="1.0" encoding="UTF-8" standalone="yes"?>
<Relationships xmlns="http://schemas.openxmlformats.org/package/2006/relationships"><Relationship Id="rId2" Type="http://schemas.openxmlformats.org/officeDocument/2006/relationships/slide" Target="../slides/slide206.xml"/><Relationship Id="rId1" Type="http://schemas.openxmlformats.org/officeDocument/2006/relationships/notesMaster" Target="../notesMasters/notesMaster1.xml"/></Relationships>
</file>

<file path=ppt/notesSlides/_rels/notesSlide207.xml.rels><?xml version="1.0" encoding="UTF-8" standalone="yes"?>
<Relationships xmlns="http://schemas.openxmlformats.org/package/2006/relationships"><Relationship Id="rId2" Type="http://schemas.openxmlformats.org/officeDocument/2006/relationships/slide" Target="../slides/slide207.xml"/><Relationship Id="rId1" Type="http://schemas.openxmlformats.org/officeDocument/2006/relationships/notesMaster" Target="../notesMasters/notesMaster1.xml"/></Relationships>
</file>

<file path=ppt/notesSlides/_rels/notesSlide208.xml.rels><?xml version="1.0" encoding="UTF-8" standalone="yes"?>
<Relationships xmlns="http://schemas.openxmlformats.org/package/2006/relationships"><Relationship Id="rId2" Type="http://schemas.openxmlformats.org/officeDocument/2006/relationships/slide" Target="../slides/slide208.xml"/><Relationship Id="rId1" Type="http://schemas.openxmlformats.org/officeDocument/2006/relationships/notesMaster" Target="../notesMasters/notesMaster1.xml"/></Relationships>
</file>

<file path=ppt/notesSlides/_rels/notesSlide209.xml.rels><?xml version="1.0" encoding="UTF-8" standalone="yes"?>
<Relationships xmlns="http://schemas.openxmlformats.org/package/2006/relationships"><Relationship Id="rId2" Type="http://schemas.openxmlformats.org/officeDocument/2006/relationships/slide" Target="../slides/slide209.xml"/><Relationship Id="rId1" Type="http://schemas.openxmlformats.org/officeDocument/2006/relationships/notesMaster" Target="../notesMasters/notesMaster1.xml"/></Relationships>
</file>

<file path=ppt/notesSlides/_rels/notesSlide210.xml.rels><?xml version="1.0" encoding="UTF-8" standalone="yes"?>
<Relationships xmlns="http://schemas.openxmlformats.org/package/2006/relationships"><Relationship Id="rId2" Type="http://schemas.openxmlformats.org/officeDocument/2006/relationships/slide" Target="../slides/slide210.xml"/><Relationship Id="rId1" Type="http://schemas.openxmlformats.org/officeDocument/2006/relationships/notesMaster" Target="../notesMasters/notesMaster1.xml"/></Relationships>
</file>

<file path=ppt/notesSlides/_rels/notesSlide211.xml.rels><?xml version="1.0" encoding="UTF-8" standalone="yes"?>
<Relationships xmlns="http://schemas.openxmlformats.org/package/2006/relationships"><Relationship Id="rId2" Type="http://schemas.openxmlformats.org/officeDocument/2006/relationships/slide" Target="../slides/slide211.xml"/><Relationship Id="rId1" Type="http://schemas.openxmlformats.org/officeDocument/2006/relationships/notesMaster" Target="../notesMasters/notesMaster1.xml"/></Relationships>
</file>

<file path=ppt/notesSlides/_rels/notesSlide212.xml.rels><?xml version="1.0" encoding="UTF-8" standalone="yes"?>
<Relationships xmlns="http://schemas.openxmlformats.org/package/2006/relationships"><Relationship Id="rId2" Type="http://schemas.openxmlformats.org/officeDocument/2006/relationships/slide" Target="../slides/slide212.xml"/><Relationship Id="rId1" Type="http://schemas.openxmlformats.org/officeDocument/2006/relationships/notesMaster" Target="../notesMasters/notesMaster1.xml"/></Relationships>
</file>

<file path=ppt/notesSlides/_rels/notesSlide213.xml.rels><?xml version="1.0" encoding="UTF-8" standalone="yes"?>
<Relationships xmlns="http://schemas.openxmlformats.org/package/2006/relationships"><Relationship Id="rId2" Type="http://schemas.openxmlformats.org/officeDocument/2006/relationships/slide" Target="../slides/slide213.xml"/><Relationship Id="rId1" Type="http://schemas.openxmlformats.org/officeDocument/2006/relationships/notesMaster" Target="../notesMasters/notesMaster1.xml"/></Relationships>
</file>

<file path=ppt/notesSlides/_rels/notesSlide214.xml.rels><?xml version="1.0" encoding="UTF-8" standalone="yes"?>
<Relationships xmlns="http://schemas.openxmlformats.org/package/2006/relationships"><Relationship Id="rId2" Type="http://schemas.openxmlformats.org/officeDocument/2006/relationships/slide" Target="../slides/slide214.xml"/><Relationship Id="rId1" Type="http://schemas.openxmlformats.org/officeDocument/2006/relationships/notesMaster" Target="../notesMasters/notesMaster1.xml"/></Relationships>
</file>

<file path=ppt/notesSlides/_rels/notesSlide215.xml.rels><?xml version="1.0" encoding="UTF-8" standalone="yes"?>
<Relationships xmlns="http://schemas.openxmlformats.org/package/2006/relationships"><Relationship Id="rId2" Type="http://schemas.openxmlformats.org/officeDocument/2006/relationships/slide" Target="../slides/slide215.xml"/><Relationship Id="rId1" Type="http://schemas.openxmlformats.org/officeDocument/2006/relationships/notesMaster" Target="../notesMasters/notesMaster1.xml"/></Relationships>
</file>

<file path=ppt/notesSlides/_rels/notesSlide216.xml.rels><?xml version="1.0" encoding="UTF-8" standalone="yes"?>
<Relationships xmlns="http://schemas.openxmlformats.org/package/2006/relationships"><Relationship Id="rId2" Type="http://schemas.openxmlformats.org/officeDocument/2006/relationships/slide" Target="../slides/slide216.xml"/><Relationship Id="rId1" Type="http://schemas.openxmlformats.org/officeDocument/2006/relationships/notesMaster" Target="../notesMasters/notesMaster1.xml"/></Relationships>
</file>

<file path=ppt/notesSlides/_rels/notesSlide217.xml.rels><?xml version="1.0" encoding="UTF-8" standalone="yes"?>
<Relationships xmlns="http://schemas.openxmlformats.org/package/2006/relationships"><Relationship Id="rId2" Type="http://schemas.openxmlformats.org/officeDocument/2006/relationships/slide" Target="../slides/slide217.xml"/><Relationship Id="rId1" Type="http://schemas.openxmlformats.org/officeDocument/2006/relationships/notesMaster" Target="../notesMasters/notesMaster1.xml"/></Relationships>
</file>

<file path=ppt/notesSlides/_rels/notesSlide218.xml.rels><?xml version="1.0" encoding="UTF-8" standalone="yes"?>
<Relationships xmlns="http://schemas.openxmlformats.org/package/2006/relationships"><Relationship Id="rId2" Type="http://schemas.openxmlformats.org/officeDocument/2006/relationships/slide" Target="../slides/slide218.xml"/><Relationship Id="rId1" Type="http://schemas.openxmlformats.org/officeDocument/2006/relationships/notesMaster" Target="../notesMasters/notesMaster1.xml"/></Relationships>
</file>

<file path=ppt/notesSlides/_rels/notesSlide219.xml.rels><?xml version="1.0" encoding="UTF-8" standalone="yes"?>
<Relationships xmlns="http://schemas.openxmlformats.org/package/2006/relationships"><Relationship Id="rId2" Type="http://schemas.openxmlformats.org/officeDocument/2006/relationships/slide" Target="../slides/slide219.xml"/><Relationship Id="rId1" Type="http://schemas.openxmlformats.org/officeDocument/2006/relationships/notesMaster" Target="../notesMasters/notesMaster1.xml"/></Relationships>
</file>

<file path=ppt/notesSlides/_rels/notesSlide220.xml.rels><?xml version="1.0" encoding="UTF-8" standalone="yes"?>
<Relationships xmlns="http://schemas.openxmlformats.org/package/2006/relationships"><Relationship Id="rId2" Type="http://schemas.openxmlformats.org/officeDocument/2006/relationships/slide" Target="../slides/slide220.xml"/><Relationship Id="rId1" Type="http://schemas.openxmlformats.org/officeDocument/2006/relationships/notesMaster" Target="../notesMasters/notesMaster1.xml"/></Relationships>
</file>

<file path=ppt/notesSlides/_rels/notesSlide221.xml.rels><?xml version="1.0" encoding="UTF-8" standalone="yes"?>
<Relationships xmlns="http://schemas.openxmlformats.org/package/2006/relationships"><Relationship Id="rId2" Type="http://schemas.openxmlformats.org/officeDocument/2006/relationships/slide" Target="../slides/slide221.xml"/><Relationship Id="rId1" Type="http://schemas.openxmlformats.org/officeDocument/2006/relationships/notesMaster" Target="../notesMasters/notesMaster1.xml"/></Relationships>
</file>

<file path=ppt/notesSlides/_rels/notesSlide222.xml.rels><?xml version="1.0" encoding="UTF-8" standalone="yes"?>
<Relationships xmlns="http://schemas.openxmlformats.org/package/2006/relationships"><Relationship Id="rId2" Type="http://schemas.openxmlformats.org/officeDocument/2006/relationships/slide" Target="../slides/slide222.xml"/><Relationship Id="rId1" Type="http://schemas.openxmlformats.org/officeDocument/2006/relationships/notesMaster" Target="../notesMasters/notesMaster1.xml"/></Relationships>
</file>

<file path=ppt/notesSlides/_rels/notesSlide223.xml.rels><?xml version="1.0" encoding="UTF-8" standalone="yes"?>
<Relationships xmlns="http://schemas.openxmlformats.org/package/2006/relationships"><Relationship Id="rId2" Type="http://schemas.openxmlformats.org/officeDocument/2006/relationships/slide" Target="../slides/slide223.xml"/><Relationship Id="rId1" Type="http://schemas.openxmlformats.org/officeDocument/2006/relationships/notesMaster" Target="../notesMasters/notesMaster1.xml"/></Relationships>
</file>

<file path=ppt/notesSlides/_rels/notesSlide224.xml.rels><?xml version="1.0" encoding="UTF-8" standalone="yes"?>
<Relationships xmlns="http://schemas.openxmlformats.org/package/2006/relationships"><Relationship Id="rId2" Type="http://schemas.openxmlformats.org/officeDocument/2006/relationships/slide" Target="../slides/slide224.xml"/><Relationship Id="rId1" Type="http://schemas.openxmlformats.org/officeDocument/2006/relationships/notesMaster" Target="../notesMasters/notesMaster1.xml"/></Relationships>
</file>

<file path=ppt/notesSlides/_rels/notesSlide225.xml.rels><?xml version="1.0" encoding="UTF-8" standalone="yes"?>
<Relationships xmlns="http://schemas.openxmlformats.org/package/2006/relationships"><Relationship Id="rId2" Type="http://schemas.openxmlformats.org/officeDocument/2006/relationships/slide" Target="../slides/slide225.xml"/><Relationship Id="rId1" Type="http://schemas.openxmlformats.org/officeDocument/2006/relationships/notesMaster" Target="../notesMasters/notesMaster1.xml"/></Relationships>
</file>

<file path=ppt/notesSlides/_rels/notesSlide226.xml.rels><?xml version="1.0" encoding="UTF-8" standalone="yes"?>
<Relationships xmlns="http://schemas.openxmlformats.org/package/2006/relationships"><Relationship Id="rId2" Type="http://schemas.openxmlformats.org/officeDocument/2006/relationships/slide" Target="../slides/slide226.xml"/><Relationship Id="rId1" Type="http://schemas.openxmlformats.org/officeDocument/2006/relationships/notesMaster" Target="../notesMasters/notesMaster1.xml"/></Relationships>
</file>

<file path=ppt/notesSlides/_rels/notesSlide227.xml.rels><?xml version="1.0" encoding="UTF-8" standalone="yes"?>
<Relationships xmlns="http://schemas.openxmlformats.org/package/2006/relationships"><Relationship Id="rId2" Type="http://schemas.openxmlformats.org/officeDocument/2006/relationships/slide" Target="../slides/slide227.xml"/><Relationship Id="rId1" Type="http://schemas.openxmlformats.org/officeDocument/2006/relationships/notesMaster" Target="../notesMasters/notesMaster1.xml"/></Relationships>
</file>

<file path=ppt/notesSlides/_rels/notesSlide228.xml.rels><?xml version="1.0" encoding="UTF-8" standalone="yes"?>
<Relationships xmlns="http://schemas.openxmlformats.org/package/2006/relationships"><Relationship Id="rId2" Type="http://schemas.openxmlformats.org/officeDocument/2006/relationships/slide" Target="../slides/slide2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Google Shape;390;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391" name="Google Shape;39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423109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0"/>
        <p:cNvGrpSpPr/>
        <p:nvPr/>
      </p:nvGrpSpPr>
      <p:grpSpPr>
        <a:xfrm>
          <a:off x="0" y="0"/>
          <a:ext cx="0" cy="0"/>
          <a:chOff x="0" y="0"/>
          <a:chExt cx="0" cy="0"/>
        </a:xfrm>
      </p:grpSpPr>
      <p:sp>
        <p:nvSpPr>
          <p:cNvPr id="561" name="Google Shape;561;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MY" dirty="0"/>
          </a:p>
        </p:txBody>
      </p:sp>
      <p:sp>
        <p:nvSpPr>
          <p:cNvPr id="562" name="Google Shape;56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MY"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239354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MY"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38977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130630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23209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lgn="l">
              <a:buNone/>
            </a:pPr>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856683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774246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0"/>
        <p:cNvGrpSpPr/>
        <p:nvPr/>
      </p:nvGrpSpPr>
      <p:grpSpPr>
        <a:xfrm>
          <a:off x="0" y="0"/>
          <a:ext cx="0" cy="0"/>
          <a:chOff x="0" y="0"/>
          <a:chExt cx="0" cy="0"/>
        </a:xfrm>
      </p:grpSpPr>
      <p:sp>
        <p:nvSpPr>
          <p:cNvPr id="1291" name="Google Shape;1291;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292" name="Google Shape;1292;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704237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lgn="l">
              <a:buNone/>
            </a:pPr>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3676545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2"/>
        <p:cNvGrpSpPr/>
        <p:nvPr/>
      </p:nvGrpSpPr>
      <p:grpSpPr>
        <a:xfrm>
          <a:off x="0" y="0"/>
          <a:ext cx="0" cy="0"/>
          <a:chOff x="0" y="0"/>
          <a:chExt cx="0" cy="0"/>
        </a:xfrm>
      </p:grpSpPr>
      <p:sp>
        <p:nvSpPr>
          <p:cNvPr id="1303" name="Google Shape;1303;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304" name="Google Shape;1304;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3749814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9467445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2497113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5920258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0972020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7631860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6270057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1301308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0806233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b="0" i="0" dirty="0">
              <a:solidFill>
                <a:srgbClr val="222222"/>
              </a:solidFill>
              <a:effectLst/>
              <a:highlight>
                <a:srgbClr val="F5F5F5"/>
              </a:highlight>
              <a:latin typeface="inherit"/>
            </a:endParaRPr>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7507592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22964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a:extLst>
            <a:ext uri="{FF2B5EF4-FFF2-40B4-BE49-F238E27FC236}">
              <a16:creationId xmlns:a16="http://schemas.microsoft.com/office/drawing/2014/main" id="{8EF73AF4-49D0-F471-06A3-295FE48E607D}"/>
            </a:ext>
          </a:extLst>
        </p:cNvPr>
        <p:cNvGrpSpPr/>
        <p:nvPr/>
      </p:nvGrpSpPr>
      <p:grpSpPr>
        <a:xfrm>
          <a:off x="0" y="0"/>
          <a:ext cx="0" cy="0"/>
          <a:chOff x="0" y="0"/>
          <a:chExt cx="0" cy="0"/>
        </a:xfrm>
      </p:grpSpPr>
      <p:sp>
        <p:nvSpPr>
          <p:cNvPr id="622" name="Google Shape;622;p4:notes">
            <a:extLst>
              <a:ext uri="{FF2B5EF4-FFF2-40B4-BE49-F238E27FC236}">
                <a16:creationId xmlns:a16="http://schemas.microsoft.com/office/drawing/2014/main" id="{88375EB2-7253-2D1B-D96C-11D082540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dirty="0"/>
          </a:p>
        </p:txBody>
      </p:sp>
      <p:sp>
        <p:nvSpPr>
          <p:cNvPr id="623" name="Google Shape;623;p4:notes">
            <a:extLst>
              <a:ext uri="{FF2B5EF4-FFF2-40B4-BE49-F238E27FC236}">
                <a16:creationId xmlns:a16="http://schemas.microsoft.com/office/drawing/2014/main" id="{39118D38-E5E4-837C-4BE6-48DAB82C528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256587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lgn="l">
              <a:buNone/>
            </a:pPr>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2931131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9984770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b="0" i="0" dirty="0">
              <a:solidFill>
                <a:srgbClr val="222222"/>
              </a:solidFill>
              <a:effectLst/>
              <a:highlight>
                <a:srgbClr val="F5F5F5"/>
              </a:highlight>
              <a:latin typeface="Open Sans" panose="020B0606030504020204" pitchFamily="34" charset="0"/>
            </a:endParaRPr>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3218616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b="0" i="0" dirty="0">
              <a:solidFill>
                <a:srgbClr val="222222"/>
              </a:solidFill>
              <a:effectLst/>
              <a:highlight>
                <a:srgbClr val="F5F5F5"/>
              </a:highlight>
              <a:latin typeface="Open Sans" panose="020B0606030504020204" pitchFamily="34" charset="0"/>
            </a:endParaRPr>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5217538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b="0" i="0" dirty="0">
              <a:solidFill>
                <a:srgbClr val="222222"/>
              </a:solidFill>
              <a:effectLst/>
              <a:highlight>
                <a:srgbClr val="F5F5F5"/>
              </a:highlight>
              <a:latin typeface="Open Sans" panose="020B0606030504020204" pitchFamily="34" charset="0"/>
            </a:endParaRPr>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2400990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lgn="l">
              <a:buNone/>
            </a:pPr>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0522007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001288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b="0" i="0" dirty="0">
              <a:solidFill>
                <a:srgbClr val="222222"/>
              </a:solidFill>
              <a:effectLst/>
              <a:highlight>
                <a:srgbClr val="F5F5F5"/>
              </a:highlight>
              <a:latin typeface="Open Sans" panose="020B0606030504020204" pitchFamily="34" charset="0"/>
            </a:endParaRPr>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6437853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b="0" i="0" dirty="0">
              <a:solidFill>
                <a:srgbClr val="222222"/>
              </a:solidFill>
              <a:effectLst/>
              <a:highlight>
                <a:srgbClr val="F5F5F5"/>
              </a:highlight>
              <a:latin typeface="Open Sans" panose="020B0606030504020204" pitchFamily="34" charset="0"/>
            </a:endParaRPr>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5756680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b="0" i="0" dirty="0">
              <a:solidFill>
                <a:srgbClr val="222222"/>
              </a:solidFill>
              <a:effectLst/>
              <a:highlight>
                <a:srgbClr val="F5F5F5"/>
              </a:highlight>
              <a:latin typeface="Open Sans" panose="020B0606030504020204" pitchFamily="34" charset="0"/>
            </a:endParaRPr>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346830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7763410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741671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0016521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7413268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b="0" i="0" dirty="0">
              <a:solidFill>
                <a:srgbClr val="222222"/>
              </a:solidFill>
              <a:effectLst/>
              <a:highlight>
                <a:srgbClr val="F5F5F5"/>
              </a:highlight>
              <a:latin typeface="Open Sans" panose="020B0606030504020204" pitchFamily="34" charset="0"/>
            </a:endParaRPr>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9809782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7072305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lgn="l">
              <a:buNone/>
            </a:pPr>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7468088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lgn="l">
              <a:buNone/>
            </a:pPr>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6661181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lgn="l">
              <a:buNone/>
            </a:pPr>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9713081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1099224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5397027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0088251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2286281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393808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b="0" i="0" dirty="0">
              <a:solidFill>
                <a:srgbClr val="222222"/>
              </a:solidFill>
              <a:effectLst/>
              <a:highlight>
                <a:srgbClr val="F5F5F5"/>
              </a:highlight>
              <a:latin typeface="Open Sans" panose="020B0606030504020204" pitchFamily="34" charset="0"/>
            </a:endParaRPr>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7108923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b="0" i="0" dirty="0">
              <a:solidFill>
                <a:srgbClr val="222222"/>
              </a:solidFill>
              <a:effectLst/>
              <a:highlight>
                <a:srgbClr val="F5F5F5"/>
              </a:highlight>
              <a:latin typeface="Open Sans" panose="020B0606030504020204" pitchFamily="34" charset="0"/>
            </a:endParaRPr>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4925974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lgn="l">
              <a:buNone/>
            </a:pPr>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0386849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3873931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630607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a:extLst>
            <a:ext uri="{FF2B5EF4-FFF2-40B4-BE49-F238E27FC236}">
              <a16:creationId xmlns:a16="http://schemas.microsoft.com/office/drawing/2014/main" id="{02963390-39BD-7241-AAB1-976D374C9714}"/>
            </a:ext>
          </a:extLst>
        </p:cNvPr>
        <p:cNvGrpSpPr/>
        <p:nvPr/>
      </p:nvGrpSpPr>
      <p:grpSpPr>
        <a:xfrm>
          <a:off x="0" y="0"/>
          <a:ext cx="0" cy="0"/>
          <a:chOff x="0" y="0"/>
          <a:chExt cx="0" cy="0"/>
        </a:xfrm>
      </p:grpSpPr>
      <p:sp>
        <p:nvSpPr>
          <p:cNvPr id="622" name="Google Shape;622;p4:notes">
            <a:extLst>
              <a:ext uri="{FF2B5EF4-FFF2-40B4-BE49-F238E27FC236}">
                <a16:creationId xmlns:a16="http://schemas.microsoft.com/office/drawing/2014/main" id="{F654E068-35BC-09E3-FF74-FA36D0F4888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endParaRPr lang="en-US" dirty="0"/>
          </a:p>
        </p:txBody>
      </p:sp>
      <p:sp>
        <p:nvSpPr>
          <p:cNvPr id="623" name="Google Shape;623;p4:notes">
            <a:extLst>
              <a:ext uri="{FF2B5EF4-FFF2-40B4-BE49-F238E27FC236}">
                <a16:creationId xmlns:a16="http://schemas.microsoft.com/office/drawing/2014/main" id="{FE213343-8A95-F799-8859-4030B75FEA2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41550798"/>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a:extLst>
            <a:ext uri="{FF2B5EF4-FFF2-40B4-BE49-F238E27FC236}">
              <a16:creationId xmlns:a16="http://schemas.microsoft.com/office/drawing/2014/main" id="{0AD82137-E6E3-15FF-7FF9-A784F7D812F0}"/>
            </a:ext>
          </a:extLst>
        </p:cNvPr>
        <p:cNvGrpSpPr/>
        <p:nvPr/>
      </p:nvGrpSpPr>
      <p:grpSpPr>
        <a:xfrm>
          <a:off x="0" y="0"/>
          <a:ext cx="0" cy="0"/>
          <a:chOff x="0" y="0"/>
          <a:chExt cx="0" cy="0"/>
        </a:xfrm>
      </p:grpSpPr>
      <p:sp>
        <p:nvSpPr>
          <p:cNvPr id="622" name="Google Shape;622;p4:notes">
            <a:extLst>
              <a:ext uri="{FF2B5EF4-FFF2-40B4-BE49-F238E27FC236}">
                <a16:creationId xmlns:a16="http://schemas.microsoft.com/office/drawing/2014/main" id="{AEDB283D-E91C-DD40-F676-35260E730A8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endParaRPr lang="en-US" dirty="0"/>
          </a:p>
        </p:txBody>
      </p:sp>
      <p:sp>
        <p:nvSpPr>
          <p:cNvPr id="623" name="Google Shape;623;p4:notes">
            <a:extLst>
              <a:ext uri="{FF2B5EF4-FFF2-40B4-BE49-F238E27FC236}">
                <a16:creationId xmlns:a16="http://schemas.microsoft.com/office/drawing/2014/main" id="{9D08854D-20A7-0B72-0719-C0A2F4C48D5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94215733"/>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7416717"/>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a:extLst>
            <a:ext uri="{FF2B5EF4-FFF2-40B4-BE49-F238E27FC236}">
              <a16:creationId xmlns:a16="http://schemas.microsoft.com/office/drawing/2014/main" id="{8BEF3C69-3A89-2ED9-BEB3-D86EDA943355}"/>
            </a:ext>
          </a:extLst>
        </p:cNvPr>
        <p:cNvGrpSpPr/>
        <p:nvPr/>
      </p:nvGrpSpPr>
      <p:grpSpPr>
        <a:xfrm>
          <a:off x="0" y="0"/>
          <a:ext cx="0" cy="0"/>
          <a:chOff x="0" y="0"/>
          <a:chExt cx="0" cy="0"/>
        </a:xfrm>
      </p:grpSpPr>
      <p:sp>
        <p:nvSpPr>
          <p:cNvPr id="622" name="Google Shape;622;p4:notes">
            <a:extLst>
              <a:ext uri="{FF2B5EF4-FFF2-40B4-BE49-F238E27FC236}">
                <a16:creationId xmlns:a16="http://schemas.microsoft.com/office/drawing/2014/main" id="{77C24C28-8556-A333-C915-6AD00A635EB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endParaRPr lang="en-US" dirty="0"/>
          </a:p>
        </p:txBody>
      </p:sp>
      <p:sp>
        <p:nvSpPr>
          <p:cNvPr id="623" name="Google Shape;623;p4:notes">
            <a:extLst>
              <a:ext uri="{FF2B5EF4-FFF2-40B4-BE49-F238E27FC236}">
                <a16:creationId xmlns:a16="http://schemas.microsoft.com/office/drawing/2014/main" id="{FE0B13A3-5919-3565-AC39-46B2237F70A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56617205"/>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a:extLst>
            <a:ext uri="{FF2B5EF4-FFF2-40B4-BE49-F238E27FC236}">
              <a16:creationId xmlns:a16="http://schemas.microsoft.com/office/drawing/2014/main" id="{2FE34DBD-12E0-EC49-F079-0BFEB49DDB97}"/>
            </a:ext>
          </a:extLst>
        </p:cNvPr>
        <p:cNvGrpSpPr/>
        <p:nvPr/>
      </p:nvGrpSpPr>
      <p:grpSpPr>
        <a:xfrm>
          <a:off x="0" y="0"/>
          <a:ext cx="0" cy="0"/>
          <a:chOff x="0" y="0"/>
          <a:chExt cx="0" cy="0"/>
        </a:xfrm>
      </p:grpSpPr>
      <p:sp>
        <p:nvSpPr>
          <p:cNvPr id="622" name="Google Shape;622;p4:notes">
            <a:extLst>
              <a:ext uri="{FF2B5EF4-FFF2-40B4-BE49-F238E27FC236}">
                <a16:creationId xmlns:a16="http://schemas.microsoft.com/office/drawing/2014/main" id="{35E985AC-4763-8C8B-67B3-4D27AE55990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endParaRPr lang="en-US" dirty="0"/>
          </a:p>
        </p:txBody>
      </p:sp>
      <p:sp>
        <p:nvSpPr>
          <p:cNvPr id="623" name="Google Shape;623;p4:notes">
            <a:extLst>
              <a:ext uri="{FF2B5EF4-FFF2-40B4-BE49-F238E27FC236}">
                <a16:creationId xmlns:a16="http://schemas.microsoft.com/office/drawing/2014/main" id="{B6BABA3B-09C7-0526-8203-E2390132A11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57091817"/>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0"/>
        <p:cNvGrpSpPr/>
        <p:nvPr/>
      </p:nvGrpSpPr>
      <p:grpSpPr>
        <a:xfrm>
          <a:off x="0" y="0"/>
          <a:ext cx="0" cy="0"/>
          <a:chOff x="0" y="0"/>
          <a:chExt cx="0" cy="0"/>
        </a:xfrm>
      </p:grpSpPr>
      <p:sp>
        <p:nvSpPr>
          <p:cNvPr id="561" name="Google Shape;561;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MY" dirty="0"/>
          </a:p>
        </p:txBody>
      </p:sp>
      <p:sp>
        <p:nvSpPr>
          <p:cNvPr id="562" name="Google Shape;56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8866836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88760190"/>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73136073"/>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11622853"/>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5389996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23492470"/>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42633805"/>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34701228"/>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0"/>
        <p:cNvGrpSpPr/>
        <p:nvPr/>
      </p:nvGrpSpPr>
      <p:grpSpPr>
        <a:xfrm>
          <a:off x="0" y="0"/>
          <a:ext cx="0" cy="0"/>
          <a:chOff x="0" y="0"/>
          <a:chExt cx="0" cy="0"/>
        </a:xfrm>
      </p:grpSpPr>
      <p:sp>
        <p:nvSpPr>
          <p:cNvPr id="1291" name="Google Shape;1291;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292" name="Google Shape;1292;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59281286"/>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6272017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buFont typeface="Arial" panose="020B0604020202020204" pitchFamily="34" charset="0"/>
              <a:buChar char="•"/>
            </a:pPr>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46152048"/>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81083530"/>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1976326"/>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25106509"/>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69817089"/>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54626032"/>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8281614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82091533"/>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9027538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buFont typeface="Arial" panose="020B0604020202020204" pitchFamily="34" charset="0"/>
              <a:buChar char="•"/>
            </a:pPr>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0099775"/>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buFont typeface="Arial" panose="020B0604020202020204" pitchFamily="34" charset="0"/>
              <a:buChar char="•"/>
            </a:pPr>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45911477"/>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buFont typeface="Arial" panose="020B0604020202020204" pitchFamily="34" charset="0"/>
              <a:buChar char="•"/>
            </a:pPr>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32790620"/>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56225313"/>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b="0" i="0" dirty="0">
              <a:solidFill>
                <a:srgbClr val="222222"/>
              </a:solidFill>
              <a:effectLst/>
              <a:highlight>
                <a:srgbClr val="F5F5F5"/>
              </a:highlight>
              <a:latin typeface="Open Sans" panose="020B0606030504020204" pitchFamily="34" charset="0"/>
            </a:endParaRPr>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44691504"/>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56858147"/>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b="0" i="0" dirty="0">
              <a:solidFill>
                <a:srgbClr val="222222"/>
              </a:solidFill>
              <a:effectLst/>
              <a:highlight>
                <a:srgbClr val="F5F5F5"/>
              </a:highlight>
              <a:latin typeface="Open Sans" panose="020B0606030504020204" pitchFamily="34" charset="0"/>
            </a:endParaRPr>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57169778"/>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15200933"/>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13409340"/>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67254616"/>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00425643"/>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010376"/>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47593314"/>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70826417"/>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13139354"/>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05647837"/>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05809459"/>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1435253"/>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47275139"/>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21055272"/>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b="0" i="0" dirty="0">
              <a:solidFill>
                <a:srgbClr val="222222"/>
              </a:solidFill>
              <a:effectLst/>
              <a:highlight>
                <a:srgbClr val="F5F5F5"/>
              </a:highlight>
              <a:latin typeface="Open Sans" panose="020B0606030504020204" pitchFamily="34" charset="0"/>
            </a:endParaRPr>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88185547"/>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50943742"/>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65691012"/>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buFont typeface="Arial" panose="020B0604020202020204" pitchFamily="34" charset="0"/>
              <a:buChar char="•"/>
            </a:pPr>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12288837"/>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buFont typeface="Arial" panose="020B0604020202020204" pitchFamily="34" charset="0"/>
              <a:buChar char="•"/>
            </a:pPr>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9787669"/>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buFont typeface="Arial" panose="020B0604020202020204" pitchFamily="34" charset="0"/>
              <a:buChar char="•"/>
            </a:pPr>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83034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91137830"/>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39842096"/>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21488200"/>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74664417"/>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0346555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36901386"/>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35124816"/>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03936359"/>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28136178"/>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35190906"/>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73234774"/>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buFont typeface="Arial" panose="020B0604020202020204" pitchFamily="34" charset="0"/>
              <a:buChar char="•"/>
            </a:pPr>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1711255"/>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buFont typeface="Arial" panose="020B0604020202020204" pitchFamily="34" charset="0"/>
              <a:buChar char="•"/>
            </a:pPr>
            <a:endParaRPr lang="en-US" b="0" i="0" dirty="0">
              <a:solidFill>
                <a:srgbClr val="222222"/>
              </a:solidFill>
              <a:effectLst/>
              <a:latin typeface="Open Sans" panose="020B0606030504020204" pitchFamily="34" charset="0"/>
            </a:endParaRPr>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78464292"/>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buFont typeface="Arial" panose="020B0604020202020204" pitchFamily="34" charset="0"/>
              <a:buChar char="•"/>
            </a:pPr>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67729745"/>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buFont typeface="Arial" panose="020B0604020202020204" pitchFamily="34" charset="0"/>
              <a:buChar char="•"/>
            </a:pPr>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61284066"/>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88890939"/>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4018437"/>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83732918"/>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09373450"/>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0738180"/>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40126866"/>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45097338"/>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a:extLst>
            <a:ext uri="{FF2B5EF4-FFF2-40B4-BE49-F238E27FC236}">
              <a16:creationId xmlns:a16="http://schemas.microsoft.com/office/drawing/2014/main" id="{DC62DCF4-0B60-BF34-AE10-C032910AD960}"/>
            </a:ext>
          </a:extLst>
        </p:cNvPr>
        <p:cNvGrpSpPr/>
        <p:nvPr/>
      </p:nvGrpSpPr>
      <p:grpSpPr>
        <a:xfrm>
          <a:off x="0" y="0"/>
          <a:ext cx="0" cy="0"/>
          <a:chOff x="0" y="0"/>
          <a:chExt cx="0" cy="0"/>
        </a:xfrm>
      </p:grpSpPr>
      <p:sp>
        <p:nvSpPr>
          <p:cNvPr id="622" name="Google Shape;622;p4:notes">
            <a:extLst>
              <a:ext uri="{FF2B5EF4-FFF2-40B4-BE49-F238E27FC236}">
                <a16:creationId xmlns:a16="http://schemas.microsoft.com/office/drawing/2014/main" id="{8748CA9F-7AAC-2327-21DF-8B0ECD1A3B3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b="0" i="0" dirty="0">
              <a:solidFill>
                <a:srgbClr val="222222"/>
              </a:solidFill>
              <a:effectLst/>
              <a:latin typeface="Open Sans" panose="020B0606030504020204" pitchFamily="34" charset="0"/>
            </a:endParaRPr>
          </a:p>
        </p:txBody>
      </p:sp>
      <p:sp>
        <p:nvSpPr>
          <p:cNvPr id="623" name="Google Shape;623;p4:notes">
            <a:extLst>
              <a:ext uri="{FF2B5EF4-FFF2-40B4-BE49-F238E27FC236}">
                <a16:creationId xmlns:a16="http://schemas.microsoft.com/office/drawing/2014/main" id="{0F7B8335-8AD9-6BF4-70DC-B44CCD6E36A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90110550"/>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a:extLst>
            <a:ext uri="{FF2B5EF4-FFF2-40B4-BE49-F238E27FC236}">
              <a16:creationId xmlns:a16="http://schemas.microsoft.com/office/drawing/2014/main" id="{429C2ACD-A418-BAD7-F9DE-578B64E81D5F}"/>
            </a:ext>
          </a:extLst>
        </p:cNvPr>
        <p:cNvGrpSpPr/>
        <p:nvPr/>
      </p:nvGrpSpPr>
      <p:grpSpPr>
        <a:xfrm>
          <a:off x="0" y="0"/>
          <a:ext cx="0" cy="0"/>
          <a:chOff x="0" y="0"/>
          <a:chExt cx="0" cy="0"/>
        </a:xfrm>
      </p:grpSpPr>
      <p:sp>
        <p:nvSpPr>
          <p:cNvPr id="622" name="Google Shape;622;p4:notes">
            <a:extLst>
              <a:ext uri="{FF2B5EF4-FFF2-40B4-BE49-F238E27FC236}">
                <a16:creationId xmlns:a16="http://schemas.microsoft.com/office/drawing/2014/main" id="{EAF00F10-6B0F-1959-C2A5-618BCB39DED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b="0" i="0" dirty="0">
              <a:solidFill>
                <a:srgbClr val="222222"/>
              </a:solidFill>
              <a:effectLst/>
              <a:latin typeface="Open Sans" panose="020B0606030504020204" pitchFamily="34" charset="0"/>
            </a:endParaRPr>
          </a:p>
        </p:txBody>
      </p:sp>
      <p:sp>
        <p:nvSpPr>
          <p:cNvPr id="623" name="Google Shape;623;p4:notes">
            <a:extLst>
              <a:ext uri="{FF2B5EF4-FFF2-40B4-BE49-F238E27FC236}">
                <a16:creationId xmlns:a16="http://schemas.microsoft.com/office/drawing/2014/main" id="{120915AA-0549-40E6-0C84-E936F717809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56632222"/>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a:extLst>
            <a:ext uri="{FF2B5EF4-FFF2-40B4-BE49-F238E27FC236}">
              <a16:creationId xmlns:a16="http://schemas.microsoft.com/office/drawing/2014/main" id="{8BB3BCBB-A071-6FE7-5D99-5DA87CB4FA50}"/>
            </a:ext>
          </a:extLst>
        </p:cNvPr>
        <p:cNvGrpSpPr/>
        <p:nvPr/>
      </p:nvGrpSpPr>
      <p:grpSpPr>
        <a:xfrm>
          <a:off x="0" y="0"/>
          <a:ext cx="0" cy="0"/>
          <a:chOff x="0" y="0"/>
          <a:chExt cx="0" cy="0"/>
        </a:xfrm>
      </p:grpSpPr>
      <p:sp>
        <p:nvSpPr>
          <p:cNvPr id="622" name="Google Shape;622;p4:notes">
            <a:extLst>
              <a:ext uri="{FF2B5EF4-FFF2-40B4-BE49-F238E27FC236}">
                <a16:creationId xmlns:a16="http://schemas.microsoft.com/office/drawing/2014/main" id="{83041042-9CDA-3D84-EF19-08149FC967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b="0" i="0" dirty="0">
              <a:solidFill>
                <a:srgbClr val="222222"/>
              </a:solidFill>
              <a:effectLst/>
              <a:latin typeface="Open Sans" panose="020B0606030504020204" pitchFamily="34" charset="0"/>
            </a:endParaRPr>
          </a:p>
        </p:txBody>
      </p:sp>
      <p:sp>
        <p:nvSpPr>
          <p:cNvPr id="623" name="Google Shape;623;p4:notes">
            <a:extLst>
              <a:ext uri="{FF2B5EF4-FFF2-40B4-BE49-F238E27FC236}">
                <a16:creationId xmlns:a16="http://schemas.microsoft.com/office/drawing/2014/main" id="{01CCD0D6-9742-0D98-0D06-376A2584BBF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73421689"/>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a:extLst>
            <a:ext uri="{FF2B5EF4-FFF2-40B4-BE49-F238E27FC236}">
              <a16:creationId xmlns:a16="http://schemas.microsoft.com/office/drawing/2014/main" id="{F2B73BEC-4027-EAD3-1A8D-1F446138764E}"/>
            </a:ext>
          </a:extLst>
        </p:cNvPr>
        <p:cNvGrpSpPr/>
        <p:nvPr/>
      </p:nvGrpSpPr>
      <p:grpSpPr>
        <a:xfrm>
          <a:off x="0" y="0"/>
          <a:ext cx="0" cy="0"/>
          <a:chOff x="0" y="0"/>
          <a:chExt cx="0" cy="0"/>
        </a:xfrm>
      </p:grpSpPr>
      <p:sp>
        <p:nvSpPr>
          <p:cNvPr id="622" name="Google Shape;622;p4:notes">
            <a:extLst>
              <a:ext uri="{FF2B5EF4-FFF2-40B4-BE49-F238E27FC236}">
                <a16:creationId xmlns:a16="http://schemas.microsoft.com/office/drawing/2014/main" id="{562FEF6F-965A-2C91-2004-2EE2440CF04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b="0" i="0" dirty="0">
              <a:solidFill>
                <a:srgbClr val="222222"/>
              </a:solidFill>
              <a:effectLst/>
              <a:latin typeface="Open Sans" panose="020B0606030504020204" pitchFamily="34" charset="0"/>
            </a:endParaRPr>
          </a:p>
        </p:txBody>
      </p:sp>
      <p:sp>
        <p:nvSpPr>
          <p:cNvPr id="623" name="Google Shape;623;p4:notes">
            <a:extLst>
              <a:ext uri="{FF2B5EF4-FFF2-40B4-BE49-F238E27FC236}">
                <a16:creationId xmlns:a16="http://schemas.microsoft.com/office/drawing/2014/main" id="{428BE734-0D66-F171-E068-8FACDFCF0A9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79416569"/>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a:extLst>
            <a:ext uri="{FF2B5EF4-FFF2-40B4-BE49-F238E27FC236}">
              <a16:creationId xmlns:a16="http://schemas.microsoft.com/office/drawing/2014/main" id="{3D83F95E-C0F4-6966-8680-5EBFBEF68EA5}"/>
            </a:ext>
          </a:extLst>
        </p:cNvPr>
        <p:cNvGrpSpPr/>
        <p:nvPr/>
      </p:nvGrpSpPr>
      <p:grpSpPr>
        <a:xfrm>
          <a:off x="0" y="0"/>
          <a:ext cx="0" cy="0"/>
          <a:chOff x="0" y="0"/>
          <a:chExt cx="0" cy="0"/>
        </a:xfrm>
      </p:grpSpPr>
      <p:sp>
        <p:nvSpPr>
          <p:cNvPr id="622" name="Google Shape;622;p4:notes">
            <a:extLst>
              <a:ext uri="{FF2B5EF4-FFF2-40B4-BE49-F238E27FC236}">
                <a16:creationId xmlns:a16="http://schemas.microsoft.com/office/drawing/2014/main" id="{F8CEEAB8-FA04-E031-0253-D8F41428CBA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b="0" i="0" dirty="0">
              <a:solidFill>
                <a:srgbClr val="222222"/>
              </a:solidFill>
              <a:effectLst/>
              <a:latin typeface="Open Sans" panose="020B0606030504020204" pitchFamily="34" charset="0"/>
            </a:endParaRPr>
          </a:p>
        </p:txBody>
      </p:sp>
      <p:sp>
        <p:nvSpPr>
          <p:cNvPr id="623" name="Google Shape;623;p4:notes">
            <a:extLst>
              <a:ext uri="{FF2B5EF4-FFF2-40B4-BE49-F238E27FC236}">
                <a16:creationId xmlns:a16="http://schemas.microsoft.com/office/drawing/2014/main" id="{408EB1C7-6F4D-08F2-61DF-14EF2FF83DE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54128124"/>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a:extLst>
            <a:ext uri="{FF2B5EF4-FFF2-40B4-BE49-F238E27FC236}">
              <a16:creationId xmlns:a16="http://schemas.microsoft.com/office/drawing/2014/main" id="{8E465013-80A7-F305-5972-A7233027396B}"/>
            </a:ext>
          </a:extLst>
        </p:cNvPr>
        <p:cNvGrpSpPr/>
        <p:nvPr/>
      </p:nvGrpSpPr>
      <p:grpSpPr>
        <a:xfrm>
          <a:off x="0" y="0"/>
          <a:ext cx="0" cy="0"/>
          <a:chOff x="0" y="0"/>
          <a:chExt cx="0" cy="0"/>
        </a:xfrm>
      </p:grpSpPr>
      <p:sp>
        <p:nvSpPr>
          <p:cNvPr id="622" name="Google Shape;622;p4:notes">
            <a:extLst>
              <a:ext uri="{FF2B5EF4-FFF2-40B4-BE49-F238E27FC236}">
                <a16:creationId xmlns:a16="http://schemas.microsoft.com/office/drawing/2014/main" id="{238FACA8-DBDF-0611-660B-1C135CC812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dirty="0"/>
          </a:p>
        </p:txBody>
      </p:sp>
      <p:sp>
        <p:nvSpPr>
          <p:cNvPr id="623" name="Google Shape;623;p4:notes">
            <a:extLst>
              <a:ext uri="{FF2B5EF4-FFF2-40B4-BE49-F238E27FC236}">
                <a16:creationId xmlns:a16="http://schemas.microsoft.com/office/drawing/2014/main" id="{473D9AD3-3E3E-26D9-4E2D-24B71D5A35C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47795993"/>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a:extLst>
            <a:ext uri="{FF2B5EF4-FFF2-40B4-BE49-F238E27FC236}">
              <a16:creationId xmlns:a16="http://schemas.microsoft.com/office/drawing/2014/main" id="{012442C9-C315-A47C-60AB-7F7EBA6BD6EE}"/>
            </a:ext>
          </a:extLst>
        </p:cNvPr>
        <p:cNvGrpSpPr/>
        <p:nvPr/>
      </p:nvGrpSpPr>
      <p:grpSpPr>
        <a:xfrm>
          <a:off x="0" y="0"/>
          <a:ext cx="0" cy="0"/>
          <a:chOff x="0" y="0"/>
          <a:chExt cx="0" cy="0"/>
        </a:xfrm>
      </p:grpSpPr>
      <p:sp>
        <p:nvSpPr>
          <p:cNvPr id="622" name="Google Shape;622;p4:notes">
            <a:extLst>
              <a:ext uri="{FF2B5EF4-FFF2-40B4-BE49-F238E27FC236}">
                <a16:creationId xmlns:a16="http://schemas.microsoft.com/office/drawing/2014/main" id="{97C7D9C7-DE4C-7516-C0A0-A319742AC4D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dirty="0"/>
          </a:p>
        </p:txBody>
      </p:sp>
      <p:sp>
        <p:nvSpPr>
          <p:cNvPr id="623" name="Google Shape;623;p4:notes">
            <a:extLst>
              <a:ext uri="{FF2B5EF4-FFF2-40B4-BE49-F238E27FC236}">
                <a16:creationId xmlns:a16="http://schemas.microsoft.com/office/drawing/2014/main" id="{D6E1CBEE-6BD8-3313-8FCD-0BE7D5E6390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0371091"/>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a:extLst>
            <a:ext uri="{FF2B5EF4-FFF2-40B4-BE49-F238E27FC236}">
              <a16:creationId xmlns:a16="http://schemas.microsoft.com/office/drawing/2014/main" id="{3E89F5F6-CF66-C9C3-24A2-CD6F1A94331F}"/>
            </a:ext>
          </a:extLst>
        </p:cNvPr>
        <p:cNvGrpSpPr/>
        <p:nvPr/>
      </p:nvGrpSpPr>
      <p:grpSpPr>
        <a:xfrm>
          <a:off x="0" y="0"/>
          <a:ext cx="0" cy="0"/>
          <a:chOff x="0" y="0"/>
          <a:chExt cx="0" cy="0"/>
        </a:xfrm>
      </p:grpSpPr>
      <p:sp>
        <p:nvSpPr>
          <p:cNvPr id="622" name="Google Shape;622;p4:notes">
            <a:extLst>
              <a:ext uri="{FF2B5EF4-FFF2-40B4-BE49-F238E27FC236}">
                <a16:creationId xmlns:a16="http://schemas.microsoft.com/office/drawing/2014/main" id="{20A4C607-1F09-827C-5D55-2CA5FBE0AF3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dirty="0"/>
          </a:p>
        </p:txBody>
      </p:sp>
      <p:sp>
        <p:nvSpPr>
          <p:cNvPr id="623" name="Google Shape;623;p4:notes">
            <a:extLst>
              <a:ext uri="{FF2B5EF4-FFF2-40B4-BE49-F238E27FC236}">
                <a16:creationId xmlns:a16="http://schemas.microsoft.com/office/drawing/2014/main" id="{054DC871-7CBC-A029-1529-72A658AE538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57498899"/>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a:extLst>
            <a:ext uri="{FF2B5EF4-FFF2-40B4-BE49-F238E27FC236}">
              <a16:creationId xmlns:a16="http://schemas.microsoft.com/office/drawing/2014/main" id="{DFA7738B-4F57-50C7-6BB2-1B267F46B972}"/>
            </a:ext>
          </a:extLst>
        </p:cNvPr>
        <p:cNvGrpSpPr/>
        <p:nvPr/>
      </p:nvGrpSpPr>
      <p:grpSpPr>
        <a:xfrm>
          <a:off x="0" y="0"/>
          <a:ext cx="0" cy="0"/>
          <a:chOff x="0" y="0"/>
          <a:chExt cx="0" cy="0"/>
        </a:xfrm>
      </p:grpSpPr>
      <p:sp>
        <p:nvSpPr>
          <p:cNvPr id="622" name="Google Shape;622;p4:notes">
            <a:extLst>
              <a:ext uri="{FF2B5EF4-FFF2-40B4-BE49-F238E27FC236}">
                <a16:creationId xmlns:a16="http://schemas.microsoft.com/office/drawing/2014/main" id="{636A172A-A9EB-4CEA-C937-A9B19A05CB6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dirty="0"/>
          </a:p>
        </p:txBody>
      </p:sp>
      <p:sp>
        <p:nvSpPr>
          <p:cNvPr id="623" name="Google Shape;623;p4:notes">
            <a:extLst>
              <a:ext uri="{FF2B5EF4-FFF2-40B4-BE49-F238E27FC236}">
                <a16:creationId xmlns:a16="http://schemas.microsoft.com/office/drawing/2014/main" id="{142C04CA-C2CF-348C-B211-E458641293B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46227994"/>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a:extLst>
            <a:ext uri="{FF2B5EF4-FFF2-40B4-BE49-F238E27FC236}">
              <a16:creationId xmlns:a16="http://schemas.microsoft.com/office/drawing/2014/main" id="{86350B4F-7129-3131-4E43-5D2F978A8D09}"/>
            </a:ext>
          </a:extLst>
        </p:cNvPr>
        <p:cNvGrpSpPr/>
        <p:nvPr/>
      </p:nvGrpSpPr>
      <p:grpSpPr>
        <a:xfrm>
          <a:off x="0" y="0"/>
          <a:ext cx="0" cy="0"/>
          <a:chOff x="0" y="0"/>
          <a:chExt cx="0" cy="0"/>
        </a:xfrm>
      </p:grpSpPr>
      <p:sp>
        <p:nvSpPr>
          <p:cNvPr id="622" name="Google Shape;622;p4:notes">
            <a:extLst>
              <a:ext uri="{FF2B5EF4-FFF2-40B4-BE49-F238E27FC236}">
                <a16:creationId xmlns:a16="http://schemas.microsoft.com/office/drawing/2014/main" id="{656BFF88-E99E-5D0E-7F9F-504D3C3DFFD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dirty="0"/>
          </a:p>
        </p:txBody>
      </p:sp>
      <p:sp>
        <p:nvSpPr>
          <p:cNvPr id="623" name="Google Shape;623;p4:notes">
            <a:extLst>
              <a:ext uri="{FF2B5EF4-FFF2-40B4-BE49-F238E27FC236}">
                <a16:creationId xmlns:a16="http://schemas.microsoft.com/office/drawing/2014/main" id="{966212C0-E75C-2CC9-8728-C41B0A8C21F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06309292"/>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a:extLst>
            <a:ext uri="{FF2B5EF4-FFF2-40B4-BE49-F238E27FC236}">
              <a16:creationId xmlns:a16="http://schemas.microsoft.com/office/drawing/2014/main" id="{8FC6F65D-A5B5-32AE-7EEC-CEB47992F5B5}"/>
            </a:ext>
          </a:extLst>
        </p:cNvPr>
        <p:cNvGrpSpPr/>
        <p:nvPr/>
      </p:nvGrpSpPr>
      <p:grpSpPr>
        <a:xfrm>
          <a:off x="0" y="0"/>
          <a:ext cx="0" cy="0"/>
          <a:chOff x="0" y="0"/>
          <a:chExt cx="0" cy="0"/>
        </a:xfrm>
      </p:grpSpPr>
      <p:sp>
        <p:nvSpPr>
          <p:cNvPr id="622" name="Google Shape;622;p4:notes">
            <a:extLst>
              <a:ext uri="{FF2B5EF4-FFF2-40B4-BE49-F238E27FC236}">
                <a16:creationId xmlns:a16="http://schemas.microsoft.com/office/drawing/2014/main" id="{D4F3C0A7-5D16-F540-AD4F-C0A092545A7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dirty="0"/>
          </a:p>
        </p:txBody>
      </p:sp>
      <p:sp>
        <p:nvSpPr>
          <p:cNvPr id="623" name="Google Shape;623;p4:notes">
            <a:extLst>
              <a:ext uri="{FF2B5EF4-FFF2-40B4-BE49-F238E27FC236}">
                <a16:creationId xmlns:a16="http://schemas.microsoft.com/office/drawing/2014/main" id="{1E7FEE8B-8721-2FFC-90CB-BAECB1AB3E6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78339027"/>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a:extLst>
            <a:ext uri="{FF2B5EF4-FFF2-40B4-BE49-F238E27FC236}">
              <a16:creationId xmlns:a16="http://schemas.microsoft.com/office/drawing/2014/main" id="{4FCCB929-53A0-6619-67BA-46E1F5ABC8B7}"/>
            </a:ext>
          </a:extLst>
        </p:cNvPr>
        <p:cNvGrpSpPr/>
        <p:nvPr/>
      </p:nvGrpSpPr>
      <p:grpSpPr>
        <a:xfrm>
          <a:off x="0" y="0"/>
          <a:ext cx="0" cy="0"/>
          <a:chOff x="0" y="0"/>
          <a:chExt cx="0" cy="0"/>
        </a:xfrm>
      </p:grpSpPr>
      <p:sp>
        <p:nvSpPr>
          <p:cNvPr id="622" name="Google Shape;622;p4:notes">
            <a:extLst>
              <a:ext uri="{FF2B5EF4-FFF2-40B4-BE49-F238E27FC236}">
                <a16:creationId xmlns:a16="http://schemas.microsoft.com/office/drawing/2014/main" id="{A2B97F93-4F77-3DFC-184F-C498BF323B6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dirty="0"/>
          </a:p>
        </p:txBody>
      </p:sp>
      <p:sp>
        <p:nvSpPr>
          <p:cNvPr id="623" name="Google Shape;623;p4:notes">
            <a:extLst>
              <a:ext uri="{FF2B5EF4-FFF2-40B4-BE49-F238E27FC236}">
                <a16:creationId xmlns:a16="http://schemas.microsoft.com/office/drawing/2014/main" id="{2E1EC837-A8BF-AEF9-5B02-99FFA1BD37D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70707678"/>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0"/>
        <p:cNvGrpSpPr/>
        <p:nvPr/>
      </p:nvGrpSpPr>
      <p:grpSpPr>
        <a:xfrm>
          <a:off x="0" y="0"/>
          <a:ext cx="0" cy="0"/>
          <a:chOff x="0" y="0"/>
          <a:chExt cx="0" cy="0"/>
        </a:xfrm>
      </p:grpSpPr>
      <p:sp>
        <p:nvSpPr>
          <p:cNvPr id="561" name="Google Shape;561;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MY" dirty="0"/>
          </a:p>
        </p:txBody>
      </p:sp>
      <p:sp>
        <p:nvSpPr>
          <p:cNvPr id="562" name="Google Shape;56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42145901"/>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61951716"/>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21896033"/>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90097264"/>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buFont typeface="Arial" panose="020B0604020202020204" pitchFamily="34" charset="0"/>
              <a:buChar char="•"/>
            </a:pPr>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14862803"/>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36918025"/>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buFont typeface="Arial" panose="020B0604020202020204" pitchFamily="34" charset="0"/>
              <a:buChar char="•"/>
            </a:pPr>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49503494"/>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01316262"/>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02578292"/>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46341418"/>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lgn="l">
              <a:buNone/>
            </a:pPr>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44021143"/>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lgn="l">
              <a:buNone/>
            </a:pPr>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70906777"/>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lgn="l">
              <a:buNone/>
            </a:pPr>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5646937"/>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lgn="l">
              <a:buNone/>
            </a:pPr>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86406593"/>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lgn="l">
              <a:buNone/>
            </a:pPr>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6390263"/>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buFont typeface="Arial" panose="020B0604020202020204" pitchFamily="34" charset="0"/>
              <a:buChar char="•"/>
            </a:pPr>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679486"/>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buFont typeface="Arial" panose="020B0604020202020204" pitchFamily="34" charset="0"/>
              <a:buChar char="•"/>
            </a:pPr>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67451080"/>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48718741"/>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b="0" i="0" dirty="0">
              <a:solidFill>
                <a:srgbClr val="222222"/>
              </a:solidFill>
              <a:effectLst/>
              <a:latin typeface="Open Sans" panose="020B0606030504020204" pitchFamily="34" charset="0"/>
            </a:endParaRPr>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50601791"/>
      </p:ext>
    </p:extLst>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05193289"/>
      </p:ext>
    </p:extLst>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lgn="l">
              <a:buNone/>
            </a:pPr>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97030951"/>
      </p:ext>
    </p:extLst>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38455955"/>
      </p:ext>
    </p:extLst>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0993121"/>
      </p:ext>
    </p:extLst>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38160804"/>
      </p:ext>
    </p:extLst>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62128478"/>
      </p:ext>
    </p:extLst>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37819828"/>
      </p:ext>
    </p:extLst>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66638842"/>
      </p:ext>
    </p:extLst>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59440413"/>
      </p:ext>
    </p:extLst>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75169173"/>
      </p:ext>
    </p:extLst>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10113215"/>
      </p:ext>
    </p:extLst>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47023032"/>
      </p:ext>
    </p:extLst>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6031064"/>
      </p:ext>
    </p:extLst>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59522250"/>
      </p:ext>
    </p:extLst>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74101420"/>
      </p:ext>
    </p:extLst>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05078679"/>
      </p:ext>
    </p:extLst>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52125858"/>
      </p:ext>
    </p:extLst>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0"/>
        <p:cNvGrpSpPr/>
        <p:nvPr/>
      </p:nvGrpSpPr>
      <p:grpSpPr>
        <a:xfrm>
          <a:off x="0" y="0"/>
          <a:ext cx="0" cy="0"/>
          <a:chOff x="0" y="0"/>
          <a:chExt cx="0" cy="0"/>
        </a:xfrm>
      </p:grpSpPr>
      <p:sp>
        <p:nvSpPr>
          <p:cNvPr id="1291" name="Google Shape;1291;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292" name="Google Shape;1292;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42208262"/>
      </p:ext>
    </p:extLst>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0"/>
        <p:cNvGrpSpPr/>
        <p:nvPr/>
      </p:nvGrpSpPr>
      <p:grpSpPr>
        <a:xfrm>
          <a:off x="0" y="0"/>
          <a:ext cx="0" cy="0"/>
          <a:chOff x="0" y="0"/>
          <a:chExt cx="0" cy="0"/>
        </a:xfrm>
      </p:grpSpPr>
      <p:sp>
        <p:nvSpPr>
          <p:cNvPr id="1291" name="Google Shape;1291;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292" name="Google Shape;1292;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24223936"/>
      </p:ext>
    </p:extLst>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73948628"/>
      </p:ext>
    </p:extLst>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32850125"/>
      </p:ext>
    </p:extLst>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67370963"/>
      </p:ext>
    </p:extLst>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95580934"/>
      </p:ext>
    </p:extLst>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lgn="l">
              <a:buNone/>
            </a:pPr>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58269547"/>
      </p:ext>
    </p:extLst>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lgn="l">
              <a:buNone/>
            </a:pPr>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72620495"/>
      </p:ext>
    </p:extLst>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a:extLst>
            <a:ext uri="{FF2B5EF4-FFF2-40B4-BE49-F238E27FC236}">
              <a16:creationId xmlns:a16="http://schemas.microsoft.com/office/drawing/2014/main" id="{C148327C-1299-7428-36A5-28518A24CEAC}"/>
            </a:ext>
          </a:extLst>
        </p:cNvPr>
        <p:cNvGrpSpPr/>
        <p:nvPr/>
      </p:nvGrpSpPr>
      <p:grpSpPr>
        <a:xfrm>
          <a:off x="0" y="0"/>
          <a:ext cx="0" cy="0"/>
          <a:chOff x="0" y="0"/>
          <a:chExt cx="0" cy="0"/>
        </a:xfrm>
      </p:grpSpPr>
      <p:sp>
        <p:nvSpPr>
          <p:cNvPr id="622" name="Google Shape;622;p4:notes">
            <a:extLst>
              <a:ext uri="{FF2B5EF4-FFF2-40B4-BE49-F238E27FC236}">
                <a16:creationId xmlns:a16="http://schemas.microsoft.com/office/drawing/2014/main" id="{B9AC04E2-ACD6-CFFD-C602-7F8E8D9011B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lgn="l">
              <a:buNone/>
            </a:pPr>
            <a:endParaRPr lang="en-US" dirty="0"/>
          </a:p>
        </p:txBody>
      </p:sp>
      <p:sp>
        <p:nvSpPr>
          <p:cNvPr id="623" name="Google Shape;623;p4:notes">
            <a:extLst>
              <a:ext uri="{FF2B5EF4-FFF2-40B4-BE49-F238E27FC236}">
                <a16:creationId xmlns:a16="http://schemas.microsoft.com/office/drawing/2014/main" id="{4EEE7D0A-2075-064A-1C80-82C4C541506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03052680"/>
      </p:ext>
    </p:extLst>
  </p:cSld>
  <p:clrMapOvr>
    <a:masterClrMapping/>
  </p:clrMapOvr>
</p:notes>
</file>

<file path=ppt/notesSlides/notesSlide1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a:extLst>
            <a:ext uri="{FF2B5EF4-FFF2-40B4-BE49-F238E27FC236}">
              <a16:creationId xmlns:a16="http://schemas.microsoft.com/office/drawing/2014/main" id="{4229C0C8-60A9-7696-3567-ABE4544166B7}"/>
            </a:ext>
          </a:extLst>
        </p:cNvPr>
        <p:cNvGrpSpPr/>
        <p:nvPr/>
      </p:nvGrpSpPr>
      <p:grpSpPr>
        <a:xfrm>
          <a:off x="0" y="0"/>
          <a:ext cx="0" cy="0"/>
          <a:chOff x="0" y="0"/>
          <a:chExt cx="0" cy="0"/>
        </a:xfrm>
      </p:grpSpPr>
      <p:sp>
        <p:nvSpPr>
          <p:cNvPr id="622" name="Google Shape;622;p4:notes">
            <a:extLst>
              <a:ext uri="{FF2B5EF4-FFF2-40B4-BE49-F238E27FC236}">
                <a16:creationId xmlns:a16="http://schemas.microsoft.com/office/drawing/2014/main" id="{599D5BEC-6846-4E91-A5C2-315251337D1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endParaRPr lang="en-US" dirty="0"/>
          </a:p>
        </p:txBody>
      </p:sp>
      <p:sp>
        <p:nvSpPr>
          <p:cNvPr id="623" name="Google Shape;623;p4:notes">
            <a:extLst>
              <a:ext uri="{FF2B5EF4-FFF2-40B4-BE49-F238E27FC236}">
                <a16:creationId xmlns:a16="http://schemas.microsoft.com/office/drawing/2014/main" id="{DA8B8B52-4DA4-A2BC-3082-5F7EDE6CAA3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13135401"/>
      </p:ext>
    </p:extLst>
  </p:cSld>
  <p:clrMapOvr>
    <a:masterClrMapping/>
  </p:clrMapOvr>
</p:notes>
</file>

<file path=ppt/notesSlides/notesSlide1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a:extLst>
            <a:ext uri="{FF2B5EF4-FFF2-40B4-BE49-F238E27FC236}">
              <a16:creationId xmlns:a16="http://schemas.microsoft.com/office/drawing/2014/main" id="{EA1A6173-120A-6D15-3E49-A67D94E127A2}"/>
            </a:ext>
          </a:extLst>
        </p:cNvPr>
        <p:cNvGrpSpPr/>
        <p:nvPr/>
      </p:nvGrpSpPr>
      <p:grpSpPr>
        <a:xfrm>
          <a:off x="0" y="0"/>
          <a:ext cx="0" cy="0"/>
          <a:chOff x="0" y="0"/>
          <a:chExt cx="0" cy="0"/>
        </a:xfrm>
      </p:grpSpPr>
      <p:sp>
        <p:nvSpPr>
          <p:cNvPr id="622" name="Google Shape;622;p4:notes">
            <a:extLst>
              <a:ext uri="{FF2B5EF4-FFF2-40B4-BE49-F238E27FC236}">
                <a16:creationId xmlns:a16="http://schemas.microsoft.com/office/drawing/2014/main" id="{097A317A-568E-6DD2-85AA-389805F666B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endParaRPr lang="en-US" dirty="0"/>
          </a:p>
        </p:txBody>
      </p:sp>
      <p:sp>
        <p:nvSpPr>
          <p:cNvPr id="623" name="Google Shape;623;p4:notes">
            <a:extLst>
              <a:ext uri="{FF2B5EF4-FFF2-40B4-BE49-F238E27FC236}">
                <a16:creationId xmlns:a16="http://schemas.microsoft.com/office/drawing/2014/main" id="{00F4E428-DFBD-E3F9-1396-18E0867729B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95872495"/>
      </p:ext>
    </p:extLst>
  </p:cSld>
  <p:clrMapOvr>
    <a:masterClrMapping/>
  </p:clrMapOvr>
</p:notes>
</file>

<file path=ppt/notesSlides/notesSlide1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a:extLst>
            <a:ext uri="{FF2B5EF4-FFF2-40B4-BE49-F238E27FC236}">
              <a16:creationId xmlns:a16="http://schemas.microsoft.com/office/drawing/2014/main" id="{ADDABD63-A53C-442E-466A-0E269E879374}"/>
            </a:ext>
          </a:extLst>
        </p:cNvPr>
        <p:cNvGrpSpPr/>
        <p:nvPr/>
      </p:nvGrpSpPr>
      <p:grpSpPr>
        <a:xfrm>
          <a:off x="0" y="0"/>
          <a:ext cx="0" cy="0"/>
          <a:chOff x="0" y="0"/>
          <a:chExt cx="0" cy="0"/>
        </a:xfrm>
      </p:grpSpPr>
      <p:sp>
        <p:nvSpPr>
          <p:cNvPr id="622" name="Google Shape;622;p4:notes">
            <a:extLst>
              <a:ext uri="{FF2B5EF4-FFF2-40B4-BE49-F238E27FC236}">
                <a16:creationId xmlns:a16="http://schemas.microsoft.com/office/drawing/2014/main" id="{8455ADCA-2FBF-55B0-08EF-1553043D240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endParaRPr lang="en-US" dirty="0"/>
          </a:p>
        </p:txBody>
      </p:sp>
      <p:sp>
        <p:nvSpPr>
          <p:cNvPr id="623" name="Google Shape;623;p4:notes">
            <a:extLst>
              <a:ext uri="{FF2B5EF4-FFF2-40B4-BE49-F238E27FC236}">
                <a16:creationId xmlns:a16="http://schemas.microsoft.com/office/drawing/2014/main" id="{F27F02DF-68A1-3720-78D6-2AC6CABE61C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47498400"/>
      </p:ext>
    </p:extLst>
  </p:cSld>
  <p:clrMapOvr>
    <a:masterClrMapping/>
  </p:clrMapOvr>
</p:notes>
</file>

<file path=ppt/notesSlides/notesSlide1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a:extLst>
            <a:ext uri="{FF2B5EF4-FFF2-40B4-BE49-F238E27FC236}">
              <a16:creationId xmlns:a16="http://schemas.microsoft.com/office/drawing/2014/main" id="{3C24A9A9-F020-2EB3-EAA1-83F3B9B01234}"/>
            </a:ext>
          </a:extLst>
        </p:cNvPr>
        <p:cNvGrpSpPr/>
        <p:nvPr/>
      </p:nvGrpSpPr>
      <p:grpSpPr>
        <a:xfrm>
          <a:off x="0" y="0"/>
          <a:ext cx="0" cy="0"/>
          <a:chOff x="0" y="0"/>
          <a:chExt cx="0" cy="0"/>
        </a:xfrm>
      </p:grpSpPr>
      <p:sp>
        <p:nvSpPr>
          <p:cNvPr id="622" name="Google Shape;622;p4:notes">
            <a:extLst>
              <a:ext uri="{FF2B5EF4-FFF2-40B4-BE49-F238E27FC236}">
                <a16:creationId xmlns:a16="http://schemas.microsoft.com/office/drawing/2014/main" id="{8AC5B18B-037C-1306-6FA4-3ABF4C7F316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endParaRPr lang="en-US" dirty="0"/>
          </a:p>
        </p:txBody>
      </p:sp>
      <p:sp>
        <p:nvSpPr>
          <p:cNvPr id="623" name="Google Shape;623;p4:notes">
            <a:extLst>
              <a:ext uri="{FF2B5EF4-FFF2-40B4-BE49-F238E27FC236}">
                <a16:creationId xmlns:a16="http://schemas.microsoft.com/office/drawing/2014/main" id="{6BD91695-8A68-2B83-C651-9ED737E7F2D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25708208"/>
      </p:ext>
    </p:extLst>
  </p:cSld>
  <p:clrMapOvr>
    <a:masterClrMapping/>
  </p:clrMapOvr>
</p:notes>
</file>

<file path=ppt/notesSlides/notesSlide18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lgn="l">
              <a:buNone/>
            </a:pPr>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06722883"/>
      </p:ext>
    </p:extLst>
  </p:cSld>
  <p:clrMapOvr>
    <a:masterClrMapping/>
  </p:clrMapOvr>
</p:notes>
</file>

<file path=ppt/notesSlides/notesSlide18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94728031"/>
      </p:ext>
    </p:extLst>
  </p:cSld>
  <p:clrMapOvr>
    <a:masterClrMapping/>
  </p:clrMapOvr>
</p:notes>
</file>

<file path=ppt/notesSlides/notesSlide19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buFont typeface="Arial" panose="020B0604020202020204" pitchFamily="34" charset="0"/>
              <a:buChar char="•"/>
            </a:pPr>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07546547"/>
      </p:ext>
    </p:extLst>
  </p:cSld>
  <p:clrMapOvr>
    <a:masterClrMapping/>
  </p:clrMapOvr>
</p:notes>
</file>

<file path=ppt/notesSlides/notesSlide19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15415074"/>
      </p:ext>
    </p:extLst>
  </p:cSld>
  <p:clrMapOvr>
    <a:masterClrMapping/>
  </p:clrMapOvr>
</p:notes>
</file>

<file path=ppt/notesSlides/notesSlide19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lgn="l">
              <a:buNone/>
            </a:pPr>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85116090"/>
      </p:ext>
    </p:extLst>
  </p:cSld>
  <p:clrMapOvr>
    <a:masterClrMapping/>
  </p:clrMapOvr>
</p:notes>
</file>

<file path=ppt/notesSlides/notesSlide19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lgn="l">
              <a:buNone/>
            </a:pPr>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36262821"/>
      </p:ext>
    </p:extLst>
  </p:cSld>
  <p:clrMapOvr>
    <a:masterClrMapping/>
  </p:clrMapOvr>
</p:notes>
</file>

<file path=ppt/notesSlides/notesSlide19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0"/>
        <p:cNvGrpSpPr/>
        <p:nvPr/>
      </p:nvGrpSpPr>
      <p:grpSpPr>
        <a:xfrm>
          <a:off x="0" y="0"/>
          <a:ext cx="0" cy="0"/>
          <a:chOff x="0" y="0"/>
          <a:chExt cx="0" cy="0"/>
        </a:xfrm>
      </p:grpSpPr>
      <p:sp>
        <p:nvSpPr>
          <p:cNvPr id="561" name="Google Shape;561;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MY" dirty="0"/>
          </a:p>
        </p:txBody>
      </p:sp>
      <p:sp>
        <p:nvSpPr>
          <p:cNvPr id="562" name="Google Shape;56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30516673"/>
      </p:ext>
    </p:extLst>
  </p:cSld>
  <p:clrMapOvr>
    <a:masterClrMapping/>
  </p:clrMapOvr>
</p:notes>
</file>

<file path=ppt/notesSlides/notesSlide19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lgn="l">
              <a:buNone/>
            </a:pPr>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32950378"/>
      </p:ext>
    </p:extLst>
  </p:cSld>
  <p:clrMapOvr>
    <a:masterClrMapping/>
  </p:clrMapOvr>
</p:notes>
</file>

<file path=ppt/notesSlides/notesSlide19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lgn="l">
              <a:buNone/>
            </a:pPr>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67543354"/>
      </p:ext>
    </p:extLst>
  </p:cSld>
  <p:clrMapOvr>
    <a:masterClrMapping/>
  </p:clrMapOvr>
</p:notes>
</file>

<file path=ppt/notesSlides/notesSlide19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lgn="l">
              <a:buNone/>
            </a:pPr>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57241955"/>
      </p:ext>
    </p:extLst>
  </p:cSld>
  <p:clrMapOvr>
    <a:masterClrMapping/>
  </p:clrMapOvr>
</p:notes>
</file>

<file path=ppt/notesSlides/notesSlide19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lgn="l">
              <a:buNone/>
            </a:pPr>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38444441"/>
      </p:ext>
    </p:extLst>
  </p:cSld>
  <p:clrMapOvr>
    <a:masterClrMapping/>
  </p:clrMapOvr>
</p:notes>
</file>

<file path=ppt/notesSlides/notesSlide19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lgn="l">
              <a:buNone/>
            </a:pPr>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04553322"/>
      </p:ext>
    </p:extLst>
  </p:cSld>
  <p:clrMapOvr>
    <a:masterClrMapping/>
  </p:clrMapOvr>
</p:notes>
</file>

<file path=ppt/notesSlides/notesSlide20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lgn="l">
              <a:buNone/>
            </a:pPr>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08851591"/>
      </p:ext>
    </p:extLst>
  </p:cSld>
  <p:clrMapOvr>
    <a:masterClrMapping/>
  </p:clrMapOvr>
</p:notes>
</file>

<file path=ppt/notesSlides/notesSlide20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0"/>
        <p:cNvGrpSpPr/>
        <p:nvPr/>
      </p:nvGrpSpPr>
      <p:grpSpPr>
        <a:xfrm>
          <a:off x="0" y="0"/>
          <a:ext cx="0" cy="0"/>
          <a:chOff x="0" y="0"/>
          <a:chExt cx="0" cy="0"/>
        </a:xfrm>
      </p:grpSpPr>
      <p:sp>
        <p:nvSpPr>
          <p:cNvPr id="561" name="Google Shape;561;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MY" dirty="0"/>
          </a:p>
        </p:txBody>
      </p:sp>
      <p:sp>
        <p:nvSpPr>
          <p:cNvPr id="562" name="Google Shape;56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73191904"/>
      </p:ext>
    </p:extLst>
  </p:cSld>
  <p:clrMapOvr>
    <a:masterClrMapping/>
  </p:clrMapOvr>
</p:notes>
</file>

<file path=ppt/notesSlides/notesSlide20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67615189"/>
      </p:ext>
    </p:extLst>
  </p:cSld>
  <p:clrMapOvr>
    <a:masterClrMapping/>
  </p:clrMapOvr>
</p:notes>
</file>

<file path=ppt/notesSlides/notesSlide20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b="0" i="0" dirty="0">
              <a:solidFill>
                <a:srgbClr val="222222"/>
              </a:solidFill>
              <a:effectLst/>
              <a:highlight>
                <a:srgbClr val="F5F5F5"/>
              </a:highlight>
              <a:latin typeface="Open Sans" panose="020B0606030504020204" pitchFamily="34" charset="0"/>
            </a:endParaRPr>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13927495"/>
      </p:ext>
    </p:extLst>
  </p:cSld>
  <p:clrMapOvr>
    <a:masterClrMapping/>
  </p:clrMapOvr>
</p:notes>
</file>

<file path=ppt/notesSlides/notesSlide20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lgn="l">
              <a:buNone/>
            </a:pPr>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41078747"/>
      </p:ext>
    </p:extLst>
  </p:cSld>
  <p:clrMapOvr>
    <a:masterClrMapping/>
  </p:clrMapOvr>
</p:notes>
</file>

<file path=ppt/notesSlides/notesSlide20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3963393"/>
      </p:ext>
    </p:extLst>
  </p:cSld>
  <p:clrMapOvr>
    <a:masterClrMapping/>
  </p:clrMapOvr>
</p:notes>
</file>

<file path=ppt/notesSlides/notesSlide20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01252562"/>
      </p:ext>
    </p:extLst>
  </p:cSld>
  <p:clrMapOvr>
    <a:masterClrMapping/>
  </p:clrMapOvr>
</p:notes>
</file>

<file path=ppt/notesSlides/notesSlide20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3094833"/>
      </p:ext>
    </p:extLst>
  </p:cSld>
  <p:clrMapOvr>
    <a:masterClrMapping/>
  </p:clrMapOvr>
</p:notes>
</file>

<file path=ppt/notesSlides/notesSlide20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1091181"/>
      </p:ext>
    </p:extLst>
  </p:cSld>
  <p:clrMapOvr>
    <a:masterClrMapping/>
  </p:clrMapOvr>
</p:notes>
</file>

<file path=ppt/notesSlides/notesSlide20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8931365"/>
      </p:ext>
    </p:extLst>
  </p:cSld>
  <p:clrMapOvr>
    <a:masterClrMapping/>
  </p:clrMapOvr>
</p:notes>
</file>

<file path=ppt/notesSlides/notesSlide2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02745556"/>
      </p:ext>
    </p:extLst>
  </p:cSld>
  <p:clrMapOvr>
    <a:masterClrMapping/>
  </p:clrMapOvr>
</p:notes>
</file>

<file path=ppt/notesSlides/notesSlide2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68654385"/>
      </p:ext>
    </p:extLst>
  </p:cSld>
  <p:clrMapOvr>
    <a:masterClrMapping/>
  </p:clrMapOvr>
</p:notes>
</file>

<file path=ppt/notesSlides/notesSlide2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40569192"/>
      </p:ext>
    </p:extLst>
  </p:cSld>
  <p:clrMapOvr>
    <a:masterClrMapping/>
  </p:clrMapOvr>
</p:notes>
</file>

<file path=ppt/notesSlides/notesSlide2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43423835"/>
      </p:ext>
    </p:extLst>
  </p:cSld>
  <p:clrMapOvr>
    <a:masterClrMapping/>
  </p:clrMapOvr>
</p:notes>
</file>

<file path=ppt/notesSlides/notesSlide2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40656897"/>
      </p:ext>
    </p:extLst>
  </p:cSld>
  <p:clrMapOvr>
    <a:masterClrMapping/>
  </p:clrMapOvr>
</p:notes>
</file>

<file path=ppt/notesSlides/notesSlide2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31678356"/>
      </p:ext>
    </p:extLst>
  </p:cSld>
  <p:clrMapOvr>
    <a:masterClrMapping/>
  </p:clrMapOvr>
</p:notes>
</file>

<file path=ppt/notesSlides/notesSlide2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0"/>
        <p:cNvGrpSpPr/>
        <p:nvPr/>
      </p:nvGrpSpPr>
      <p:grpSpPr>
        <a:xfrm>
          <a:off x="0" y="0"/>
          <a:ext cx="0" cy="0"/>
          <a:chOff x="0" y="0"/>
          <a:chExt cx="0" cy="0"/>
        </a:xfrm>
      </p:grpSpPr>
      <p:sp>
        <p:nvSpPr>
          <p:cNvPr id="561" name="Google Shape;561;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MY" dirty="0"/>
          </a:p>
        </p:txBody>
      </p:sp>
      <p:sp>
        <p:nvSpPr>
          <p:cNvPr id="562" name="Google Shape;56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1188848"/>
      </p:ext>
    </p:extLst>
  </p:cSld>
  <p:clrMapOvr>
    <a:masterClrMapping/>
  </p:clrMapOvr>
</p:notes>
</file>

<file path=ppt/notesSlides/notesSlide2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35376727"/>
      </p:ext>
    </p:extLst>
  </p:cSld>
  <p:clrMapOvr>
    <a:masterClrMapping/>
  </p:clrMapOvr>
</p:notes>
</file>

<file path=ppt/notesSlides/notesSlide2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66381766"/>
      </p:ext>
    </p:extLst>
  </p:cSld>
  <p:clrMapOvr>
    <a:masterClrMapping/>
  </p:clrMapOvr>
</p:notes>
</file>

<file path=ppt/notesSlides/notesSlide2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30598844"/>
      </p:ext>
    </p:extLst>
  </p:cSld>
  <p:clrMapOvr>
    <a:masterClrMapping/>
  </p:clrMapOvr>
</p:notes>
</file>

<file path=ppt/notesSlides/notesSlide2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76117400"/>
      </p:ext>
    </p:extLst>
  </p:cSld>
  <p:clrMapOvr>
    <a:masterClrMapping/>
  </p:clrMapOvr>
</p:notes>
</file>

<file path=ppt/notesSlides/notesSlide2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80111896"/>
      </p:ext>
    </p:extLst>
  </p:cSld>
  <p:clrMapOvr>
    <a:masterClrMapping/>
  </p:clrMapOvr>
</p:notes>
</file>

<file path=ppt/notesSlides/notesSlide2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56576023"/>
      </p:ext>
    </p:extLst>
  </p:cSld>
  <p:clrMapOvr>
    <a:masterClrMapping/>
  </p:clrMapOvr>
</p:notes>
</file>

<file path=ppt/notesSlides/notesSlide2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00910076"/>
      </p:ext>
    </p:extLst>
  </p:cSld>
  <p:clrMapOvr>
    <a:masterClrMapping/>
  </p:clrMapOvr>
</p:notes>
</file>

<file path=ppt/notesSlides/notesSlide2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97093789"/>
      </p:ext>
    </p:extLst>
  </p:cSld>
  <p:clrMapOvr>
    <a:masterClrMapping/>
  </p:clrMapOvr>
</p:notes>
</file>

<file path=ppt/notesSlides/notesSlide2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07405047"/>
      </p:ext>
    </p:extLst>
  </p:cSld>
  <p:clrMapOvr>
    <a:masterClrMapping/>
  </p:clrMapOvr>
</p:notes>
</file>

<file path=ppt/notesSlides/notesSlide2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47750062"/>
      </p:ext>
    </p:extLst>
  </p:cSld>
  <p:clrMapOvr>
    <a:masterClrMapping/>
  </p:clrMapOvr>
</p:notes>
</file>

<file path=ppt/notesSlides/notesSlide2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42697760"/>
      </p:ext>
    </p:extLst>
  </p:cSld>
  <p:clrMapOvr>
    <a:masterClrMapping/>
  </p:clrMapOvr>
</p:notes>
</file>

<file path=ppt/notesSlides/notesSlide2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dirty="0"/>
          </a:p>
        </p:txBody>
      </p:sp>
      <p:sp>
        <p:nvSpPr>
          <p:cNvPr id="623" name="Google Shape;6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128137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080CC2-5CBF-6367-18B1-DDD15E328185}"/>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222E6BA7-8EE7-B253-762C-67BE265FC52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0AF0C37B-CD7C-1194-02B9-E9463D91AE29}"/>
              </a:ext>
            </a:extLst>
          </p:cNvPr>
          <p:cNvSpPr>
            <a:spLocks noGrp="1"/>
          </p:cNvSpPr>
          <p:nvPr>
            <p:ph type="dt" sz="half" idx="10"/>
          </p:nvPr>
        </p:nvSpPr>
        <p:spPr/>
        <p:txBody>
          <a:bodyPr/>
          <a:lstStyle/>
          <a:p>
            <a:fld id="{063DCC53-4B32-F44B-97BE-EF828FC9A383}" type="datetimeFigureOut">
              <a:rPr lang="en-US" smtClean="0"/>
              <a:t>2/9/26</a:t>
            </a:fld>
            <a:endParaRPr lang="en-US"/>
          </a:p>
        </p:txBody>
      </p:sp>
      <p:sp>
        <p:nvSpPr>
          <p:cNvPr id="5" name="Footer Placeholder 4">
            <a:extLst>
              <a:ext uri="{FF2B5EF4-FFF2-40B4-BE49-F238E27FC236}">
                <a16:creationId xmlns:a16="http://schemas.microsoft.com/office/drawing/2014/main" id="{B7E44AE9-8336-09C4-CCD9-D52ED2932FA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41EF686-960B-DDA5-079B-646336DA2676}"/>
              </a:ext>
            </a:extLst>
          </p:cNvPr>
          <p:cNvSpPr>
            <a:spLocks noGrp="1"/>
          </p:cNvSpPr>
          <p:nvPr>
            <p:ph type="sldNum" sz="quarter" idx="12"/>
          </p:nvPr>
        </p:nvSpPr>
        <p:spPr/>
        <p:txBody>
          <a:bodyPr/>
          <a:lstStyle/>
          <a:p>
            <a:fld id="{4DE73524-A7CF-344A-9299-788DC528628D}" type="slidenum">
              <a:rPr lang="en-US" smtClean="0"/>
              <a:t>‹#›</a:t>
            </a:fld>
            <a:endParaRPr lang="en-US"/>
          </a:p>
        </p:txBody>
      </p:sp>
    </p:spTree>
    <p:extLst>
      <p:ext uri="{BB962C8B-B14F-4D97-AF65-F5344CB8AC3E}">
        <p14:creationId xmlns:p14="http://schemas.microsoft.com/office/powerpoint/2010/main" val="23579023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6DE036-D311-94D9-2D5E-BCDC648B9D92}"/>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74D95376-DD6D-A8AA-EF8D-8A5B2203D81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299E6206-54E7-6751-A7A0-BCC719AD2FE4}"/>
              </a:ext>
            </a:extLst>
          </p:cNvPr>
          <p:cNvSpPr>
            <a:spLocks noGrp="1"/>
          </p:cNvSpPr>
          <p:nvPr>
            <p:ph type="dt" sz="half" idx="10"/>
          </p:nvPr>
        </p:nvSpPr>
        <p:spPr/>
        <p:txBody>
          <a:bodyPr/>
          <a:lstStyle/>
          <a:p>
            <a:fld id="{063DCC53-4B32-F44B-97BE-EF828FC9A383}" type="datetimeFigureOut">
              <a:rPr lang="en-US" smtClean="0"/>
              <a:t>2/9/26</a:t>
            </a:fld>
            <a:endParaRPr lang="en-US"/>
          </a:p>
        </p:txBody>
      </p:sp>
      <p:sp>
        <p:nvSpPr>
          <p:cNvPr id="5" name="Footer Placeholder 4">
            <a:extLst>
              <a:ext uri="{FF2B5EF4-FFF2-40B4-BE49-F238E27FC236}">
                <a16:creationId xmlns:a16="http://schemas.microsoft.com/office/drawing/2014/main" id="{244E6E1B-0DD1-EFF9-FE40-A120606E59C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72BA152-B916-A1F5-47B4-E8718DC59C41}"/>
              </a:ext>
            </a:extLst>
          </p:cNvPr>
          <p:cNvSpPr>
            <a:spLocks noGrp="1"/>
          </p:cNvSpPr>
          <p:nvPr>
            <p:ph type="sldNum" sz="quarter" idx="12"/>
          </p:nvPr>
        </p:nvSpPr>
        <p:spPr/>
        <p:txBody>
          <a:bodyPr/>
          <a:lstStyle/>
          <a:p>
            <a:fld id="{4DE73524-A7CF-344A-9299-788DC528628D}" type="slidenum">
              <a:rPr lang="en-US" smtClean="0"/>
              <a:t>‹#›</a:t>
            </a:fld>
            <a:endParaRPr lang="en-US"/>
          </a:p>
        </p:txBody>
      </p:sp>
    </p:spTree>
    <p:extLst>
      <p:ext uri="{BB962C8B-B14F-4D97-AF65-F5344CB8AC3E}">
        <p14:creationId xmlns:p14="http://schemas.microsoft.com/office/powerpoint/2010/main" val="41301141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97D8B1-0EA8-5C66-F6B6-83B85CE5CE48}"/>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03CB16CD-EB03-57D4-6AC7-BB47DCFA615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D3FB6056-778F-6B63-5CC6-5660937FE26B}"/>
              </a:ext>
            </a:extLst>
          </p:cNvPr>
          <p:cNvSpPr>
            <a:spLocks noGrp="1"/>
          </p:cNvSpPr>
          <p:nvPr>
            <p:ph type="dt" sz="half" idx="10"/>
          </p:nvPr>
        </p:nvSpPr>
        <p:spPr/>
        <p:txBody>
          <a:bodyPr/>
          <a:lstStyle/>
          <a:p>
            <a:fld id="{063DCC53-4B32-F44B-97BE-EF828FC9A383}" type="datetimeFigureOut">
              <a:rPr lang="en-US" smtClean="0"/>
              <a:t>2/9/26</a:t>
            </a:fld>
            <a:endParaRPr lang="en-US"/>
          </a:p>
        </p:txBody>
      </p:sp>
      <p:sp>
        <p:nvSpPr>
          <p:cNvPr id="5" name="Footer Placeholder 4">
            <a:extLst>
              <a:ext uri="{FF2B5EF4-FFF2-40B4-BE49-F238E27FC236}">
                <a16:creationId xmlns:a16="http://schemas.microsoft.com/office/drawing/2014/main" id="{2363258D-1FA0-9E22-C43B-51ADD605B01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052BA3-DD30-71AA-8E8A-DC1C166FB489}"/>
              </a:ext>
            </a:extLst>
          </p:cNvPr>
          <p:cNvSpPr>
            <a:spLocks noGrp="1"/>
          </p:cNvSpPr>
          <p:nvPr>
            <p:ph type="sldNum" sz="quarter" idx="12"/>
          </p:nvPr>
        </p:nvSpPr>
        <p:spPr/>
        <p:txBody>
          <a:bodyPr/>
          <a:lstStyle/>
          <a:p>
            <a:fld id="{4DE73524-A7CF-344A-9299-788DC528628D}" type="slidenum">
              <a:rPr lang="en-US" smtClean="0"/>
              <a:t>‹#›</a:t>
            </a:fld>
            <a:endParaRPr lang="en-US"/>
          </a:p>
        </p:txBody>
      </p:sp>
    </p:spTree>
    <p:extLst>
      <p:ext uri="{BB962C8B-B14F-4D97-AF65-F5344CB8AC3E}">
        <p14:creationId xmlns:p14="http://schemas.microsoft.com/office/powerpoint/2010/main" val="29436503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77C214-70E7-FD80-AAE3-8C5BF434CC46}"/>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C68BCBB0-54CA-38D4-921C-B54A368DD35C}"/>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2F65D2FD-507B-2AB2-EE64-DE9F495A7893}"/>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03ACC5D6-A5C6-164D-9AF9-C20BB40E797A}"/>
              </a:ext>
            </a:extLst>
          </p:cNvPr>
          <p:cNvSpPr>
            <a:spLocks noGrp="1"/>
          </p:cNvSpPr>
          <p:nvPr>
            <p:ph type="dt" sz="half" idx="10"/>
          </p:nvPr>
        </p:nvSpPr>
        <p:spPr/>
        <p:txBody>
          <a:bodyPr/>
          <a:lstStyle/>
          <a:p>
            <a:fld id="{063DCC53-4B32-F44B-97BE-EF828FC9A383}" type="datetimeFigureOut">
              <a:rPr lang="en-US" smtClean="0"/>
              <a:t>2/9/26</a:t>
            </a:fld>
            <a:endParaRPr lang="en-US"/>
          </a:p>
        </p:txBody>
      </p:sp>
      <p:sp>
        <p:nvSpPr>
          <p:cNvPr id="6" name="Footer Placeholder 5">
            <a:extLst>
              <a:ext uri="{FF2B5EF4-FFF2-40B4-BE49-F238E27FC236}">
                <a16:creationId xmlns:a16="http://schemas.microsoft.com/office/drawing/2014/main" id="{8CBE670A-D231-6C8D-B026-63DC86BF912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4662027-0EB4-9F34-8678-4F79DDFED979}"/>
              </a:ext>
            </a:extLst>
          </p:cNvPr>
          <p:cNvSpPr>
            <a:spLocks noGrp="1"/>
          </p:cNvSpPr>
          <p:nvPr>
            <p:ph type="sldNum" sz="quarter" idx="12"/>
          </p:nvPr>
        </p:nvSpPr>
        <p:spPr/>
        <p:txBody>
          <a:bodyPr/>
          <a:lstStyle/>
          <a:p>
            <a:fld id="{4DE73524-A7CF-344A-9299-788DC528628D}" type="slidenum">
              <a:rPr lang="en-US" smtClean="0"/>
              <a:t>‹#›</a:t>
            </a:fld>
            <a:endParaRPr lang="en-US"/>
          </a:p>
        </p:txBody>
      </p:sp>
    </p:spTree>
    <p:extLst>
      <p:ext uri="{BB962C8B-B14F-4D97-AF65-F5344CB8AC3E}">
        <p14:creationId xmlns:p14="http://schemas.microsoft.com/office/powerpoint/2010/main" val="29296315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53F9B7-D64E-4E27-E5B3-FA2437863D7E}"/>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2D242063-4FC7-ABDD-90F9-39C52D5A384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E45465E0-32C2-13CD-161E-71482CECB76F}"/>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F6979C89-736B-7117-391C-C6C11287770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7905271B-8632-935F-EFC8-23BA0C6E2767}"/>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E9552A3D-88D9-5371-898E-84C53B01F2F0}"/>
              </a:ext>
            </a:extLst>
          </p:cNvPr>
          <p:cNvSpPr>
            <a:spLocks noGrp="1"/>
          </p:cNvSpPr>
          <p:nvPr>
            <p:ph type="dt" sz="half" idx="10"/>
          </p:nvPr>
        </p:nvSpPr>
        <p:spPr/>
        <p:txBody>
          <a:bodyPr/>
          <a:lstStyle/>
          <a:p>
            <a:fld id="{063DCC53-4B32-F44B-97BE-EF828FC9A383}" type="datetimeFigureOut">
              <a:rPr lang="en-US" smtClean="0"/>
              <a:t>2/9/26</a:t>
            </a:fld>
            <a:endParaRPr lang="en-US"/>
          </a:p>
        </p:txBody>
      </p:sp>
      <p:sp>
        <p:nvSpPr>
          <p:cNvPr id="8" name="Footer Placeholder 7">
            <a:extLst>
              <a:ext uri="{FF2B5EF4-FFF2-40B4-BE49-F238E27FC236}">
                <a16:creationId xmlns:a16="http://schemas.microsoft.com/office/drawing/2014/main" id="{974D8DC8-8BA7-F6A2-FAEA-A830EF79A9D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CC821D7-711B-13FE-2B64-54AAFADA9E66}"/>
              </a:ext>
            </a:extLst>
          </p:cNvPr>
          <p:cNvSpPr>
            <a:spLocks noGrp="1"/>
          </p:cNvSpPr>
          <p:nvPr>
            <p:ph type="sldNum" sz="quarter" idx="12"/>
          </p:nvPr>
        </p:nvSpPr>
        <p:spPr/>
        <p:txBody>
          <a:bodyPr/>
          <a:lstStyle/>
          <a:p>
            <a:fld id="{4DE73524-A7CF-344A-9299-788DC528628D}" type="slidenum">
              <a:rPr lang="en-US" smtClean="0"/>
              <a:t>‹#›</a:t>
            </a:fld>
            <a:endParaRPr lang="en-US"/>
          </a:p>
        </p:txBody>
      </p:sp>
    </p:spTree>
    <p:extLst>
      <p:ext uri="{BB962C8B-B14F-4D97-AF65-F5344CB8AC3E}">
        <p14:creationId xmlns:p14="http://schemas.microsoft.com/office/powerpoint/2010/main" val="84919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959A5-CB64-003B-06E5-C8FDFDEE263F}"/>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C85FD251-CE0B-CAE3-83A1-8CA3E43D349D}"/>
              </a:ext>
            </a:extLst>
          </p:cNvPr>
          <p:cNvSpPr>
            <a:spLocks noGrp="1"/>
          </p:cNvSpPr>
          <p:nvPr>
            <p:ph type="dt" sz="half" idx="10"/>
          </p:nvPr>
        </p:nvSpPr>
        <p:spPr/>
        <p:txBody>
          <a:bodyPr/>
          <a:lstStyle/>
          <a:p>
            <a:fld id="{063DCC53-4B32-F44B-97BE-EF828FC9A383}" type="datetimeFigureOut">
              <a:rPr lang="en-US" smtClean="0"/>
              <a:t>2/9/26</a:t>
            </a:fld>
            <a:endParaRPr lang="en-US"/>
          </a:p>
        </p:txBody>
      </p:sp>
      <p:sp>
        <p:nvSpPr>
          <p:cNvPr id="4" name="Footer Placeholder 3">
            <a:extLst>
              <a:ext uri="{FF2B5EF4-FFF2-40B4-BE49-F238E27FC236}">
                <a16:creationId xmlns:a16="http://schemas.microsoft.com/office/drawing/2014/main" id="{C85A631D-9656-5F0C-9C45-1BE96E82625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CE007AC-B8B8-1301-CFA1-5B42F09BC65A}"/>
              </a:ext>
            </a:extLst>
          </p:cNvPr>
          <p:cNvSpPr>
            <a:spLocks noGrp="1"/>
          </p:cNvSpPr>
          <p:nvPr>
            <p:ph type="sldNum" sz="quarter" idx="12"/>
          </p:nvPr>
        </p:nvSpPr>
        <p:spPr/>
        <p:txBody>
          <a:bodyPr/>
          <a:lstStyle/>
          <a:p>
            <a:fld id="{4DE73524-A7CF-344A-9299-788DC528628D}" type="slidenum">
              <a:rPr lang="en-US" smtClean="0"/>
              <a:t>‹#›</a:t>
            </a:fld>
            <a:endParaRPr lang="en-US"/>
          </a:p>
        </p:txBody>
      </p:sp>
    </p:spTree>
    <p:extLst>
      <p:ext uri="{BB962C8B-B14F-4D97-AF65-F5344CB8AC3E}">
        <p14:creationId xmlns:p14="http://schemas.microsoft.com/office/powerpoint/2010/main" val="10207054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354F36E-ACA1-DE22-BDFA-A83BDB5C23A9}"/>
              </a:ext>
            </a:extLst>
          </p:cNvPr>
          <p:cNvSpPr>
            <a:spLocks noGrp="1"/>
          </p:cNvSpPr>
          <p:nvPr>
            <p:ph type="dt" sz="half" idx="10"/>
          </p:nvPr>
        </p:nvSpPr>
        <p:spPr/>
        <p:txBody>
          <a:bodyPr/>
          <a:lstStyle/>
          <a:p>
            <a:fld id="{063DCC53-4B32-F44B-97BE-EF828FC9A383}" type="datetimeFigureOut">
              <a:rPr lang="en-US" smtClean="0"/>
              <a:t>2/9/26</a:t>
            </a:fld>
            <a:endParaRPr lang="en-US"/>
          </a:p>
        </p:txBody>
      </p:sp>
      <p:sp>
        <p:nvSpPr>
          <p:cNvPr id="3" name="Footer Placeholder 2">
            <a:extLst>
              <a:ext uri="{FF2B5EF4-FFF2-40B4-BE49-F238E27FC236}">
                <a16:creationId xmlns:a16="http://schemas.microsoft.com/office/drawing/2014/main" id="{E876306E-33BD-628B-5E83-B94A1185B55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231DD67-F9D4-C979-A8EF-F47365A3A7C2}"/>
              </a:ext>
            </a:extLst>
          </p:cNvPr>
          <p:cNvSpPr>
            <a:spLocks noGrp="1"/>
          </p:cNvSpPr>
          <p:nvPr>
            <p:ph type="sldNum" sz="quarter" idx="12"/>
          </p:nvPr>
        </p:nvSpPr>
        <p:spPr/>
        <p:txBody>
          <a:bodyPr/>
          <a:lstStyle/>
          <a:p>
            <a:fld id="{4DE73524-A7CF-344A-9299-788DC528628D}" type="slidenum">
              <a:rPr lang="en-US" smtClean="0"/>
              <a:t>‹#›</a:t>
            </a:fld>
            <a:endParaRPr lang="en-US"/>
          </a:p>
        </p:txBody>
      </p:sp>
    </p:spTree>
    <p:extLst>
      <p:ext uri="{BB962C8B-B14F-4D97-AF65-F5344CB8AC3E}">
        <p14:creationId xmlns:p14="http://schemas.microsoft.com/office/powerpoint/2010/main" val="39714245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798F3C-9489-74C0-39D5-B63C197AD2B6}"/>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C45B1F10-73FC-A7AD-7EBA-4C0FEAE8534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5A29BC7A-4E5B-21A7-4EFF-FDC5A85827D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93BE9EC-34A9-AA01-1CB1-FF3544C74426}"/>
              </a:ext>
            </a:extLst>
          </p:cNvPr>
          <p:cNvSpPr>
            <a:spLocks noGrp="1"/>
          </p:cNvSpPr>
          <p:nvPr>
            <p:ph type="dt" sz="half" idx="10"/>
          </p:nvPr>
        </p:nvSpPr>
        <p:spPr/>
        <p:txBody>
          <a:bodyPr/>
          <a:lstStyle/>
          <a:p>
            <a:fld id="{063DCC53-4B32-F44B-97BE-EF828FC9A383}" type="datetimeFigureOut">
              <a:rPr lang="en-US" smtClean="0"/>
              <a:t>2/9/26</a:t>
            </a:fld>
            <a:endParaRPr lang="en-US"/>
          </a:p>
        </p:txBody>
      </p:sp>
      <p:sp>
        <p:nvSpPr>
          <p:cNvPr id="6" name="Footer Placeholder 5">
            <a:extLst>
              <a:ext uri="{FF2B5EF4-FFF2-40B4-BE49-F238E27FC236}">
                <a16:creationId xmlns:a16="http://schemas.microsoft.com/office/drawing/2014/main" id="{5407003C-C21B-6E84-456B-5F867D8CE18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96058A1-E097-B107-9CB3-2040E1F699DD}"/>
              </a:ext>
            </a:extLst>
          </p:cNvPr>
          <p:cNvSpPr>
            <a:spLocks noGrp="1"/>
          </p:cNvSpPr>
          <p:nvPr>
            <p:ph type="sldNum" sz="quarter" idx="12"/>
          </p:nvPr>
        </p:nvSpPr>
        <p:spPr/>
        <p:txBody>
          <a:bodyPr/>
          <a:lstStyle/>
          <a:p>
            <a:fld id="{4DE73524-A7CF-344A-9299-788DC528628D}" type="slidenum">
              <a:rPr lang="en-US" smtClean="0"/>
              <a:t>‹#›</a:t>
            </a:fld>
            <a:endParaRPr lang="en-US"/>
          </a:p>
        </p:txBody>
      </p:sp>
    </p:spTree>
    <p:extLst>
      <p:ext uri="{BB962C8B-B14F-4D97-AF65-F5344CB8AC3E}">
        <p14:creationId xmlns:p14="http://schemas.microsoft.com/office/powerpoint/2010/main" val="10522121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B94BA9-ACF8-ABA1-A9C6-325A99D80CEC}"/>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B138A25A-736F-7B07-76D7-45593F1CCE3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7FA4773-F6B7-ABBA-8490-4208EF1EDDB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CCCBB204-493D-8FCE-3C4A-F5EDF2677FCF}"/>
              </a:ext>
            </a:extLst>
          </p:cNvPr>
          <p:cNvSpPr>
            <a:spLocks noGrp="1"/>
          </p:cNvSpPr>
          <p:nvPr>
            <p:ph type="dt" sz="half" idx="10"/>
          </p:nvPr>
        </p:nvSpPr>
        <p:spPr/>
        <p:txBody>
          <a:bodyPr/>
          <a:lstStyle/>
          <a:p>
            <a:fld id="{063DCC53-4B32-F44B-97BE-EF828FC9A383}" type="datetimeFigureOut">
              <a:rPr lang="en-US" smtClean="0"/>
              <a:t>2/9/26</a:t>
            </a:fld>
            <a:endParaRPr lang="en-US"/>
          </a:p>
        </p:txBody>
      </p:sp>
      <p:sp>
        <p:nvSpPr>
          <p:cNvPr id="6" name="Footer Placeholder 5">
            <a:extLst>
              <a:ext uri="{FF2B5EF4-FFF2-40B4-BE49-F238E27FC236}">
                <a16:creationId xmlns:a16="http://schemas.microsoft.com/office/drawing/2014/main" id="{226299C0-2274-2E50-6935-AC3163EA826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4F0548C-2DDF-309E-BA14-1EA5A114C232}"/>
              </a:ext>
            </a:extLst>
          </p:cNvPr>
          <p:cNvSpPr>
            <a:spLocks noGrp="1"/>
          </p:cNvSpPr>
          <p:nvPr>
            <p:ph type="sldNum" sz="quarter" idx="12"/>
          </p:nvPr>
        </p:nvSpPr>
        <p:spPr/>
        <p:txBody>
          <a:bodyPr/>
          <a:lstStyle/>
          <a:p>
            <a:fld id="{4DE73524-A7CF-344A-9299-788DC528628D}" type="slidenum">
              <a:rPr lang="en-US" smtClean="0"/>
              <a:t>‹#›</a:t>
            </a:fld>
            <a:endParaRPr lang="en-US"/>
          </a:p>
        </p:txBody>
      </p:sp>
    </p:spTree>
    <p:extLst>
      <p:ext uri="{BB962C8B-B14F-4D97-AF65-F5344CB8AC3E}">
        <p14:creationId xmlns:p14="http://schemas.microsoft.com/office/powerpoint/2010/main" val="14210836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AFD372-66F4-31B1-DE92-BF110CA3EC70}"/>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268E5A17-1D1C-242A-0F72-E196B90E526C}"/>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BF3B585-D4A2-92F4-6759-89DE9C655881}"/>
              </a:ext>
            </a:extLst>
          </p:cNvPr>
          <p:cNvSpPr>
            <a:spLocks noGrp="1"/>
          </p:cNvSpPr>
          <p:nvPr>
            <p:ph type="dt" sz="half" idx="10"/>
          </p:nvPr>
        </p:nvSpPr>
        <p:spPr/>
        <p:txBody>
          <a:bodyPr/>
          <a:lstStyle/>
          <a:p>
            <a:fld id="{063DCC53-4B32-F44B-97BE-EF828FC9A383}" type="datetimeFigureOut">
              <a:rPr lang="en-US" smtClean="0"/>
              <a:t>2/9/26</a:t>
            </a:fld>
            <a:endParaRPr lang="en-US"/>
          </a:p>
        </p:txBody>
      </p:sp>
      <p:sp>
        <p:nvSpPr>
          <p:cNvPr id="5" name="Footer Placeholder 4">
            <a:extLst>
              <a:ext uri="{FF2B5EF4-FFF2-40B4-BE49-F238E27FC236}">
                <a16:creationId xmlns:a16="http://schemas.microsoft.com/office/drawing/2014/main" id="{4CAA60D9-8C75-F2A7-87AC-1FD7E443DD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0FE9EE6-84AA-1D50-AC63-77D0FA058A5A}"/>
              </a:ext>
            </a:extLst>
          </p:cNvPr>
          <p:cNvSpPr>
            <a:spLocks noGrp="1"/>
          </p:cNvSpPr>
          <p:nvPr>
            <p:ph type="sldNum" sz="quarter" idx="12"/>
          </p:nvPr>
        </p:nvSpPr>
        <p:spPr/>
        <p:txBody>
          <a:bodyPr/>
          <a:lstStyle/>
          <a:p>
            <a:fld id="{4DE73524-A7CF-344A-9299-788DC528628D}" type="slidenum">
              <a:rPr lang="en-US" smtClean="0"/>
              <a:t>‹#›</a:t>
            </a:fld>
            <a:endParaRPr lang="en-US"/>
          </a:p>
        </p:txBody>
      </p:sp>
    </p:spTree>
    <p:extLst>
      <p:ext uri="{BB962C8B-B14F-4D97-AF65-F5344CB8AC3E}">
        <p14:creationId xmlns:p14="http://schemas.microsoft.com/office/powerpoint/2010/main" val="7047687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1A2A51F-592E-00BC-FAE3-70C535CBDF9D}"/>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47DABD5A-5CD0-DC9E-9E53-703ACA354E6C}"/>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E8BC53DD-CECC-7CFC-CDFD-FBCAD6FA0726}"/>
              </a:ext>
            </a:extLst>
          </p:cNvPr>
          <p:cNvSpPr>
            <a:spLocks noGrp="1"/>
          </p:cNvSpPr>
          <p:nvPr>
            <p:ph type="dt" sz="half" idx="10"/>
          </p:nvPr>
        </p:nvSpPr>
        <p:spPr/>
        <p:txBody>
          <a:bodyPr/>
          <a:lstStyle/>
          <a:p>
            <a:fld id="{063DCC53-4B32-F44B-97BE-EF828FC9A383}" type="datetimeFigureOut">
              <a:rPr lang="en-US" smtClean="0"/>
              <a:t>2/9/26</a:t>
            </a:fld>
            <a:endParaRPr lang="en-US"/>
          </a:p>
        </p:txBody>
      </p:sp>
      <p:sp>
        <p:nvSpPr>
          <p:cNvPr id="5" name="Footer Placeholder 4">
            <a:extLst>
              <a:ext uri="{FF2B5EF4-FFF2-40B4-BE49-F238E27FC236}">
                <a16:creationId xmlns:a16="http://schemas.microsoft.com/office/drawing/2014/main" id="{1DC5ECD9-3F0D-444D-9169-CF532AA8440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6235272-1BF2-9C6A-98C6-61D9867AC7B7}"/>
              </a:ext>
            </a:extLst>
          </p:cNvPr>
          <p:cNvSpPr>
            <a:spLocks noGrp="1"/>
          </p:cNvSpPr>
          <p:nvPr>
            <p:ph type="sldNum" sz="quarter" idx="12"/>
          </p:nvPr>
        </p:nvSpPr>
        <p:spPr/>
        <p:txBody>
          <a:bodyPr/>
          <a:lstStyle/>
          <a:p>
            <a:fld id="{4DE73524-A7CF-344A-9299-788DC528628D}" type="slidenum">
              <a:rPr lang="en-US" smtClean="0"/>
              <a:t>‹#›</a:t>
            </a:fld>
            <a:endParaRPr lang="en-US"/>
          </a:p>
        </p:txBody>
      </p:sp>
    </p:spTree>
    <p:extLst>
      <p:ext uri="{BB962C8B-B14F-4D97-AF65-F5344CB8AC3E}">
        <p14:creationId xmlns:p14="http://schemas.microsoft.com/office/powerpoint/2010/main" val="7971069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31C6A9F-35BD-01E9-B0BD-2DEA2026893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8F84E282-DC56-E6C8-87C9-75640A65AF8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A96F442-C335-6583-E106-7254CE29D4D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63DCC53-4B32-F44B-97BE-EF828FC9A383}" type="datetimeFigureOut">
              <a:rPr lang="en-US" smtClean="0"/>
              <a:t>2/9/26</a:t>
            </a:fld>
            <a:endParaRPr lang="en-US"/>
          </a:p>
        </p:txBody>
      </p:sp>
      <p:sp>
        <p:nvSpPr>
          <p:cNvPr id="5" name="Footer Placeholder 4">
            <a:extLst>
              <a:ext uri="{FF2B5EF4-FFF2-40B4-BE49-F238E27FC236}">
                <a16:creationId xmlns:a16="http://schemas.microsoft.com/office/drawing/2014/main" id="{6CF03453-2093-1CF0-3025-7DEBE5881E3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711B0FE-DBF7-EEE2-CC30-69D6B35BC4F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DE73524-A7CF-344A-9299-788DC528628D}" type="slidenum">
              <a:rPr lang="en-US" smtClean="0"/>
              <a:t>‹#›</a:t>
            </a:fld>
            <a:endParaRPr lang="en-US"/>
          </a:p>
        </p:txBody>
      </p:sp>
    </p:spTree>
    <p:extLst>
      <p:ext uri="{BB962C8B-B14F-4D97-AF65-F5344CB8AC3E}">
        <p14:creationId xmlns:p14="http://schemas.microsoft.com/office/powerpoint/2010/main" val="29544865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7.xml"/><Relationship Id="rId1" Type="http://schemas.openxmlformats.org/officeDocument/2006/relationships/video" Target="https://www.youtube.com/embed/3iLUls6Z_tw?feature=oembed" TargetMode="External"/><Relationship Id="rId4" Type="http://schemas.openxmlformats.org/officeDocument/2006/relationships/image" Target="../media/image8.jpe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7.xml"/><Relationship Id="rId5" Type="http://schemas.openxmlformats.org/officeDocument/2006/relationships/image" Target="../media/image12.jpeg"/><Relationship Id="rId4" Type="http://schemas.openxmlformats.org/officeDocument/2006/relationships/image" Target="../media/image11.jp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14.jpe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7.xml"/><Relationship Id="rId1" Type="http://schemas.openxmlformats.org/officeDocument/2006/relationships/slideLayout" Target="../slideLayouts/slideLayout7.xml"/><Relationship Id="rId4" Type="http://schemas.openxmlformats.org/officeDocument/2006/relationships/image" Target="../media/image24.PNG"/></Relationships>
</file>

<file path=ppt/slides/_rels/slide3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57.xml"/><Relationship Id="rId1" Type="http://schemas.openxmlformats.org/officeDocument/2006/relationships/slideLayout" Target="../slideLayouts/slideLayout7.xml"/><Relationship Id="rId4" Type="http://schemas.openxmlformats.org/officeDocument/2006/relationships/image" Target="../media/image24.PNG"/></Relationships>
</file>

<file path=ppt/slides/_rels/slide5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8.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76.xml"/><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77.xml"/><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80.xml"/><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81.xml"/><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82.xml"/><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83.xml"/><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85.xml"/><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86.xml"/><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87.xml"/><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88.xml"/><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89.xml"/><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90.xml"/><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92.xml"/><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93.xml"/><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94.xml"/><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95.xml"/><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97.xml"/><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98.xml"/><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99.xml"/><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100.xml"/><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02.xml"/><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103.xml"/><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104.xml"/><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105.xml"/><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106.xml"/><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107.xml"/><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110.xml"/><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111.xml"/><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112.xml"/><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113.xml"/><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114.xml"/><Relationship Id="rId1" Type="http://schemas.openxmlformats.org/officeDocument/2006/relationships/slideLayout" Target="../slideLayouts/slideLayout7.xml"/><Relationship Id="rId4" Type="http://schemas.openxmlformats.org/officeDocument/2006/relationships/image" Target="../media/image64.PNG"/></Relationships>
</file>

<file path=ppt/slides/_rels/slide115.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115.xml"/><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116.xml"/><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117.xml"/><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118.xml"/><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120.xml"/><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121.xml"/><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122.xml"/><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124.xml"/><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125.xml"/><Relationship Id="rId1" Type="http://schemas.openxmlformats.org/officeDocument/2006/relationships/slideLayout" Target="../slideLayouts/slideLayout7.xml"/><Relationship Id="rId5" Type="http://schemas.openxmlformats.org/officeDocument/2006/relationships/image" Target="../media/image75.PNG"/><Relationship Id="rId4" Type="http://schemas.openxmlformats.org/officeDocument/2006/relationships/image" Target="../media/image74.PNG"/></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126.xml"/><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27.xml"/><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128.xml"/><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129.xml"/><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130.xml"/><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131.xml"/><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132.xml"/><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133.xml"/><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134.xml"/><Relationship Id="rId1" Type="http://schemas.openxmlformats.org/officeDocument/2006/relationships/slideLayout" Target="../slideLayouts/slideLayout7.xml"/><Relationship Id="rId4" Type="http://schemas.openxmlformats.org/officeDocument/2006/relationships/image" Target="../media/image82.png"/></Relationships>
</file>

<file path=ppt/slides/_rels/slide135.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135.xml"/><Relationship Id="rId1" Type="http://schemas.openxmlformats.org/officeDocument/2006/relationships/slideLayout" Target="../slideLayouts/slideLayout7.xml"/><Relationship Id="rId4" Type="http://schemas.openxmlformats.org/officeDocument/2006/relationships/image" Target="../media/image84.png"/></Relationships>
</file>

<file path=ppt/slides/_rels/slide136.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136.xml"/><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137.xml"/><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138.xml"/><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139.xml"/><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140.xml"/><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141.xml"/><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142.xml"/><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143.xml"/><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144.xml"/><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145.xml"/><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notesSlide" Target="../notesSlides/notesSlide146.xml"/><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147.xml"/><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notesSlide" Target="../notesSlides/notesSlide148.xml"/><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notesSlide" Target="../notesSlides/notesSlide149.xml"/><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150.xml"/><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151.xml"/><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152.xml"/><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notesSlide" Target="../notesSlides/notesSlide153.xml"/><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154.xml"/><Relationship Id="rId1" Type="http://schemas.openxmlformats.org/officeDocument/2006/relationships/slideLayout" Target="../slideLayouts/slideLayout7.xml"/><Relationship Id="rId4" Type="http://schemas.openxmlformats.org/officeDocument/2006/relationships/image" Target="../media/image101.PNG"/></Relationships>
</file>

<file path=ppt/slides/_rels/slide155.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notesSlide" Target="../notesSlides/notesSlide155.xml"/><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notesSlide" Target="../notesSlides/notesSlide156.xml"/><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notesSlide" Target="../notesSlides/notesSlide157.xml"/><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notesSlide" Target="../notesSlides/notesSlide158.xml"/><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2" Type="http://schemas.openxmlformats.org/officeDocument/2006/relationships/notesSlide" Target="../notesSlides/notesSlide159.xml"/><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notesSlide" Target="../notesSlides/notesSlide160.xml"/><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notesSlide" Target="../notesSlides/notesSlide161.xml"/><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notesSlide" Target="../notesSlides/notesSlide162.xml"/><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notesSlide" Target="../notesSlides/notesSlide163.xml"/><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2" Type="http://schemas.openxmlformats.org/officeDocument/2006/relationships/notesSlide" Target="../notesSlides/notesSlide164.xml"/><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165.xml"/><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notesSlide" Target="../notesSlides/notesSlide166.xml"/><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notesSlide" Target="../notesSlides/notesSlide167.xml"/><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3" Type="http://schemas.openxmlformats.org/officeDocument/2006/relationships/image" Target="../media/image113.jpeg"/><Relationship Id="rId2" Type="http://schemas.openxmlformats.org/officeDocument/2006/relationships/notesSlide" Target="../notesSlides/notesSlide168.xml"/><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notesSlide" Target="../notesSlides/notesSlide169.xml"/><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notesSlide" Target="../notesSlides/notesSlide170.xml"/><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notesSlide" Target="../notesSlides/notesSlide171.xml"/><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2" Type="http://schemas.openxmlformats.org/officeDocument/2006/relationships/notesSlide" Target="../notesSlides/notesSlide172.xml"/><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notesSlide" Target="../notesSlides/notesSlide173.xml"/><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notesSlide" Target="../notesSlides/notesSlide174.xml"/><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5.xml"/><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6.xml"/><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notesSlide" Target="../notesSlides/notesSlide177.xml"/><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178.xml"/><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notesSlide" Target="../notesSlides/notesSlide179.xml"/><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2" Type="http://schemas.openxmlformats.org/officeDocument/2006/relationships/notesSlide" Target="../notesSlides/notesSlide180.xml"/><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2" Type="http://schemas.openxmlformats.org/officeDocument/2006/relationships/notesSlide" Target="../notesSlides/notesSlide181.xml"/><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notesSlide" Target="../notesSlides/notesSlide182.xml"/><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notesSlide" Target="../notesSlides/notesSlide183.xml"/><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3" Type="http://schemas.openxmlformats.org/officeDocument/2006/relationships/image" Target="../media/image124.png"/><Relationship Id="rId2" Type="http://schemas.openxmlformats.org/officeDocument/2006/relationships/notesSlide" Target="../notesSlides/notesSlide184.xml"/><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3" Type="http://schemas.openxmlformats.org/officeDocument/2006/relationships/image" Target="../media/image125.png"/><Relationship Id="rId2" Type="http://schemas.openxmlformats.org/officeDocument/2006/relationships/notesSlide" Target="../notesSlides/notesSlide185.xml"/><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3" Type="http://schemas.openxmlformats.org/officeDocument/2006/relationships/image" Target="../media/image126.png"/><Relationship Id="rId2" Type="http://schemas.openxmlformats.org/officeDocument/2006/relationships/notesSlide" Target="../notesSlides/notesSlide186.xml"/><Relationship Id="rId1" Type="http://schemas.openxmlformats.org/officeDocument/2006/relationships/slideLayout" Target="../slideLayouts/slideLayout7.xml"/><Relationship Id="rId4" Type="http://schemas.openxmlformats.org/officeDocument/2006/relationships/image" Target="../media/image127.png"/></Relationships>
</file>

<file path=ppt/slides/_rels/slide187.xml.rels><?xml version="1.0" encoding="UTF-8" standalone="yes"?>
<Relationships xmlns="http://schemas.openxmlformats.org/package/2006/relationships"><Relationship Id="rId3" Type="http://schemas.openxmlformats.org/officeDocument/2006/relationships/image" Target="../media/image128.png"/><Relationship Id="rId2" Type="http://schemas.openxmlformats.org/officeDocument/2006/relationships/notesSlide" Target="../notesSlides/notesSlide187.xml"/><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3" Type="http://schemas.openxmlformats.org/officeDocument/2006/relationships/image" Target="../media/image129.png"/><Relationship Id="rId2" Type="http://schemas.openxmlformats.org/officeDocument/2006/relationships/notesSlide" Target="../notesSlides/notesSlide188.xml"/><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notesSlide" Target="../notesSlides/notesSlide189.xml"/><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3" Type="http://schemas.openxmlformats.org/officeDocument/2006/relationships/image" Target="../media/image131.png"/><Relationship Id="rId2" Type="http://schemas.openxmlformats.org/officeDocument/2006/relationships/notesSlide" Target="../notesSlides/notesSlide190.xml"/><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3" Type="http://schemas.openxmlformats.org/officeDocument/2006/relationships/image" Target="../media/image132.png"/><Relationship Id="rId2" Type="http://schemas.openxmlformats.org/officeDocument/2006/relationships/notesSlide" Target="../notesSlides/notesSlide191.xml"/><Relationship Id="rId1" Type="http://schemas.openxmlformats.org/officeDocument/2006/relationships/slideLayout" Target="../slideLayouts/slideLayout7.xml"/></Relationships>
</file>

<file path=ppt/slides/_rels/slide192.xml.rels><?xml version="1.0" encoding="UTF-8" standalone="yes"?>
<Relationships xmlns="http://schemas.openxmlformats.org/package/2006/relationships"><Relationship Id="rId3" Type="http://schemas.openxmlformats.org/officeDocument/2006/relationships/image" Target="../media/image133.png"/><Relationship Id="rId2" Type="http://schemas.openxmlformats.org/officeDocument/2006/relationships/notesSlide" Target="../notesSlides/notesSlide192.xml"/><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3" Type="http://schemas.openxmlformats.org/officeDocument/2006/relationships/image" Target="../media/image134.png"/><Relationship Id="rId2" Type="http://schemas.openxmlformats.org/officeDocument/2006/relationships/notesSlide" Target="../notesSlides/notesSlide193.xml"/><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2" Type="http://schemas.openxmlformats.org/officeDocument/2006/relationships/notesSlide" Target="../notesSlides/notesSlide194.xml"/><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2" Type="http://schemas.openxmlformats.org/officeDocument/2006/relationships/notesSlide" Target="../notesSlides/notesSlide195.xml"/><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3" Type="http://schemas.openxmlformats.org/officeDocument/2006/relationships/image" Target="../media/image135.PNG"/><Relationship Id="rId2" Type="http://schemas.openxmlformats.org/officeDocument/2006/relationships/notesSlide" Target="../notesSlides/notesSlide196.xml"/><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3" Type="http://schemas.openxmlformats.org/officeDocument/2006/relationships/image" Target="../media/image136.PNG"/><Relationship Id="rId2" Type="http://schemas.openxmlformats.org/officeDocument/2006/relationships/notesSlide" Target="../notesSlides/notesSlide197.xml"/><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3" Type="http://schemas.openxmlformats.org/officeDocument/2006/relationships/image" Target="../media/image137.PNG"/><Relationship Id="rId2" Type="http://schemas.openxmlformats.org/officeDocument/2006/relationships/notesSlide" Target="../notesSlides/notesSlide198.xml"/><Relationship Id="rId1" Type="http://schemas.openxmlformats.org/officeDocument/2006/relationships/slideLayout" Target="../slideLayouts/slideLayout7.xml"/></Relationships>
</file>

<file path=ppt/slides/_rels/slide199.xml.rels><?xml version="1.0" encoding="UTF-8" standalone="yes"?>
<Relationships xmlns="http://schemas.openxmlformats.org/package/2006/relationships"><Relationship Id="rId3" Type="http://schemas.openxmlformats.org/officeDocument/2006/relationships/image" Target="../media/image138.png"/><Relationship Id="rId2" Type="http://schemas.openxmlformats.org/officeDocument/2006/relationships/notesSlide" Target="../notesSlides/notesSlide199.xml"/><Relationship Id="rId1" Type="http://schemas.openxmlformats.org/officeDocument/2006/relationships/slideLayout" Target="../slideLayouts/slideLayout7.xml"/></Relationships>
</file>

<file path=ppt/slides/_rels/slide200.xml.rels><?xml version="1.0" encoding="UTF-8" standalone="yes"?>
<Relationships xmlns="http://schemas.openxmlformats.org/package/2006/relationships"><Relationship Id="rId3" Type="http://schemas.openxmlformats.org/officeDocument/2006/relationships/image" Target="../media/image139.PNG"/><Relationship Id="rId2" Type="http://schemas.openxmlformats.org/officeDocument/2006/relationships/notesSlide" Target="../notesSlides/notesSlide200.xml"/><Relationship Id="rId1" Type="http://schemas.openxmlformats.org/officeDocument/2006/relationships/slideLayout" Target="../slideLayouts/slideLayout7.xml"/></Relationships>
</file>

<file path=ppt/slides/_rels/slide201.xml.rels><?xml version="1.0" encoding="UTF-8" standalone="yes"?>
<Relationships xmlns="http://schemas.openxmlformats.org/package/2006/relationships"><Relationship Id="rId2" Type="http://schemas.openxmlformats.org/officeDocument/2006/relationships/notesSlide" Target="../notesSlides/notesSlide201.xml"/><Relationship Id="rId1" Type="http://schemas.openxmlformats.org/officeDocument/2006/relationships/slideLayout" Target="../slideLayouts/slideLayout7.xml"/></Relationships>
</file>

<file path=ppt/slides/_rels/slide202.xml.rels><?xml version="1.0" encoding="UTF-8" standalone="yes"?>
<Relationships xmlns="http://schemas.openxmlformats.org/package/2006/relationships"><Relationship Id="rId3" Type="http://schemas.openxmlformats.org/officeDocument/2006/relationships/image" Target="../media/image139.PNG"/><Relationship Id="rId2" Type="http://schemas.openxmlformats.org/officeDocument/2006/relationships/notesSlide" Target="../notesSlides/notesSlide202.xml"/><Relationship Id="rId1" Type="http://schemas.openxmlformats.org/officeDocument/2006/relationships/slideLayout" Target="../slideLayouts/slideLayout7.xml"/></Relationships>
</file>

<file path=ppt/slides/_rels/slide203.xml.rels><?xml version="1.0" encoding="UTF-8" standalone="yes"?>
<Relationships xmlns="http://schemas.openxmlformats.org/package/2006/relationships"><Relationship Id="rId2" Type="http://schemas.openxmlformats.org/officeDocument/2006/relationships/notesSlide" Target="../notesSlides/notesSlide203.xml"/><Relationship Id="rId1" Type="http://schemas.openxmlformats.org/officeDocument/2006/relationships/slideLayout" Target="../slideLayouts/slideLayout7.xml"/></Relationships>
</file>

<file path=ppt/slides/_rels/slide204.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notesSlide" Target="../notesSlides/notesSlide204.xml"/><Relationship Id="rId1" Type="http://schemas.openxmlformats.org/officeDocument/2006/relationships/slideLayout" Target="../slideLayouts/slideLayout7.xml"/></Relationships>
</file>

<file path=ppt/slides/_rels/slide205.xml.rels><?xml version="1.0" encoding="UTF-8" standalone="yes"?>
<Relationships xmlns="http://schemas.openxmlformats.org/package/2006/relationships"><Relationship Id="rId3" Type="http://schemas.openxmlformats.org/officeDocument/2006/relationships/image" Target="../media/image141.png"/><Relationship Id="rId2" Type="http://schemas.openxmlformats.org/officeDocument/2006/relationships/notesSlide" Target="../notesSlides/notesSlide205.xml"/><Relationship Id="rId1" Type="http://schemas.openxmlformats.org/officeDocument/2006/relationships/slideLayout" Target="../slideLayouts/slideLayout7.xml"/></Relationships>
</file>

<file path=ppt/slides/_rels/slide206.xml.rels><?xml version="1.0" encoding="UTF-8" standalone="yes"?>
<Relationships xmlns="http://schemas.openxmlformats.org/package/2006/relationships"><Relationship Id="rId3" Type="http://schemas.openxmlformats.org/officeDocument/2006/relationships/image" Target="../media/image142.PNG"/><Relationship Id="rId2" Type="http://schemas.openxmlformats.org/officeDocument/2006/relationships/notesSlide" Target="../notesSlides/notesSlide206.xml"/><Relationship Id="rId1" Type="http://schemas.openxmlformats.org/officeDocument/2006/relationships/slideLayout" Target="../slideLayouts/slideLayout7.xml"/></Relationships>
</file>

<file path=ppt/slides/_rels/slide207.xml.rels><?xml version="1.0" encoding="UTF-8" standalone="yes"?>
<Relationships xmlns="http://schemas.openxmlformats.org/package/2006/relationships"><Relationship Id="rId3" Type="http://schemas.openxmlformats.org/officeDocument/2006/relationships/image" Target="../media/image143.png"/><Relationship Id="rId2" Type="http://schemas.openxmlformats.org/officeDocument/2006/relationships/notesSlide" Target="../notesSlides/notesSlide207.xml"/><Relationship Id="rId1" Type="http://schemas.openxmlformats.org/officeDocument/2006/relationships/slideLayout" Target="../slideLayouts/slideLayout7.xml"/></Relationships>
</file>

<file path=ppt/slides/_rels/slide208.xml.rels><?xml version="1.0" encoding="UTF-8" standalone="yes"?>
<Relationships xmlns="http://schemas.openxmlformats.org/package/2006/relationships"><Relationship Id="rId2" Type="http://schemas.openxmlformats.org/officeDocument/2006/relationships/notesSlide" Target="../notesSlides/notesSlide208.xml"/><Relationship Id="rId1" Type="http://schemas.openxmlformats.org/officeDocument/2006/relationships/slideLayout" Target="../slideLayouts/slideLayout7.xml"/></Relationships>
</file>

<file path=ppt/slides/_rels/slide209.xml.rels><?xml version="1.0" encoding="UTF-8" standalone="yes"?>
<Relationships xmlns="http://schemas.openxmlformats.org/package/2006/relationships"><Relationship Id="rId3" Type="http://schemas.openxmlformats.org/officeDocument/2006/relationships/image" Target="../media/image144.PNG"/><Relationship Id="rId2" Type="http://schemas.openxmlformats.org/officeDocument/2006/relationships/notesSlide" Target="../notesSlides/notesSlide209.xml"/><Relationship Id="rId1" Type="http://schemas.openxmlformats.org/officeDocument/2006/relationships/slideLayout" Target="../slideLayouts/slideLayout7.xml"/></Relationships>
</file>

<file path=ppt/slides/_rels/slide210.xml.rels><?xml version="1.0" encoding="UTF-8" standalone="yes"?>
<Relationships xmlns="http://schemas.openxmlformats.org/package/2006/relationships"><Relationship Id="rId3" Type="http://schemas.openxmlformats.org/officeDocument/2006/relationships/image" Target="../media/image145.png"/><Relationship Id="rId2" Type="http://schemas.openxmlformats.org/officeDocument/2006/relationships/notesSlide" Target="../notesSlides/notesSlide210.xml"/><Relationship Id="rId1" Type="http://schemas.openxmlformats.org/officeDocument/2006/relationships/slideLayout" Target="../slideLayouts/slideLayout7.xml"/></Relationships>
</file>

<file path=ppt/slides/_rels/slide211.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211.xml"/><Relationship Id="rId1" Type="http://schemas.openxmlformats.org/officeDocument/2006/relationships/slideLayout" Target="../slideLayouts/slideLayout7.xml"/></Relationships>
</file>

<file path=ppt/slides/_rels/slide212.xml.rels><?xml version="1.0" encoding="UTF-8" standalone="yes"?>
<Relationships xmlns="http://schemas.openxmlformats.org/package/2006/relationships"><Relationship Id="rId3" Type="http://schemas.openxmlformats.org/officeDocument/2006/relationships/image" Target="../media/image147.png"/><Relationship Id="rId2" Type="http://schemas.openxmlformats.org/officeDocument/2006/relationships/notesSlide" Target="../notesSlides/notesSlide212.xml"/><Relationship Id="rId1" Type="http://schemas.openxmlformats.org/officeDocument/2006/relationships/slideLayout" Target="../slideLayouts/slideLayout7.xml"/></Relationships>
</file>

<file path=ppt/slides/_rels/slide213.xml.rels><?xml version="1.0" encoding="UTF-8" standalone="yes"?>
<Relationships xmlns="http://schemas.openxmlformats.org/package/2006/relationships"><Relationship Id="rId3" Type="http://schemas.openxmlformats.org/officeDocument/2006/relationships/image" Target="../media/image148.png"/><Relationship Id="rId2" Type="http://schemas.openxmlformats.org/officeDocument/2006/relationships/notesSlide" Target="../notesSlides/notesSlide213.xml"/><Relationship Id="rId1" Type="http://schemas.openxmlformats.org/officeDocument/2006/relationships/slideLayout" Target="../slideLayouts/slideLayout7.xml"/><Relationship Id="rId4" Type="http://schemas.openxmlformats.org/officeDocument/2006/relationships/image" Target="../media/image149.png"/></Relationships>
</file>

<file path=ppt/slides/_rels/slide214.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notesSlide" Target="../notesSlides/notesSlide214.xml"/><Relationship Id="rId1" Type="http://schemas.openxmlformats.org/officeDocument/2006/relationships/slideLayout" Target="../slideLayouts/slideLayout7.xml"/></Relationships>
</file>

<file path=ppt/slides/_rels/slide215.xml.rels><?xml version="1.0" encoding="UTF-8" standalone="yes"?>
<Relationships xmlns="http://schemas.openxmlformats.org/package/2006/relationships"><Relationship Id="rId3" Type="http://schemas.openxmlformats.org/officeDocument/2006/relationships/image" Target="../media/image151.png"/><Relationship Id="rId2" Type="http://schemas.openxmlformats.org/officeDocument/2006/relationships/notesSlide" Target="../notesSlides/notesSlide215.xml"/><Relationship Id="rId1" Type="http://schemas.openxmlformats.org/officeDocument/2006/relationships/slideLayout" Target="../slideLayouts/slideLayout7.xml"/></Relationships>
</file>

<file path=ppt/slides/_rels/slide216.xml.rels><?xml version="1.0" encoding="UTF-8" standalone="yes"?>
<Relationships xmlns="http://schemas.openxmlformats.org/package/2006/relationships"><Relationship Id="rId2" Type="http://schemas.openxmlformats.org/officeDocument/2006/relationships/notesSlide" Target="../notesSlides/notesSlide216.xml"/><Relationship Id="rId1" Type="http://schemas.openxmlformats.org/officeDocument/2006/relationships/slideLayout" Target="../slideLayouts/slideLayout7.xml"/></Relationships>
</file>

<file path=ppt/slides/_rels/slide217.xml.rels><?xml version="1.0" encoding="UTF-8" standalone="yes"?>
<Relationships xmlns="http://schemas.openxmlformats.org/package/2006/relationships"><Relationship Id="rId3" Type="http://schemas.openxmlformats.org/officeDocument/2006/relationships/image" Target="../media/image152.png"/><Relationship Id="rId2" Type="http://schemas.openxmlformats.org/officeDocument/2006/relationships/notesSlide" Target="../notesSlides/notesSlide217.xml"/><Relationship Id="rId1" Type="http://schemas.openxmlformats.org/officeDocument/2006/relationships/slideLayout" Target="../slideLayouts/slideLayout7.xml"/></Relationships>
</file>

<file path=ppt/slides/_rels/slide218.xml.rels><?xml version="1.0" encoding="UTF-8" standalone="yes"?>
<Relationships xmlns="http://schemas.openxmlformats.org/package/2006/relationships"><Relationship Id="rId3" Type="http://schemas.openxmlformats.org/officeDocument/2006/relationships/image" Target="../media/image153.png"/><Relationship Id="rId2" Type="http://schemas.openxmlformats.org/officeDocument/2006/relationships/notesSlide" Target="../notesSlides/notesSlide218.xml"/><Relationship Id="rId1" Type="http://schemas.openxmlformats.org/officeDocument/2006/relationships/slideLayout" Target="../slideLayouts/slideLayout7.xml"/></Relationships>
</file>

<file path=ppt/slides/_rels/slide219.xml.rels><?xml version="1.0" encoding="UTF-8" standalone="yes"?>
<Relationships xmlns="http://schemas.openxmlformats.org/package/2006/relationships"><Relationship Id="rId3" Type="http://schemas.openxmlformats.org/officeDocument/2006/relationships/image" Target="../media/image154.png"/><Relationship Id="rId2" Type="http://schemas.openxmlformats.org/officeDocument/2006/relationships/notesSlide" Target="../notesSlides/notesSlide219.xml"/><Relationship Id="rId1" Type="http://schemas.openxmlformats.org/officeDocument/2006/relationships/slideLayout" Target="../slideLayouts/slideLayout7.xml"/></Relationships>
</file>

<file path=ppt/slides/_rels/slide220.xml.rels><?xml version="1.0" encoding="UTF-8" standalone="yes"?>
<Relationships xmlns="http://schemas.openxmlformats.org/package/2006/relationships"><Relationship Id="rId3" Type="http://schemas.openxmlformats.org/officeDocument/2006/relationships/image" Target="../media/image155.png"/><Relationship Id="rId2" Type="http://schemas.openxmlformats.org/officeDocument/2006/relationships/notesSlide" Target="../notesSlides/notesSlide220.xml"/><Relationship Id="rId1" Type="http://schemas.openxmlformats.org/officeDocument/2006/relationships/slideLayout" Target="../slideLayouts/slideLayout7.xml"/></Relationships>
</file>

<file path=ppt/slides/_rels/slide221.xml.rels><?xml version="1.0" encoding="UTF-8" standalone="yes"?>
<Relationships xmlns="http://schemas.openxmlformats.org/package/2006/relationships"><Relationship Id="rId3" Type="http://schemas.openxmlformats.org/officeDocument/2006/relationships/image" Target="../media/image156.png"/><Relationship Id="rId2" Type="http://schemas.openxmlformats.org/officeDocument/2006/relationships/notesSlide" Target="../notesSlides/notesSlide221.xml"/><Relationship Id="rId1" Type="http://schemas.openxmlformats.org/officeDocument/2006/relationships/slideLayout" Target="../slideLayouts/slideLayout7.xml"/></Relationships>
</file>

<file path=ppt/slides/_rels/slide222.xml.rels><?xml version="1.0" encoding="UTF-8" standalone="yes"?>
<Relationships xmlns="http://schemas.openxmlformats.org/package/2006/relationships"><Relationship Id="rId3" Type="http://schemas.openxmlformats.org/officeDocument/2006/relationships/image" Target="../media/image157.png"/><Relationship Id="rId2" Type="http://schemas.openxmlformats.org/officeDocument/2006/relationships/notesSlide" Target="../notesSlides/notesSlide222.xml"/><Relationship Id="rId1" Type="http://schemas.openxmlformats.org/officeDocument/2006/relationships/slideLayout" Target="../slideLayouts/slideLayout7.xml"/></Relationships>
</file>

<file path=ppt/slides/_rels/slide223.xml.rels><?xml version="1.0" encoding="UTF-8" standalone="yes"?>
<Relationships xmlns="http://schemas.openxmlformats.org/package/2006/relationships"><Relationship Id="rId2" Type="http://schemas.openxmlformats.org/officeDocument/2006/relationships/notesSlide" Target="../notesSlides/notesSlide223.xml"/><Relationship Id="rId1" Type="http://schemas.openxmlformats.org/officeDocument/2006/relationships/slideLayout" Target="../slideLayouts/slideLayout7.xml"/></Relationships>
</file>

<file path=ppt/slides/_rels/slide224.xml.rels><?xml version="1.0" encoding="UTF-8" standalone="yes"?>
<Relationships xmlns="http://schemas.openxmlformats.org/package/2006/relationships"><Relationship Id="rId3" Type="http://schemas.openxmlformats.org/officeDocument/2006/relationships/image" Target="../media/image158.PNG"/><Relationship Id="rId2" Type="http://schemas.openxmlformats.org/officeDocument/2006/relationships/notesSlide" Target="../notesSlides/notesSlide224.xml"/><Relationship Id="rId1" Type="http://schemas.openxmlformats.org/officeDocument/2006/relationships/slideLayout" Target="../slideLayouts/slideLayout7.xml"/></Relationships>
</file>

<file path=ppt/slides/_rels/slide225.xml.rels><?xml version="1.0" encoding="UTF-8" standalone="yes"?>
<Relationships xmlns="http://schemas.openxmlformats.org/package/2006/relationships"><Relationship Id="rId3" Type="http://schemas.openxmlformats.org/officeDocument/2006/relationships/image" Target="../media/image159.png"/><Relationship Id="rId2" Type="http://schemas.openxmlformats.org/officeDocument/2006/relationships/notesSlide" Target="../notesSlides/notesSlide225.xml"/><Relationship Id="rId1" Type="http://schemas.openxmlformats.org/officeDocument/2006/relationships/slideLayout" Target="../slideLayouts/slideLayout7.xml"/></Relationships>
</file>

<file path=ppt/slides/_rels/slide226.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notesSlide" Target="../notesSlides/notesSlide226.xml"/><Relationship Id="rId1" Type="http://schemas.openxmlformats.org/officeDocument/2006/relationships/slideLayout" Target="../slideLayouts/slideLayout7.xml"/></Relationships>
</file>

<file path=ppt/slides/_rels/slide227.xml.rels><?xml version="1.0" encoding="UTF-8" standalone="yes"?>
<Relationships xmlns="http://schemas.openxmlformats.org/package/2006/relationships"><Relationship Id="rId3" Type="http://schemas.openxmlformats.org/officeDocument/2006/relationships/image" Target="../media/image161.png"/><Relationship Id="rId2" Type="http://schemas.openxmlformats.org/officeDocument/2006/relationships/notesSlide" Target="../notesSlides/notesSlide227.xml"/><Relationship Id="rId1" Type="http://schemas.openxmlformats.org/officeDocument/2006/relationships/slideLayout" Target="../slideLayouts/slideLayout7.xml"/></Relationships>
</file>

<file path=ppt/slides/_rels/slide228.xml.rels><?xml version="1.0" encoding="UTF-8" standalone="yes"?>
<Relationships xmlns="http://schemas.openxmlformats.org/package/2006/relationships"><Relationship Id="rId3" Type="http://schemas.openxmlformats.org/officeDocument/2006/relationships/image" Target="../media/image162.png"/><Relationship Id="rId2" Type="http://schemas.openxmlformats.org/officeDocument/2006/relationships/notesSlide" Target="../notesSlides/notesSlide22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92"/>
        <p:cNvGrpSpPr/>
        <p:nvPr/>
      </p:nvGrpSpPr>
      <p:grpSpPr>
        <a:xfrm>
          <a:off x="0" y="0"/>
          <a:ext cx="0" cy="0"/>
          <a:chOff x="0" y="0"/>
          <a:chExt cx="0" cy="0"/>
        </a:xfrm>
      </p:grpSpPr>
      <p:grpSp>
        <p:nvGrpSpPr>
          <p:cNvPr id="393" name="Google Shape;393;p11"/>
          <p:cNvGrpSpPr/>
          <p:nvPr/>
        </p:nvGrpSpPr>
        <p:grpSpPr>
          <a:xfrm>
            <a:off x="324042" y="217287"/>
            <a:ext cx="11543917" cy="6302879"/>
            <a:chOff x="0" y="-241102"/>
            <a:chExt cx="23087835" cy="12605759"/>
          </a:xfrm>
        </p:grpSpPr>
        <p:grpSp>
          <p:nvGrpSpPr>
            <p:cNvPr id="394" name="Google Shape;394;p11"/>
            <p:cNvGrpSpPr/>
            <p:nvPr/>
          </p:nvGrpSpPr>
          <p:grpSpPr>
            <a:xfrm>
              <a:off x="0" y="-241102"/>
              <a:ext cx="23069216" cy="12605759"/>
              <a:chOff x="0" y="-47625"/>
              <a:chExt cx="4556882" cy="2490026"/>
            </a:xfrm>
          </p:grpSpPr>
          <p:sp>
            <p:nvSpPr>
              <p:cNvPr id="395" name="Google Shape;395;p11"/>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396" name="Google Shape;396;p11"/>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397" name="Google Shape;397;p11"/>
            <p:cNvGrpSpPr/>
            <p:nvPr/>
          </p:nvGrpSpPr>
          <p:grpSpPr>
            <a:xfrm>
              <a:off x="18619" y="-241102"/>
              <a:ext cx="23069216" cy="12605759"/>
              <a:chOff x="0" y="-47625"/>
              <a:chExt cx="4556882" cy="2490026"/>
            </a:xfrm>
          </p:grpSpPr>
          <p:sp>
            <p:nvSpPr>
              <p:cNvPr id="398" name="Google Shape;398;p11"/>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399" name="Google Shape;399;p11"/>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cxnSp>
          <p:nvCxnSpPr>
            <p:cNvPr id="400" name="Google Shape;400;p11"/>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401" name="Google Shape;401;p11"/>
            <p:cNvGrpSpPr/>
            <p:nvPr/>
          </p:nvGrpSpPr>
          <p:grpSpPr>
            <a:xfrm>
              <a:off x="318466" y="201915"/>
              <a:ext cx="394763" cy="394763"/>
              <a:chOff x="0" y="0"/>
              <a:chExt cx="812800" cy="812800"/>
            </a:xfrm>
          </p:grpSpPr>
          <p:sp>
            <p:nvSpPr>
              <p:cNvPr id="402" name="Google Shape;402;p11"/>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403" name="Google Shape;403;p11"/>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404" name="Google Shape;404;p11"/>
            <p:cNvGrpSpPr/>
            <p:nvPr/>
          </p:nvGrpSpPr>
          <p:grpSpPr>
            <a:xfrm>
              <a:off x="989083" y="201915"/>
              <a:ext cx="394763" cy="394763"/>
              <a:chOff x="0" y="0"/>
              <a:chExt cx="812800" cy="812800"/>
            </a:xfrm>
          </p:grpSpPr>
          <p:sp>
            <p:nvSpPr>
              <p:cNvPr id="405" name="Google Shape;405;p11"/>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406" name="Google Shape;406;p11"/>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407" name="Google Shape;407;p11"/>
            <p:cNvGrpSpPr/>
            <p:nvPr/>
          </p:nvGrpSpPr>
          <p:grpSpPr>
            <a:xfrm>
              <a:off x="1663247" y="201915"/>
              <a:ext cx="394763" cy="394763"/>
              <a:chOff x="0" y="0"/>
              <a:chExt cx="812800" cy="812800"/>
            </a:xfrm>
          </p:grpSpPr>
          <p:sp>
            <p:nvSpPr>
              <p:cNvPr id="408" name="Google Shape;408;p11"/>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409" name="Google Shape;409;p11"/>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410" name="Google Shape;410;p11"/>
          <p:cNvGrpSpPr/>
          <p:nvPr/>
        </p:nvGrpSpPr>
        <p:grpSpPr>
          <a:xfrm>
            <a:off x="685800" y="3224101"/>
            <a:ext cx="6760657" cy="1109065"/>
            <a:chOff x="0" y="-47625"/>
            <a:chExt cx="2296627" cy="474365"/>
          </a:xfrm>
        </p:grpSpPr>
        <p:sp>
          <p:nvSpPr>
            <p:cNvPr id="411" name="Google Shape;411;p11"/>
            <p:cNvSpPr/>
            <p:nvPr/>
          </p:nvSpPr>
          <p:spPr>
            <a:xfrm>
              <a:off x="0" y="0"/>
              <a:ext cx="2296627" cy="426740"/>
            </a:xfrm>
            <a:custGeom>
              <a:avLst/>
              <a:gdLst/>
              <a:ahLst/>
              <a:cxnLst/>
              <a:rect l="l" t="t" r="r" b="b"/>
              <a:pathLst>
                <a:path w="2296627" h="426740" extrusionOk="0">
                  <a:moveTo>
                    <a:pt x="18297" y="0"/>
                  </a:moveTo>
                  <a:lnTo>
                    <a:pt x="2278331" y="0"/>
                  </a:lnTo>
                  <a:cubicBezTo>
                    <a:pt x="2283183" y="0"/>
                    <a:pt x="2287837" y="1928"/>
                    <a:pt x="2291268" y="5359"/>
                  </a:cubicBezTo>
                  <a:cubicBezTo>
                    <a:pt x="2294699" y="8790"/>
                    <a:pt x="2296627" y="13444"/>
                    <a:pt x="2296627" y="18297"/>
                  </a:cubicBezTo>
                  <a:lnTo>
                    <a:pt x="2296627" y="408444"/>
                  </a:lnTo>
                  <a:cubicBezTo>
                    <a:pt x="2296627" y="413296"/>
                    <a:pt x="2294699" y="417950"/>
                    <a:pt x="2291268" y="421381"/>
                  </a:cubicBezTo>
                  <a:cubicBezTo>
                    <a:pt x="2287837" y="424812"/>
                    <a:pt x="2283183" y="426740"/>
                    <a:pt x="2278331" y="426740"/>
                  </a:cubicBezTo>
                  <a:lnTo>
                    <a:pt x="18297" y="426740"/>
                  </a:lnTo>
                  <a:cubicBezTo>
                    <a:pt x="13444" y="426740"/>
                    <a:pt x="8790" y="424812"/>
                    <a:pt x="5359" y="421381"/>
                  </a:cubicBezTo>
                  <a:cubicBezTo>
                    <a:pt x="1928" y="417950"/>
                    <a:pt x="0" y="413296"/>
                    <a:pt x="0" y="408444"/>
                  </a:cubicBezTo>
                  <a:lnTo>
                    <a:pt x="0" y="18297"/>
                  </a:lnTo>
                  <a:cubicBezTo>
                    <a:pt x="0" y="13444"/>
                    <a:pt x="1928" y="8790"/>
                    <a:pt x="5359" y="5359"/>
                  </a:cubicBezTo>
                  <a:cubicBezTo>
                    <a:pt x="8790" y="1928"/>
                    <a:pt x="13444" y="0"/>
                    <a:pt x="18297" y="0"/>
                  </a:cubicBezTo>
                  <a:close/>
                </a:path>
              </a:pathLst>
            </a:custGeom>
            <a:solidFill>
              <a:srgbClr val="FF66C4"/>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412" name="Google Shape;412;p11"/>
            <p:cNvSpPr txBox="1"/>
            <p:nvPr/>
          </p:nvSpPr>
          <p:spPr>
            <a:xfrm>
              <a:off x="0" y="-47625"/>
              <a:ext cx="2296627" cy="47436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413" name="Google Shape;413;p11"/>
          <p:cNvGrpSpPr/>
          <p:nvPr/>
        </p:nvGrpSpPr>
        <p:grpSpPr>
          <a:xfrm>
            <a:off x="892402" y="3386930"/>
            <a:ext cx="6760657" cy="1109065"/>
            <a:chOff x="0" y="-47625"/>
            <a:chExt cx="2296627" cy="474365"/>
          </a:xfrm>
        </p:grpSpPr>
        <p:sp>
          <p:nvSpPr>
            <p:cNvPr id="414" name="Google Shape;414;p11"/>
            <p:cNvSpPr/>
            <p:nvPr/>
          </p:nvSpPr>
          <p:spPr>
            <a:xfrm>
              <a:off x="0" y="0"/>
              <a:ext cx="2296627" cy="426740"/>
            </a:xfrm>
            <a:custGeom>
              <a:avLst/>
              <a:gdLst/>
              <a:ahLst/>
              <a:cxnLst/>
              <a:rect l="l" t="t" r="r" b="b"/>
              <a:pathLst>
                <a:path w="2296627" h="426740" extrusionOk="0">
                  <a:moveTo>
                    <a:pt x="20584" y="0"/>
                  </a:moveTo>
                  <a:lnTo>
                    <a:pt x="2276043" y="0"/>
                  </a:lnTo>
                  <a:cubicBezTo>
                    <a:pt x="2287412" y="0"/>
                    <a:pt x="2296627" y="9216"/>
                    <a:pt x="2296627" y="20584"/>
                  </a:cubicBezTo>
                  <a:lnTo>
                    <a:pt x="2296627" y="406157"/>
                  </a:lnTo>
                  <a:cubicBezTo>
                    <a:pt x="2296627" y="411616"/>
                    <a:pt x="2294458" y="416851"/>
                    <a:pt x="2290598" y="420711"/>
                  </a:cubicBezTo>
                  <a:cubicBezTo>
                    <a:pt x="2286738" y="424571"/>
                    <a:pt x="2281503" y="426740"/>
                    <a:pt x="2276043" y="426740"/>
                  </a:cubicBezTo>
                  <a:lnTo>
                    <a:pt x="20584" y="426740"/>
                  </a:lnTo>
                  <a:cubicBezTo>
                    <a:pt x="15124" y="426740"/>
                    <a:pt x="9889" y="424571"/>
                    <a:pt x="6029" y="420711"/>
                  </a:cubicBezTo>
                  <a:cubicBezTo>
                    <a:pt x="2169" y="416851"/>
                    <a:pt x="0" y="411616"/>
                    <a:pt x="0" y="406157"/>
                  </a:cubicBezTo>
                  <a:lnTo>
                    <a:pt x="0" y="20584"/>
                  </a:lnTo>
                  <a:cubicBezTo>
                    <a:pt x="0" y="15124"/>
                    <a:pt x="2169" y="9889"/>
                    <a:pt x="6029" y="6029"/>
                  </a:cubicBezTo>
                  <a:cubicBezTo>
                    <a:pt x="9889" y="2169"/>
                    <a:pt x="15124" y="0"/>
                    <a:pt x="20584"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415" name="Google Shape;415;p11"/>
            <p:cNvSpPr txBox="1"/>
            <p:nvPr/>
          </p:nvSpPr>
          <p:spPr>
            <a:xfrm>
              <a:off x="0" y="-47625"/>
              <a:ext cx="2296627" cy="47436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416" name="Google Shape;416;p11"/>
          <p:cNvSpPr txBox="1"/>
          <p:nvPr/>
        </p:nvSpPr>
        <p:spPr>
          <a:xfrm>
            <a:off x="1206701" y="3603400"/>
            <a:ext cx="7495199" cy="738664"/>
          </a:xfrm>
          <a:prstGeom prst="rect">
            <a:avLst/>
          </a:prstGeom>
          <a:noFill/>
          <a:ln>
            <a:noFill/>
          </a:ln>
        </p:spPr>
        <p:txBody>
          <a:bodyPr spcFirstLastPara="1" wrap="square" lIns="0" tIns="0" rIns="0" bIns="0" anchor="t" anchorCtr="0">
            <a:spAutoFit/>
          </a:bodyPr>
          <a:lstStyle/>
          <a:p>
            <a:pPr defTabSz="609630">
              <a:lnSpc>
                <a:spcPct val="120012"/>
              </a:lnSpc>
              <a:buClr>
                <a:srgbClr val="000000"/>
              </a:buClr>
            </a:pPr>
            <a:r>
              <a:rPr lang="en-US" sz="4000" kern="0" dirty="0">
                <a:solidFill>
                  <a:srgbClr val="FFFFFF"/>
                </a:solidFill>
                <a:latin typeface="Courier"/>
                <a:cs typeface="Arial"/>
                <a:sym typeface="Courier"/>
              </a:rPr>
              <a:t>Welcome Aboard!</a:t>
            </a:r>
            <a:endParaRPr sz="4000" kern="0" dirty="0">
              <a:solidFill>
                <a:srgbClr val="000000"/>
              </a:solidFill>
              <a:latin typeface="Arial"/>
              <a:cs typeface="Arial"/>
              <a:sym typeface="Arial"/>
            </a:endParaRPr>
          </a:p>
        </p:txBody>
      </p:sp>
      <p:grpSp>
        <p:nvGrpSpPr>
          <p:cNvPr id="417" name="Google Shape;417;p11"/>
          <p:cNvGrpSpPr/>
          <p:nvPr/>
        </p:nvGrpSpPr>
        <p:grpSpPr>
          <a:xfrm>
            <a:off x="8629280" y="3250358"/>
            <a:ext cx="2658117" cy="1438493"/>
            <a:chOff x="0" y="-170167"/>
            <a:chExt cx="5316233" cy="2876985"/>
          </a:xfrm>
        </p:grpSpPr>
        <p:grpSp>
          <p:nvGrpSpPr>
            <p:cNvPr id="418" name="Google Shape;418;p11"/>
            <p:cNvGrpSpPr/>
            <p:nvPr/>
          </p:nvGrpSpPr>
          <p:grpSpPr>
            <a:xfrm>
              <a:off x="2412048" y="2135388"/>
              <a:ext cx="2904185" cy="571430"/>
              <a:chOff x="0" y="-47625"/>
              <a:chExt cx="812800" cy="159927"/>
            </a:xfrm>
          </p:grpSpPr>
          <p:sp>
            <p:nvSpPr>
              <p:cNvPr id="419" name="Google Shape;419;p11"/>
              <p:cNvSpPr/>
              <p:nvPr/>
            </p:nvSpPr>
            <p:spPr>
              <a:xfrm>
                <a:off x="0" y="0"/>
                <a:ext cx="812800" cy="112302"/>
              </a:xfrm>
              <a:custGeom>
                <a:avLst/>
                <a:gdLst/>
                <a:ahLst/>
                <a:cxnLst/>
                <a:rect l="l" t="t" r="r" b="b"/>
                <a:pathLst>
                  <a:path w="812800" h="112302" extrusionOk="0">
                    <a:moveTo>
                      <a:pt x="56151" y="0"/>
                    </a:moveTo>
                    <a:lnTo>
                      <a:pt x="756649" y="0"/>
                    </a:lnTo>
                    <a:cubicBezTo>
                      <a:pt x="771541" y="0"/>
                      <a:pt x="785823" y="5916"/>
                      <a:pt x="796354" y="16446"/>
                    </a:cubicBezTo>
                    <a:cubicBezTo>
                      <a:pt x="806884" y="26977"/>
                      <a:pt x="812800" y="41259"/>
                      <a:pt x="812800" y="56151"/>
                    </a:cubicBezTo>
                    <a:lnTo>
                      <a:pt x="812800" y="56151"/>
                    </a:lnTo>
                    <a:cubicBezTo>
                      <a:pt x="812800" y="87162"/>
                      <a:pt x="787660" y="112302"/>
                      <a:pt x="756649" y="112302"/>
                    </a:cubicBezTo>
                    <a:lnTo>
                      <a:pt x="56151" y="112302"/>
                    </a:lnTo>
                    <a:cubicBezTo>
                      <a:pt x="41259" y="112302"/>
                      <a:pt x="26977" y="106386"/>
                      <a:pt x="16446" y="95856"/>
                    </a:cubicBezTo>
                    <a:cubicBezTo>
                      <a:pt x="5916" y="85326"/>
                      <a:pt x="0" y="71043"/>
                      <a:pt x="0" y="56151"/>
                    </a:cubicBezTo>
                    <a:lnTo>
                      <a:pt x="0" y="56151"/>
                    </a:lnTo>
                    <a:cubicBezTo>
                      <a:pt x="0" y="41259"/>
                      <a:pt x="5916" y="26977"/>
                      <a:pt x="16446" y="16446"/>
                    </a:cubicBezTo>
                    <a:cubicBezTo>
                      <a:pt x="26977" y="5916"/>
                      <a:pt x="41259" y="0"/>
                      <a:pt x="56151" y="0"/>
                    </a:cubicBezTo>
                    <a:close/>
                  </a:path>
                </a:pathLst>
              </a:custGeom>
              <a:solidFill>
                <a:srgbClr val="8C52FF"/>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420" name="Google Shape;420;p11"/>
              <p:cNvSpPr txBox="1"/>
              <p:nvPr/>
            </p:nvSpPr>
            <p:spPr>
              <a:xfrm>
                <a:off x="0" y="-47625"/>
                <a:ext cx="812800" cy="159927"/>
              </a:xfrm>
              <a:prstGeom prst="rect">
                <a:avLst/>
              </a:prstGeom>
              <a:noFill/>
              <a:ln>
                <a:noFill/>
              </a:ln>
            </p:spPr>
            <p:txBody>
              <a:bodyPr spcFirstLastPara="1" wrap="square" lIns="33867" tIns="33867" rIns="33867" bIns="33867" anchor="ctr" anchorCtr="0">
                <a:noAutofit/>
              </a:bodyPr>
              <a:lstStyle/>
              <a:p>
                <a:pPr algn="ctr" defTabSz="609630">
                  <a:lnSpc>
                    <a:spcPct val="186666"/>
                  </a:lnSpc>
                  <a:buClr>
                    <a:srgbClr val="000000"/>
                  </a:buClr>
                </a:pPr>
                <a:endParaRPr sz="1200" kern="0">
                  <a:solidFill>
                    <a:srgbClr val="000000"/>
                  </a:solidFill>
                  <a:latin typeface="Calibri"/>
                  <a:ea typeface="Calibri"/>
                  <a:cs typeface="Calibri"/>
                  <a:sym typeface="Calibri"/>
                </a:endParaRPr>
              </a:p>
            </p:txBody>
          </p:sp>
        </p:grpSp>
        <p:grpSp>
          <p:nvGrpSpPr>
            <p:cNvPr id="421" name="Google Shape;421;p11"/>
            <p:cNvGrpSpPr/>
            <p:nvPr/>
          </p:nvGrpSpPr>
          <p:grpSpPr>
            <a:xfrm>
              <a:off x="2040342" y="1367368"/>
              <a:ext cx="3275891" cy="571430"/>
              <a:chOff x="0" y="-47625"/>
              <a:chExt cx="916830" cy="159927"/>
            </a:xfrm>
          </p:grpSpPr>
          <p:sp>
            <p:nvSpPr>
              <p:cNvPr id="422" name="Google Shape;422;p11"/>
              <p:cNvSpPr/>
              <p:nvPr/>
            </p:nvSpPr>
            <p:spPr>
              <a:xfrm>
                <a:off x="0" y="0"/>
                <a:ext cx="916830" cy="112302"/>
              </a:xfrm>
              <a:custGeom>
                <a:avLst/>
                <a:gdLst/>
                <a:ahLst/>
                <a:cxnLst/>
                <a:rect l="l" t="t" r="r" b="b"/>
                <a:pathLst>
                  <a:path w="916830" h="112302" extrusionOk="0">
                    <a:moveTo>
                      <a:pt x="56151" y="0"/>
                    </a:moveTo>
                    <a:lnTo>
                      <a:pt x="860679" y="0"/>
                    </a:lnTo>
                    <a:cubicBezTo>
                      <a:pt x="891690" y="0"/>
                      <a:pt x="916830" y="25140"/>
                      <a:pt x="916830" y="56151"/>
                    </a:cubicBezTo>
                    <a:lnTo>
                      <a:pt x="916830" y="56151"/>
                    </a:lnTo>
                    <a:cubicBezTo>
                      <a:pt x="916830" y="71043"/>
                      <a:pt x="910914" y="85326"/>
                      <a:pt x="900384" y="95856"/>
                    </a:cubicBezTo>
                    <a:cubicBezTo>
                      <a:pt x="889853" y="106386"/>
                      <a:pt x="875571" y="112302"/>
                      <a:pt x="860679" y="112302"/>
                    </a:cubicBezTo>
                    <a:lnTo>
                      <a:pt x="56151" y="112302"/>
                    </a:lnTo>
                    <a:cubicBezTo>
                      <a:pt x="41259" y="112302"/>
                      <a:pt x="26977" y="106386"/>
                      <a:pt x="16446" y="95856"/>
                    </a:cubicBezTo>
                    <a:cubicBezTo>
                      <a:pt x="5916" y="85326"/>
                      <a:pt x="0" y="71043"/>
                      <a:pt x="0" y="56151"/>
                    </a:cubicBezTo>
                    <a:lnTo>
                      <a:pt x="0" y="56151"/>
                    </a:lnTo>
                    <a:cubicBezTo>
                      <a:pt x="0" y="41259"/>
                      <a:pt x="5916" y="26977"/>
                      <a:pt x="16446" y="16446"/>
                    </a:cubicBezTo>
                    <a:cubicBezTo>
                      <a:pt x="26977" y="5916"/>
                      <a:pt x="41259" y="0"/>
                      <a:pt x="56151" y="0"/>
                    </a:cubicBezTo>
                    <a:close/>
                  </a:path>
                </a:pathLst>
              </a:custGeom>
              <a:solidFill>
                <a:srgbClr val="FF66C4"/>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423" name="Google Shape;423;p11"/>
              <p:cNvSpPr txBox="1"/>
              <p:nvPr/>
            </p:nvSpPr>
            <p:spPr>
              <a:xfrm>
                <a:off x="0" y="-47625"/>
                <a:ext cx="916830" cy="159927"/>
              </a:xfrm>
              <a:prstGeom prst="rect">
                <a:avLst/>
              </a:prstGeom>
              <a:noFill/>
              <a:ln>
                <a:noFill/>
              </a:ln>
            </p:spPr>
            <p:txBody>
              <a:bodyPr spcFirstLastPara="1" wrap="square" lIns="33867" tIns="33867" rIns="33867" bIns="33867" anchor="ctr" anchorCtr="0">
                <a:noAutofit/>
              </a:bodyPr>
              <a:lstStyle/>
              <a:p>
                <a:pPr algn="ctr" defTabSz="609630">
                  <a:lnSpc>
                    <a:spcPct val="186666"/>
                  </a:lnSpc>
                  <a:buClr>
                    <a:srgbClr val="000000"/>
                  </a:buClr>
                </a:pPr>
                <a:endParaRPr sz="1200" kern="0">
                  <a:solidFill>
                    <a:srgbClr val="000000"/>
                  </a:solidFill>
                  <a:latin typeface="Calibri"/>
                  <a:ea typeface="Calibri"/>
                  <a:cs typeface="Calibri"/>
                  <a:sym typeface="Calibri"/>
                </a:endParaRPr>
              </a:p>
            </p:txBody>
          </p:sp>
        </p:grpSp>
        <p:grpSp>
          <p:nvGrpSpPr>
            <p:cNvPr id="424" name="Google Shape;424;p11"/>
            <p:cNvGrpSpPr/>
            <p:nvPr/>
          </p:nvGrpSpPr>
          <p:grpSpPr>
            <a:xfrm>
              <a:off x="1295218" y="-170167"/>
              <a:ext cx="1640385" cy="571430"/>
              <a:chOff x="0" y="-47625"/>
              <a:chExt cx="459098" cy="159927"/>
            </a:xfrm>
          </p:grpSpPr>
          <p:sp>
            <p:nvSpPr>
              <p:cNvPr id="425" name="Google Shape;425;p11"/>
              <p:cNvSpPr/>
              <p:nvPr/>
            </p:nvSpPr>
            <p:spPr>
              <a:xfrm>
                <a:off x="0" y="0"/>
                <a:ext cx="459098" cy="112302"/>
              </a:xfrm>
              <a:custGeom>
                <a:avLst/>
                <a:gdLst/>
                <a:ahLst/>
                <a:cxnLst/>
                <a:rect l="l" t="t" r="r" b="b"/>
                <a:pathLst>
                  <a:path w="459098" h="112302" extrusionOk="0">
                    <a:moveTo>
                      <a:pt x="56151" y="0"/>
                    </a:moveTo>
                    <a:lnTo>
                      <a:pt x="402947" y="0"/>
                    </a:lnTo>
                    <a:cubicBezTo>
                      <a:pt x="433958" y="0"/>
                      <a:pt x="459098" y="25140"/>
                      <a:pt x="459098" y="56151"/>
                    </a:cubicBezTo>
                    <a:lnTo>
                      <a:pt x="459098" y="56151"/>
                    </a:lnTo>
                    <a:cubicBezTo>
                      <a:pt x="459098" y="71043"/>
                      <a:pt x="453182" y="85326"/>
                      <a:pt x="442651" y="95856"/>
                    </a:cubicBezTo>
                    <a:cubicBezTo>
                      <a:pt x="432121" y="106386"/>
                      <a:pt x="417839" y="112302"/>
                      <a:pt x="402947" y="112302"/>
                    </a:cubicBezTo>
                    <a:lnTo>
                      <a:pt x="56151" y="112302"/>
                    </a:lnTo>
                    <a:cubicBezTo>
                      <a:pt x="41259" y="112302"/>
                      <a:pt x="26977" y="106386"/>
                      <a:pt x="16446" y="95856"/>
                    </a:cubicBezTo>
                    <a:cubicBezTo>
                      <a:pt x="5916" y="85326"/>
                      <a:pt x="0" y="71043"/>
                      <a:pt x="0" y="56151"/>
                    </a:cubicBezTo>
                    <a:lnTo>
                      <a:pt x="0" y="56151"/>
                    </a:lnTo>
                    <a:cubicBezTo>
                      <a:pt x="0" y="41259"/>
                      <a:pt x="5916" y="26977"/>
                      <a:pt x="16446" y="16446"/>
                    </a:cubicBezTo>
                    <a:cubicBezTo>
                      <a:pt x="26977" y="5916"/>
                      <a:pt x="41259" y="0"/>
                      <a:pt x="56151" y="0"/>
                    </a:cubicBezTo>
                    <a:close/>
                  </a:path>
                </a:pathLst>
              </a:custGeom>
              <a:solidFill>
                <a:srgbClr val="8C52FF"/>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426" name="Google Shape;426;p11"/>
              <p:cNvSpPr txBox="1"/>
              <p:nvPr/>
            </p:nvSpPr>
            <p:spPr>
              <a:xfrm>
                <a:off x="0" y="-47625"/>
                <a:ext cx="459098" cy="159927"/>
              </a:xfrm>
              <a:prstGeom prst="rect">
                <a:avLst/>
              </a:prstGeom>
              <a:noFill/>
              <a:ln>
                <a:noFill/>
              </a:ln>
            </p:spPr>
            <p:txBody>
              <a:bodyPr spcFirstLastPara="1" wrap="square" lIns="33867" tIns="33867" rIns="33867" bIns="33867" anchor="ctr" anchorCtr="0">
                <a:noAutofit/>
              </a:bodyPr>
              <a:lstStyle/>
              <a:p>
                <a:pPr algn="ctr" defTabSz="609630">
                  <a:lnSpc>
                    <a:spcPct val="186666"/>
                  </a:lnSpc>
                  <a:buClr>
                    <a:srgbClr val="000000"/>
                  </a:buClr>
                </a:pPr>
                <a:endParaRPr sz="1200" kern="0">
                  <a:solidFill>
                    <a:srgbClr val="000000"/>
                  </a:solidFill>
                  <a:latin typeface="Calibri"/>
                  <a:ea typeface="Calibri"/>
                  <a:cs typeface="Calibri"/>
                  <a:sym typeface="Calibri"/>
                </a:endParaRPr>
              </a:p>
            </p:txBody>
          </p:sp>
        </p:grpSp>
        <p:grpSp>
          <p:nvGrpSpPr>
            <p:cNvPr id="427" name="Google Shape;427;p11"/>
            <p:cNvGrpSpPr/>
            <p:nvPr/>
          </p:nvGrpSpPr>
          <p:grpSpPr>
            <a:xfrm>
              <a:off x="3314762" y="598600"/>
              <a:ext cx="2001471" cy="571430"/>
              <a:chOff x="0" y="-47625"/>
              <a:chExt cx="560156" cy="159927"/>
            </a:xfrm>
          </p:grpSpPr>
          <p:sp>
            <p:nvSpPr>
              <p:cNvPr id="428" name="Google Shape;428;p11"/>
              <p:cNvSpPr/>
              <p:nvPr/>
            </p:nvSpPr>
            <p:spPr>
              <a:xfrm>
                <a:off x="0" y="0"/>
                <a:ext cx="560156" cy="112302"/>
              </a:xfrm>
              <a:custGeom>
                <a:avLst/>
                <a:gdLst/>
                <a:ahLst/>
                <a:cxnLst/>
                <a:rect l="l" t="t" r="r" b="b"/>
                <a:pathLst>
                  <a:path w="560156" h="112302" extrusionOk="0">
                    <a:moveTo>
                      <a:pt x="56151" y="0"/>
                    </a:moveTo>
                    <a:lnTo>
                      <a:pt x="504004" y="0"/>
                    </a:lnTo>
                    <a:cubicBezTo>
                      <a:pt x="518897" y="0"/>
                      <a:pt x="533179" y="5916"/>
                      <a:pt x="543709" y="16446"/>
                    </a:cubicBezTo>
                    <a:cubicBezTo>
                      <a:pt x="554240" y="26977"/>
                      <a:pt x="560156" y="41259"/>
                      <a:pt x="560156" y="56151"/>
                    </a:cubicBezTo>
                    <a:lnTo>
                      <a:pt x="560156" y="56151"/>
                    </a:lnTo>
                    <a:cubicBezTo>
                      <a:pt x="560156" y="87162"/>
                      <a:pt x="535016" y="112302"/>
                      <a:pt x="504004" y="112302"/>
                    </a:cubicBezTo>
                    <a:lnTo>
                      <a:pt x="56151" y="112302"/>
                    </a:lnTo>
                    <a:cubicBezTo>
                      <a:pt x="41259" y="112302"/>
                      <a:pt x="26977" y="106386"/>
                      <a:pt x="16446" y="95856"/>
                    </a:cubicBezTo>
                    <a:cubicBezTo>
                      <a:pt x="5916" y="85326"/>
                      <a:pt x="0" y="71043"/>
                      <a:pt x="0" y="56151"/>
                    </a:cubicBezTo>
                    <a:lnTo>
                      <a:pt x="0" y="56151"/>
                    </a:lnTo>
                    <a:cubicBezTo>
                      <a:pt x="0" y="41259"/>
                      <a:pt x="5916" y="26977"/>
                      <a:pt x="16446" y="16446"/>
                    </a:cubicBezTo>
                    <a:cubicBezTo>
                      <a:pt x="26977" y="5916"/>
                      <a:pt x="41259" y="0"/>
                      <a:pt x="56151" y="0"/>
                    </a:cubicBezTo>
                    <a:close/>
                  </a:path>
                </a:pathLst>
              </a:custGeom>
              <a:solidFill>
                <a:srgbClr val="3B3A3A"/>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429" name="Google Shape;429;p11"/>
              <p:cNvSpPr txBox="1"/>
              <p:nvPr/>
            </p:nvSpPr>
            <p:spPr>
              <a:xfrm>
                <a:off x="0" y="-47625"/>
                <a:ext cx="560156" cy="159927"/>
              </a:xfrm>
              <a:prstGeom prst="rect">
                <a:avLst/>
              </a:prstGeom>
              <a:noFill/>
              <a:ln>
                <a:noFill/>
              </a:ln>
            </p:spPr>
            <p:txBody>
              <a:bodyPr spcFirstLastPara="1" wrap="square" lIns="33867" tIns="33867" rIns="33867" bIns="33867" anchor="ctr" anchorCtr="0">
                <a:noAutofit/>
              </a:bodyPr>
              <a:lstStyle/>
              <a:p>
                <a:pPr algn="ctr" defTabSz="609630">
                  <a:lnSpc>
                    <a:spcPct val="186666"/>
                  </a:lnSpc>
                  <a:buClr>
                    <a:srgbClr val="000000"/>
                  </a:buClr>
                </a:pPr>
                <a:endParaRPr sz="1200" kern="0">
                  <a:solidFill>
                    <a:srgbClr val="000000"/>
                  </a:solidFill>
                  <a:latin typeface="Calibri"/>
                  <a:ea typeface="Calibri"/>
                  <a:cs typeface="Calibri"/>
                  <a:sym typeface="Calibri"/>
                </a:endParaRPr>
              </a:p>
            </p:txBody>
          </p:sp>
        </p:grpSp>
        <p:grpSp>
          <p:nvGrpSpPr>
            <p:cNvPr id="430" name="Google Shape;430;p11"/>
            <p:cNvGrpSpPr/>
            <p:nvPr/>
          </p:nvGrpSpPr>
          <p:grpSpPr>
            <a:xfrm>
              <a:off x="3983833" y="-170167"/>
              <a:ext cx="1332400" cy="571430"/>
              <a:chOff x="0" y="-47625"/>
              <a:chExt cx="372901" cy="159927"/>
            </a:xfrm>
          </p:grpSpPr>
          <p:sp>
            <p:nvSpPr>
              <p:cNvPr id="431" name="Google Shape;431;p11"/>
              <p:cNvSpPr/>
              <p:nvPr/>
            </p:nvSpPr>
            <p:spPr>
              <a:xfrm>
                <a:off x="0" y="0"/>
                <a:ext cx="372901" cy="112302"/>
              </a:xfrm>
              <a:custGeom>
                <a:avLst/>
                <a:gdLst/>
                <a:ahLst/>
                <a:cxnLst/>
                <a:rect l="l" t="t" r="r" b="b"/>
                <a:pathLst>
                  <a:path w="372901" h="112302" extrusionOk="0">
                    <a:moveTo>
                      <a:pt x="56151" y="0"/>
                    </a:moveTo>
                    <a:lnTo>
                      <a:pt x="316750" y="0"/>
                    </a:lnTo>
                    <a:cubicBezTo>
                      <a:pt x="347762" y="0"/>
                      <a:pt x="372901" y="25140"/>
                      <a:pt x="372901" y="56151"/>
                    </a:cubicBezTo>
                    <a:lnTo>
                      <a:pt x="372901" y="56151"/>
                    </a:lnTo>
                    <a:cubicBezTo>
                      <a:pt x="372901" y="71043"/>
                      <a:pt x="366985" y="85326"/>
                      <a:pt x="356455" y="95856"/>
                    </a:cubicBezTo>
                    <a:cubicBezTo>
                      <a:pt x="345925" y="106386"/>
                      <a:pt x="331642" y="112302"/>
                      <a:pt x="316750" y="112302"/>
                    </a:cubicBezTo>
                    <a:lnTo>
                      <a:pt x="56151" y="112302"/>
                    </a:lnTo>
                    <a:cubicBezTo>
                      <a:pt x="41259" y="112302"/>
                      <a:pt x="26977" y="106386"/>
                      <a:pt x="16446" y="95856"/>
                    </a:cubicBezTo>
                    <a:cubicBezTo>
                      <a:pt x="5916" y="85326"/>
                      <a:pt x="0" y="71043"/>
                      <a:pt x="0" y="56151"/>
                    </a:cubicBezTo>
                    <a:lnTo>
                      <a:pt x="0" y="56151"/>
                    </a:lnTo>
                    <a:cubicBezTo>
                      <a:pt x="0" y="41259"/>
                      <a:pt x="5916" y="26977"/>
                      <a:pt x="16446" y="16446"/>
                    </a:cubicBezTo>
                    <a:cubicBezTo>
                      <a:pt x="26977" y="5916"/>
                      <a:pt x="41259" y="0"/>
                      <a:pt x="56151" y="0"/>
                    </a:cubicBezTo>
                    <a:close/>
                  </a:path>
                </a:pathLst>
              </a:custGeom>
              <a:solidFill>
                <a:srgbClr val="3B3A3A"/>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432" name="Google Shape;432;p11"/>
              <p:cNvSpPr txBox="1"/>
              <p:nvPr/>
            </p:nvSpPr>
            <p:spPr>
              <a:xfrm>
                <a:off x="0" y="-47625"/>
                <a:ext cx="372901" cy="159927"/>
              </a:xfrm>
              <a:prstGeom prst="rect">
                <a:avLst/>
              </a:prstGeom>
              <a:noFill/>
              <a:ln>
                <a:noFill/>
              </a:ln>
            </p:spPr>
            <p:txBody>
              <a:bodyPr spcFirstLastPara="1" wrap="square" lIns="33867" tIns="33867" rIns="33867" bIns="33867" anchor="ctr" anchorCtr="0">
                <a:noAutofit/>
              </a:bodyPr>
              <a:lstStyle/>
              <a:p>
                <a:pPr algn="ctr" defTabSz="609630">
                  <a:lnSpc>
                    <a:spcPct val="186666"/>
                  </a:lnSpc>
                  <a:buClr>
                    <a:srgbClr val="000000"/>
                  </a:buClr>
                </a:pPr>
                <a:endParaRPr sz="1200" kern="0">
                  <a:solidFill>
                    <a:srgbClr val="000000"/>
                  </a:solidFill>
                  <a:latin typeface="Calibri"/>
                  <a:ea typeface="Calibri"/>
                  <a:cs typeface="Calibri"/>
                  <a:sym typeface="Calibri"/>
                </a:endParaRPr>
              </a:p>
            </p:txBody>
          </p:sp>
        </p:grpSp>
        <p:grpSp>
          <p:nvGrpSpPr>
            <p:cNvPr id="433" name="Google Shape;433;p11"/>
            <p:cNvGrpSpPr/>
            <p:nvPr/>
          </p:nvGrpSpPr>
          <p:grpSpPr>
            <a:xfrm>
              <a:off x="564138" y="1367368"/>
              <a:ext cx="1332400" cy="571430"/>
              <a:chOff x="0" y="-47625"/>
              <a:chExt cx="372901" cy="159927"/>
            </a:xfrm>
          </p:grpSpPr>
          <p:sp>
            <p:nvSpPr>
              <p:cNvPr id="434" name="Google Shape;434;p11"/>
              <p:cNvSpPr/>
              <p:nvPr/>
            </p:nvSpPr>
            <p:spPr>
              <a:xfrm>
                <a:off x="0" y="0"/>
                <a:ext cx="372901" cy="112302"/>
              </a:xfrm>
              <a:custGeom>
                <a:avLst/>
                <a:gdLst/>
                <a:ahLst/>
                <a:cxnLst/>
                <a:rect l="l" t="t" r="r" b="b"/>
                <a:pathLst>
                  <a:path w="372901" h="112302" extrusionOk="0">
                    <a:moveTo>
                      <a:pt x="56151" y="0"/>
                    </a:moveTo>
                    <a:lnTo>
                      <a:pt x="316750" y="0"/>
                    </a:lnTo>
                    <a:cubicBezTo>
                      <a:pt x="347762" y="0"/>
                      <a:pt x="372901" y="25140"/>
                      <a:pt x="372901" y="56151"/>
                    </a:cubicBezTo>
                    <a:lnTo>
                      <a:pt x="372901" y="56151"/>
                    </a:lnTo>
                    <a:cubicBezTo>
                      <a:pt x="372901" y="71043"/>
                      <a:pt x="366985" y="85326"/>
                      <a:pt x="356455" y="95856"/>
                    </a:cubicBezTo>
                    <a:cubicBezTo>
                      <a:pt x="345925" y="106386"/>
                      <a:pt x="331642" y="112302"/>
                      <a:pt x="316750" y="112302"/>
                    </a:cubicBezTo>
                    <a:lnTo>
                      <a:pt x="56151" y="112302"/>
                    </a:lnTo>
                    <a:cubicBezTo>
                      <a:pt x="41259" y="112302"/>
                      <a:pt x="26977" y="106386"/>
                      <a:pt x="16446" y="95856"/>
                    </a:cubicBezTo>
                    <a:cubicBezTo>
                      <a:pt x="5916" y="85326"/>
                      <a:pt x="0" y="71043"/>
                      <a:pt x="0" y="56151"/>
                    </a:cubicBezTo>
                    <a:lnTo>
                      <a:pt x="0" y="56151"/>
                    </a:lnTo>
                    <a:cubicBezTo>
                      <a:pt x="0" y="41259"/>
                      <a:pt x="5916" y="26977"/>
                      <a:pt x="16446" y="16446"/>
                    </a:cubicBezTo>
                    <a:cubicBezTo>
                      <a:pt x="26977" y="5916"/>
                      <a:pt x="41259" y="0"/>
                      <a:pt x="56151" y="0"/>
                    </a:cubicBezTo>
                    <a:close/>
                  </a:path>
                </a:pathLst>
              </a:custGeom>
              <a:solidFill>
                <a:srgbClr val="7ED957"/>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435" name="Google Shape;435;p11"/>
              <p:cNvSpPr txBox="1"/>
              <p:nvPr/>
            </p:nvSpPr>
            <p:spPr>
              <a:xfrm>
                <a:off x="0" y="-47625"/>
                <a:ext cx="372901" cy="159927"/>
              </a:xfrm>
              <a:prstGeom prst="rect">
                <a:avLst/>
              </a:prstGeom>
              <a:noFill/>
              <a:ln>
                <a:noFill/>
              </a:ln>
            </p:spPr>
            <p:txBody>
              <a:bodyPr spcFirstLastPara="1" wrap="square" lIns="33867" tIns="33867" rIns="33867" bIns="33867" anchor="ctr" anchorCtr="0">
                <a:noAutofit/>
              </a:bodyPr>
              <a:lstStyle/>
              <a:p>
                <a:pPr algn="ctr" defTabSz="609630">
                  <a:lnSpc>
                    <a:spcPct val="186666"/>
                  </a:lnSpc>
                  <a:buClr>
                    <a:srgbClr val="000000"/>
                  </a:buClr>
                </a:pPr>
                <a:endParaRPr sz="1200" kern="0">
                  <a:solidFill>
                    <a:srgbClr val="000000"/>
                  </a:solidFill>
                  <a:latin typeface="Calibri"/>
                  <a:ea typeface="Calibri"/>
                  <a:cs typeface="Calibri"/>
                  <a:sym typeface="Calibri"/>
                </a:endParaRPr>
              </a:p>
            </p:txBody>
          </p:sp>
        </p:grpSp>
        <p:grpSp>
          <p:nvGrpSpPr>
            <p:cNvPr id="436" name="Google Shape;436;p11"/>
            <p:cNvGrpSpPr/>
            <p:nvPr/>
          </p:nvGrpSpPr>
          <p:grpSpPr>
            <a:xfrm>
              <a:off x="946465" y="2135388"/>
              <a:ext cx="1332400" cy="571430"/>
              <a:chOff x="0" y="-47625"/>
              <a:chExt cx="372901" cy="159927"/>
            </a:xfrm>
          </p:grpSpPr>
          <p:sp>
            <p:nvSpPr>
              <p:cNvPr id="437" name="Google Shape;437;p11"/>
              <p:cNvSpPr/>
              <p:nvPr/>
            </p:nvSpPr>
            <p:spPr>
              <a:xfrm>
                <a:off x="0" y="0"/>
                <a:ext cx="372901" cy="112302"/>
              </a:xfrm>
              <a:custGeom>
                <a:avLst/>
                <a:gdLst/>
                <a:ahLst/>
                <a:cxnLst/>
                <a:rect l="l" t="t" r="r" b="b"/>
                <a:pathLst>
                  <a:path w="372901" h="112302" extrusionOk="0">
                    <a:moveTo>
                      <a:pt x="56151" y="0"/>
                    </a:moveTo>
                    <a:lnTo>
                      <a:pt x="316750" y="0"/>
                    </a:lnTo>
                    <a:cubicBezTo>
                      <a:pt x="347762" y="0"/>
                      <a:pt x="372901" y="25140"/>
                      <a:pt x="372901" y="56151"/>
                    </a:cubicBezTo>
                    <a:lnTo>
                      <a:pt x="372901" y="56151"/>
                    </a:lnTo>
                    <a:cubicBezTo>
                      <a:pt x="372901" y="71043"/>
                      <a:pt x="366985" y="85326"/>
                      <a:pt x="356455" y="95856"/>
                    </a:cubicBezTo>
                    <a:cubicBezTo>
                      <a:pt x="345925" y="106386"/>
                      <a:pt x="331642" y="112302"/>
                      <a:pt x="316750" y="112302"/>
                    </a:cubicBezTo>
                    <a:lnTo>
                      <a:pt x="56151" y="112302"/>
                    </a:lnTo>
                    <a:cubicBezTo>
                      <a:pt x="41259" y="112302"/>
                      <a:pt x="26977" y="106386"/>
                      <a:pt x="16446" y="95856"/>
                    </a:cubicBezTo>
                    <a:cubicBezTo>
                      <a:pt x="5916" y="85326"/>
                      <a:pt x="0" y="71043"/>
                      <a:pt x="0" y="56151"/>
                    </a:cubicBezTo>
                    <a:lnTo>
                      <a:pt x="0" y="56151"/>
                    </a:lnTo>
                    <a:cubicBezTo>
                      <a:pt x="0" y="41259"/>
                      <a:pt x="5916" y="26977"/>
                      <a:pt x="16446" y="16446"/>
                    </a:cubicBezTo>
                    <a:cubicBezTo>
                      <a:pt x="26977" y="5916"/>
                      <a:pt x="41259" y="0"/>
                      <a:pt x="56151" y="0"/>
                    </a:cubicBezTo>
                    <a:close/>
                  </a:path>
                </a:pathLst>
              </a:custGeom>
              <a:solidFill>
                <a:srgbClr val="7ED957"/>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438" name="Google Shape;438;p11"/>
              <p:cNvSpPr txBox="1"/>
              <p:nvPr/>
            </p:nvSpPr>
            <p:spPr>
              <a:xfrm>
                <a:off x="0" y="-47625"/>
                <a:ext cx="372901" cy="159927"/>
              </a:xfrm>
              <a:prstGeom prst="rect">
                <a:avLst/>
              </a:prstGeom>
              <a:noFill/>
              <a:ln>
                <a:noFill/>
              </a:ln>
            </p:spPr>
            <p:txBody>
              <a:bodyPr spcFirstLastPara="1" wrap="square" lIns="33867" tIns="33867" rIns="33867" bIns="33867" anchor="ctr" anchorCtr="0">
                <a:noAutofit/>
              </a:bodyPr>
              <a:lstStyle/>
              <a:p>
                <a:pPr algn="ctr" defTabSz="609630">
                  <a:lnSpc>
                    <a:spcPct val="186666"/>
                  </a:lnSpc>
                  <a:buClr>
                    <a:srgbClr val="000000"/>
                  </a:buClr>
                </a:pPr>
                <a:endParaRPr sz="1200" kern="0">
                  <a:solidFill>
                    <a:srgbClr val="000000"/>
                  </a:solidFill>
                  <a:latin typeface="Calibri"/>
                  <a:ea typeface="Calibri"/>
                  <a:cs typeface="Calibri"/>
                  <a:sym typeface="Calibri"/>
                </a:endParaRPr>
              </a:p>
            </p:txBody>
          </p:sp>
        </p:grpSp>
        <p:grpSp>
          <p:nvGrpSpPr>
            <p:cNvPr id="439" name="Google Shape;439;p11"/>
            <p:cNvGrpSpPr/>
            <p:nvPr/>
          </p:nvGrpSpPr>
          <p:grpSpPr>
            <a:xfrm>
              <a:off x="2412048" y="598600"/>
              <a:ext cx="812012" cy="571430"/>
              <a:chOff x="0" y="-47625"/>
              <a:chExt cx="227259" cy="159927"/>
            </a:xfrm>
          </p:grpSpPr>
          <p:sp>
            <p:nvSpPr>
              <p:cNvPr id="440" name="Google Shape;440;p11"/>
              <p:cNvSpPr/>
              <p:nvPr/>
            </p:nvSpPr>
            <p:spPr>
              <a:xfrm>
                <a:off x="0" y="0"/>
                <a:ext cx="227259" cy="112302"/>
              </a:xfrm>
              <a:custGeom>
                <a:avLst/>
                <a:gdLst/>
                <a:ahLst/>
                <a:cxnLst/>
                <a:rect l="l" t="t" r="r" b="b"/>
                <a:pathLst>
                  <a:path w="227259" h="112302" extrusionOk="0">
                    <a:moveTo>
                      <a:pt x="56151" y="0"/>
                    </a:moveTo>
                    <a:lnTo>
                      <a:pt x="171108" y="0"/>
                    </a:lnTo>
                    <a:cubicBezTo>
                      <a:pt x="186000" y="0"/>
                      <a:pt x="200283" y="5916"/>
                      <a:pt x="210813" y="16446"/>
                    </a:cubicBezTo>
                    <a:cubicBezTo>
                      <a:pt x="221343" y="26977"/>
                      <a:pt x="227259" y="41259"/>
                      <a:pt x="227259" y="56151"/>
                    </a:cubicBezTo>
                    <a:lnTo>
                      <a:pt x="227259" y="56151"/>
                    </a:lnTo>
                    <a:cubicBezTo>
                      <a:pt x="227259" y="87162"/>
                      <a:pt x="202120" y="112302"/>
                      <a:pt x="171108" y="112302"/>
                    </a:cubicBezTo>
                    <a:lnTo>
                      <a:pt x="56151" y="112302"/>
                    </a:lnTo>
                    <a:cubicBezTo>
                      <a:pt x="41259" y="112302"/>
                      <a:pt x="26977" y="106386"/>
                      <a:pt x="16446" y="95856"/>
                    </a:cubicBezTo>
                    <a:cubicBezTo>
                      <a:pt x="5916" y="85326"/>
                      <a:pt x="0" y="71043"/>
                      <a:pt x="0" y="56151"/>
                    </a:cubicBezTo>
                    <a:lnTo>
                      <a:pt x="0" y="56151"/>
                    </a:lnTo>
                    <a:cubicBezTo>
                      <a:pt x="0" y="41259"/>
                      <a:pt x="5916" y="26977"/>
                      <a:pt x="16446" y="16446"/>
                    </a:cubicBezTo>
                    <a:cubicBezTo>
                      <a:pt x="26977" y="5916"/>
                      <a:pt x="41259" y="0"/>
                      <a:pt x="56151" y="0"/>
                    </a:cubicBezTo>
                    <a:close/>
                  </a:path>
                </a:pathLst>
              </a:custGeom>
              <a:solidFill>
                <a:srgbClr val="FFDE59"/>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441" name="Google Shape;441;p11"/>
              <p:cNvSpPr txBox="1"/>
              <p:nvPr/>
            </p:nvSpPr>
            <p:spPr>
              <a:xfrm>
                <a:off x="0" y="-47625"/>
                <a:ext cx="227259" cy="159927"/>
              </a:xfrm>
              <a:prstGeom prst="rect">
                <a:avLst/>
              </a:prstGeom>
              <a:noFill/>
              <a:ln>
                <a:noFill/>
              </a:ln>
            </p:spPr>
            <p:txBody>
              <a:bodyPr spcFirstLastPara="1" wrap="square" lIns="33867" tIns="33867" rIns="33867" bIns="33867" anchor="ctr" anchorCtr="0">
                <a:noAutofit/>
              </a:bodyPr>
              <a:lstStyle/>
              <a:p>
                <a:pPr algn="ctr" defTabSz="609630">
                  <a:lnSpc>
                    <a:spcPct val="186666"/>
                  </a:lnSpc>
                  <a:buClr>
                    <a:srgbClr val="000000"/>
                  </a:buClr>
                </a:pPr>
                <a:endParaRPr sz="1200" kern="0">
                  <a:solidFill>
                    <a:srgbClr val="000000"/>
                  </a:solidFill>
                  <a:latin typeface="Calibri"/>
                  <a:ea typeface="Calibri"/>
                  <a:cs typeface="Calibri"/>
                  <a:sym typeface="Calibri"/>
                </a:endParaRPr>
              </a:p>
            </p:txBody>
          </p:sp>
        </p:grpSp>
        <p:grpSp>
          <p:nvGrpSpPr>
            <p:cNvPr id="442" name="Google Shape;442;p11"/>
            <p:cNvGrpSpPr/>
            <p:nvPr/>
          </p:nvGrpSpPr>
          <p:grpSpPr>
            <a:xfrm>
              <a:off x="0" y="2135388"/>
              <a:ext cx="812012" cy="571430"/>
              <a:chOff x="0" y="-47625"/>
              <a:chExt cx="227259" cy="159927"/>
            </a:xfrm>
          </p:grpSpPr>
          <p:sp>
            <p:nvSpPr>
              <p:cNvPr id="443" name="Google Shape;443;p11"/>
              <p:cNvSpPr/>
              <p:nvPr/>
            </p:nvSpPr>
            <p:spPr>
              <a:xfrm>
                <a:off x="0" y="0"/>
                <a:ext cx="227259" cy="112302"/>
              </a:xfrm>
              <a:custGeom>
                <a:avLst/>
                <a:gdLst/>
                <a:ahLst/>
                <a:cxnLst/>
                <a:rect l="l" t="t" r="r" b="b"/>
                <a:pathLst>
                  <a:path w="227259" h="112302" extrusionOk="0">
                    <a:moveTo>
                      <a:pt x="56151" y="0"/>
                    </a:moveTo>
                    <a:lnTo>
                      <a:pt x="171108" y="0"/>
                    </a:lnTo>
                    <a:cubicBezTo>
                      <a:pt x="186000" y="0"/>
                      <a:pt x="200283" y="5916"/>
                      <a:pt x="210813" y="16446"/>
                    </a:cubicBezTo>
                    <a:cubicBezTo>
                      <a:pt x="221343" y="26977"/>
                      <a:pt x="227259" y="41259"/>
                      <a:pt x="227259" y="56151"/>
                    </a:cubicBezTo>
                    <a:lnTo>
                      <a:pt x="227259" y="56151"/>
                    </a:lnTo>
                    <a:cubicBezTo>
                      <a:pt x="227259" y="87162"/>
                      <a:pt x="202120" y="112302"/>
                      <a:pt x="171108" y="112302"/>
                    </a:cubicBezTo>
                    <a:lnTo>
                      <a:pt x="56151" y="112302"/>
                    </a:lnTo>
                    <a:cubicBezTo>
                      <a:pt x="41259" y="112302"/>
                      <a:pt x="26977" y="106386"/>
                      <a:pt x="16446" y="95856"/>
                    </a:cubicBezTo>
                    <a:cubicBezTo>
                      <a:pt x="5916" y="85326"/>
                      <a:pt x="0" y="71043"/>
                      <a:pt x="0" y="56151"/>
                    </a:cubicBezTo>
                    <a:lnTo>
                      <a:pt x="0" y="56151"/>
                    </a:lnTo>
                    <a:cubicBezTo>
                      <a:pt x="0" y="41259"/>
                      <a:pt x="5916" y="26977"/>
                      <a:pt x="16446" y="16446"/>
                    </a:cubicBezTo>
                    <a:cubicBezTo>
                      <a:pt x="26977" y="5916"/>
                      <a:pt x="41259" y="0"/>
                      <a:pt x="56151" y="0"/>
                    </a:cubicBezTo>
                    <a:close/>
                  </a:path>
                </a:pathLst>
              </a:custGeom>
              <a:solidFill>
                <a:srgbClr val="545454"/>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444" name="Google Shape;444;p11"/>
              <p:cNvSpPr txBox="1"/>
              <p:nvPr/>
            </p:nvSpPr>
            <p:spPr>
              <a:xfrm>
                <a:off x="0" y="-47625"/>
                <a:ext cx="227259" cy="159927"/>
              </a:xfrm>
              <a:prstGeom prst="rect">
                <a:avLst/>
              </a:prstGeom>
              <a:noFill/>
              <a:ln>
                <a:noFill/>
              </a:ln>
            </p:spPr>
            <p:txBody>
              <a:bodyPr spcFirstLastPara="1" wrap="square" lIns="33867" tIns="33867" rIns="33867" bIns="33867" anchor="ctr" anchorCtr="0">
                <a:noAutofit/>
              </a:bodyPr>
              <a:lstStyle/>
              <a:p>
                <a:pPr algn="ctr" defTabSz="609630">
                  <a:lnSpc>
                    <a:spcPct val="186666"/>
                  </a:lnSpc>
                  <a:buClr>
                    <a:srgbClr val="000000"/>
                  </a:buClr>
                </a:pPr>
                <a:endParaRPr sz="1200" kern="0">
                  <a:solidFill>
                    <a:srgbClr val="000000"/>
                  </a:solidFill>
                  <a:latin typeface="Calibri"/>
                  <a:ea typeface="Calibri"/>
                  <a:cs typeface="Calibri"/>
                  <a:sym typeface="Calibri"/>
                </a:endParaRPr>
              </a:p>
            </p:txBody>
          </p:sp>
        </p:grpSp>
        <p:grpSp>
          <p:nvGrpSpPr>
            <p:cNvPr id="445" name="Google Shape;445;p11"/>
            <p:cNvGrpSpPr/>
            <p:nvPr/>
          </p:nvGrpSpPr>
          <p:grpSpPr>
            <a:xfrm>
              <a:off x="3052129" y="-170167"/>
              <a:ext cx="812012" cy="571430"/>
              <a:chOff x="0" y="-47625"/>
              <a:chExt cx="227259" cy="159927"/>
            </a:xfrm>
          </p:grpSpPr>
          <p:sp>
            <p:nvSpPr>
              <p:cNvPr id="446" name="Google Shape;446;p11"/>
              <p:cNvSpPr/>
              <p:nvPr/>
            </p:nvSpPr>
            <p:spPr>
              <a:xfrm>
                <a:off x="0" y="0"/>
                <a:ext cx="227259" cy="112302"/>
              </a:xfrm>
              <a:custGeom>
                <a:avLst/>
                <a:gdLst/>
                <a:ahLst/>
                <a:cxnLst/>
                <a:rect l="l" t="t" r="r" b="b"/>
                <a:pathLst>
                  <a:path w="227259" h="112302" extrusionOk="0">
                    <a:moveTo>
                      <a:pt x="56151" y="0"/>
                    </a:moveTo>
                    <a:lnTo>
                      <a:pt x="171108" y="0"/>
                    </a:lnTo>
                    <a:cubicBezTo>
                      <a:pt x="186000" y="0"/>
                      <a:pt x="200283" y="5916"/>
                      <a:pt x="210813" y="16446"/>
                    </a:cubicBezTo>
                    <a:cubicBezTo>
                      <a:pt x="221343" y="26977"/>
                      <a:pt x="227259" y="41259"/>
                      <a:pt x="227259" y="56151"/>
                    </a:cubicBezTo>
                    <a:lnTo>
                      <a:pt x="227259" y="56151"/>
                    </a:lnTo>
                    <a:cubicBezTo>
                      <a:pt x="227259" y="87162"/>
                      <a:pt x="202120" y="112302"/>
                      <a:pt x="171108" y="112302"/>
                    </a:cubicBezTo>
                    <a:lnTo>
                      <a:pt x="56151" y="112302"/>
                    </a:lnTo>
                    <a:cubicBezTo>
                      <a:pt x="41259" y="112302"/>
                      <a:pt x="26977" y="106386"/>
                      <a:pt x="16446" y="95856"/>
                    </a:cubicBezTo>
                    <a:cubicBezTo>
                      <a:pt x="5916" y="85326"/>
                      <a:pt x="0" y="71043"/>
                      <a:pt x="0" y="56151"/>
                    </a:cubicBezTo>
                    <a:lnTo>
                      <a:pt x="0" y="56151"/>
                    </a:lnTo>
                    <a:cubicBezTo>
                      <a:pt x="0" y="41259"/>
                      <a:pt x="5916" y="26977"/>
                      <a:pt x="16446" y="16446"/>
                    </a:cubicBezTo>
                    <a:cubicBezTo>
                      <a:pt x="26977" y="5916"/>
                      <a:pt x="41259" y="0"/>
                      <a:pt x="56151" y="0"/>
                    </a:cubicBezTo>
                    <a:close/>
                  </a:path>
                </a:pathLst>
              </a:custGeom>
              <a:solidFill>
                <a:srgbClr val="7ED957"/>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447" name="Google Shape;447;p11"/>
              <p:cNvSpPr txBox="1"/>
              <p:nvPr/>
            </p:nvSpPr>
            <p:spPr>
              <a:xfrm>
                <a:off x="0" y="-47625"/>
                <a:ext cx="227259" cy="159927"/>
              </a:xfrm>
              <a:prstGeom prst="rect">
                <a:avLst/>
              </a:prstGeom>
              <a:noFill/>
              <a:ln>
                <a:noFill/>
              </a:ln>
            </p:spPr>
            <p:txBody>
              <a:bodyPr spcFirstLastPara="1" wrap="square" lIns="33867" tIns="33867" rIns="33867" bIns="33867" anchor="ctr" anchorCtr="0">
                <a:noAutofit/>
              </a:bodyPr>
              <a:lstStyle/>
              <a:p>
                <a:pPr algn="ctr" defTabSz="609630">
                  <a:lnSpc>
                    <a:spcPct val="186666"/>
                  </a:lnSpc>
                  <a:buClr>
                    <a:srgbClr val="000000"/>
                  </a:buClr>
                </a:pPr>
                <a:endParaRPr sz="1200" kern="0">
                  <a:solidFill>
                    <a:srgbClr val="000000"/>
                  </a:solidFill>
                  <a:latin typeface="Calibri"/>
                  <a:ea typeface="Calibri"/>
                  <a:cs typeface="Calibri"/>
                  <a:sym typeface="Calibri"/>
                </a:endParaRPr>
              </a:p>
            </p:txBody>
          </p:sp>
        </p:grpSp>
      </p:grpSp>
      <p:grpSp>
        <p:nvGrpSpPr>
          <p:cNvPr id="448" name="Google Shape;448;p11"/>
          <p:cNvGrpSpPr/>
          <p:nvPr/>
        </p:nvGrpSpPr>
        <p:grpSpPr>
          <a:xfrm rot="10800000">
            <a:off x="685800" y="5019666"/>
            <a:ext cx="2123017" cy="1148913"/>
            <a:chOff x="0" y="-135911"/>
            <a:chExt cx="4246034" cy="2297825"/>
          </a:xfrm>
        </p:grpSpPr>
        <p:grpSp>
          <p:nvGrpSpPr>
            <p:cNvPr id="449" name="Google Shape;449;p11"/>
            <p:cNvGrpSpPr/>
            <p:nvPr/>
          </p:nvGrpSpPr>
          <p:grpSpPr>
            <a:xfrm>
              <a:off x="1926484" y="1705518"/>
              <a:ext cx="2319550" cy="456396"/>
              <a:chOff x="0" y="-47625"/>
              <a:chExt cx="812800" cy="159927"/>
            </a:xfrm>
          </p:grpSpPr>
          <p:sp>
            <p:nvSpPr>
              <p:cNvPr id="450" name="Google Shape;450;p11"/>
              <p:cNvSpPr/>
              <p:nvPr/>
            </p:nvSpPr>
            <p:spPr>
              <a:xfrm>
                <a:off x="0" y="0"/>
                <a:ext cx="812800" cy="112302"/>
              </a:xfrm>
              <a:custGeom>
                <a:avLst/>
                <a:gdLst/>
                <a:ahLst/>
                <a:cxnLst/>
                <a:rect l="l" t="t" r="r" b="b"/>
                <a:pathLst>
                  <a:path w="812800" h="112302" extrusionOk="0">
                    <a:moveTo>
                      <a:pt x="56151" y="0"/>
                    </a:moveTo>
                    <a:lnTo>
                      <a:pt x="756649" y="0"/>
                    </a:lnTo>
                    <a:cubicBezTo>
                      <a:pt x="771541" y="0"/>
                      <a:pt x="785823" y="5916"/>
                      <a:pt x="796354" y="16446"/>
                    </a:cubicBezTo>
                    <a:cubicBezTo>
                      <a:pt x="806884" y="26977"/>
                      <a:pt x="812800" y="41259"/>
                      <a:pt x="812800" y="56151"/>
                    </a:cubicBezTo>
                    <a:lnTo>
                      <a:pt x="812800" y="56151"/>
                    </a:lnTo>
                    <a:cubicBezTo>
                      <a:pt x="812800" y="87162"/>
                      <a:pt x="787660" y="112302"/>
                      <a:pt x="756649" y="112302"/>
                    </a:cubicBezTo>
                    <a:lnTo>
                      <a:pt x="56151" y="112302"/>
                    </a:lnTo>
                    <a:cubicBezTo>
                      <a:pt x="41259" y="112302"/>
                      <a:pt x="26977" y="106386"/>
                      <a:pt x="16446" y="95856"/>
                    </a:cubicBezTo>
                    <a:cubicBezTo>
                      <a:pt x="5916" y="85326"/>
                      <a:pt x="0" y="71043"/>
                      <a:pt x="0" y="56151"/>
                    </a:cubicBezTo>
                    <a:lnTo>
                      <a:pt x="0" y="56151"/>
                    </a:lnTo>
                    <a:cubicBezTo>
                      <a:pt x="0" y="41259"/>
                      <a:pt x="5916" y="26977"/>
                      <a:pt x="16446" y="16446"/>
                    </a:cubicBezTo>
                    <a:cubicBezTo>
                      <a:pt x="26977" y="5916"/>
                      <a:pt x="41259" y="0"/>
                      <a:pt x="56151" y="0"/>
                    </a:cubicBezTo>
                    <a:close/>
                  </a:path>
                </a:pathLst>
              </a:custGeom>
              <a:solidFill>
                <a:srgbClr val="8C52FF"/>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451" name="Google Shape;451;p11"/>
              <p:cNvSpPr txBox="1"/>
              <p:nvPr/>
            </p:nvSpPr>
            <p:spPr>
              <a:xfrm>
                <a:off x="0" y="-47625"/>
                <a:ext cx="812800" cy="159927"/>
              </a:xfrm>
              <a:prstGeom prst="rect">
                <a:avLst/>
              </a:prstGeom>
              <a:noFill/>
              <a:ln>
                <a:noFill/>
              </a:ln>
            </p:spPr>
            <p:txBody>
              <a:bodyPr spcFirstLastPara="1" wrap="square" lIns="33867" tIns="33867" rIns="33867" bIns="33867" anchor="ctr" anchorCtr="0">
                <a:noAutofit/>
              </a:bodyPr>
              <a:lstStyle/>
              <a:p>
                <a:pPr algn="ctr" defTabSz="609630">
                  <a:lnSpc>
                    <a:spcPct val="186666"/>
                  </a:lnSpc>
                  <a:buClr>
                    <a:srgbClr val="000000"/>
                  </a:buClr>
                </a:pPr>
                <a:endParaRPr sz="1200" kern="0">
                  <a:solidFill>
                    <a:srgbClr val="000000"/>
                  </a:solidFill>
                  <a:latin typeface="Calibri"/>
                  <a:ea typeface="Calibri"/>
                  <a:cs typeface="Calibri"/>
                  <a:sym typeface="Calibri"/>
                </a:endParaRPr>
              </a:p>
            </p:txBody>
          </p:sp>
        </p:grpSp>
        <p:grpSp>
          <p:nvGrpSpPr>
            <p:cNvPr id="452" name="Google Shape;452;p11"/>
            <p:cNvGrpSpPr/>
            <p:nvPr/>
          </p:nvGrpSpPr>
          <p:grpSpPr>
            <a:xfrm>
              <a:off x="1629605" y="1092106"/>
              <a:ext cx="2616429" cy="456396"/>
              <a:chOff x="0" y="-47625"/>
              <a:chExt cx="916830" cy="159927"/>
            </a:xfrm>
          </p:grpSpPr>
          <p:sp>
            <p:nvSpPr>
              <p:cNvPr id="453" name="Google Shape;453;p11"/>
              <p:cNvSpPr/>
              <p:nvPr/>
            </p:nvSpPr>
            <p:spPr>
              <a:xfrm>
                <a:off x="0" y="0"/>
                <a:ext cx="916830" cy="112302"/>
              </a:xfrm>
              <a:custGeom>
                <a:avLst/>
                <a:gdLst/>
                <a:ahLst/>
                <a:cxnLst/>
                <a:rect l="l" t="t" r="r" b="b"/>
                <a:pathLst>
                  <a:path w="916830" h="112302" extrusionOk="0">
                    <a:moveTo>
                      <a:pt x="56151" y="0"/>
                    </a:moveTo>
                    <a:lnTo>
                      <a:pt x="860679" y="0"/>
                    </a:lnTo>
                    <a:cubicBezTo>
                      <a:pt x="891690" y="0"/>
                      <a:pt x="916830" y="25140"/>
                      <a:pt x="916830" y="56151"/>
                    </a:cubicBezTo>
                    <a:lnTo>
                      <a:pt x="916830" y="56151"/>
                    </a:lnTo>
                    <a:cubicBezTo>
                      <a:pt x="916830" y="71043"/>
                      <a:pt x="910914" y="85326"/>
                      <a:pt x="900384" y="95856"/>
                    </a:cubicBezTo>
                    <a:cubicBezTo>
                      <a:pt x="889853" y="106386"/>
                      <a:pt x="875571" y="112302"/>
                      <a:pt x="860679" y="112302"/>
                    </a:cubicBezTo>
                    <a:lnTo>
                      <a:pt x="56151" y="112302"/>
                    </a:lnTo>
                    <a:cubicBezTo>
                      <a:pt x="41259" y="112302"/>
                      <a:pt x="26977" y="106386"/>
                      <a:pt x="16446" y="95856"/>
                    </a:cubicBezTo>
                    <a:cubicBezTo>
                      <a:pt x="5916" y="85326"/>
                      <a:pt x="0" y="71043"/>
                      <a:pt x="0" y="56151"/>
                    </a:cubicBezTo>
                    <a:lnTo>
                      <a:pt x="0" y="56151"/>
                    </a:lnTo>
                    <a:cubicBezTo>
                      <a:pt x="0" y="41259"/>
                      <a:pt x="5916" y="26977"/>
                      <a:pt x="16446" y="16446"/>
                    </a:cubicBezTo>
                    <a:cubicBezTo>
                      <a:pt x="26977" y="5916"/>
                      <a:pt x="41259" y="0"/>
                      <a:pt x="56151" y="0"/>
                    </a:cubicBezTo>
                    <a:close/>
                  </a:path>
                </a:pathLst>
              </a:custGeom>
              <a:solidFill>
                <a:srgbClr val="FF66C4"/>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454" name="Google Shape;454;p11"/>
              <p:cNvSpPr txBox="1"/>
              <p:nvPr/>
            </p:nvSpPr>
            <p:spPr>
              <a:xfrm>
                <a:off x="0" y="-47625"/>
                <a:ext cx="916830" cy="159927"/>
              </a:xfrm>
              <a:prstGeom prst="rect">
                <a:avLst/>
              </a:prstGeom>
              <a:noFill/>
              <a:ln>
                <a:noFill/>
              </a:ln>
            </p:spPr>
            <p:txBody>
              <a:bodyPr spcFirstLastPara="1" wrap="square" lIns="33867" tIns="33867" rIns="33867" bIns="33867" anchor="ctr" anchorCtr="0">
                <a:noAutofit/>
              </a:bodyPr>
              <a:lstStyle/>
              <a:p>
                <a:pPr algn="ctr" defTabSz="609630">
                  <a:lnSpc>
                    <a:spcPct val="186666"/>
                  </a:lnSpc>
                  <a:buClr>
                    <a:srgbClr val="000000"/>
                  </a:buClr>
                </a:pPr>
                <a:endParaRPr sz="1200" kern="0">
                  <a:solidFill>
                    <a:srgbClr val="000000"/>
                  </a:solidFill>
                  <a:latin typeface="Calibri"/>
                  <a:ea typeface="Calibri"/>
                  <a:cs typeface="Calibri"/>
                  <a:sym typeface="Calibri"/>
                </a:endParaRPr>
              </a:p>
            </p:txBody>
          </p:sp>
        </p:grpSp>
        <p:grpSp>
          <p:nvGrpSpPr>
            <p:cNvPr id="455" name="Google Shape;455;p11"/>
            <p:cNvGrpSpPr/>
            <p:nvPr/>
          </p:nvGrpSpPr>
          <p:grpSpPr>
            <a:xfrm>
              <a:off x="1034481" y="-135911"/>
              <a:ext cx="1310163" cy="456396"/>
              <a:chOff x="0" y="-47625"/>
              <a:chExt cx="459098" cy="159927"/>
            </a:xfrm>
          </p:grpSpPr>
          <p:sp>
            <p:nvSpPr>
              <p:cNvPr id="456" name="Google Shape;456;p11"/>
              <p:cNvSpPr/>
              <p:nvPr/>
            </p:nvSpPr>
            <p:spPr>
              <a:xfrm>
                <a:off x="0" y="0"/>
                <a:ext cx="459098" cy="112302"/>
              </a:xfrm>
              <a:custGeom>
                <a:avLst/>
                <a:gdLst/>
                <a:ahLst/>
                <a:cxnLst/>
                <a:rect l="l" t="t" r="r" b="b"/>
                <a:pathLst>
                  <a:path w="459098" h="112302" extrusionOk="0">
                    <a:moveTo>
                      <a:pt x="56151" y="0"/>
                    </a:moveTo>
                    <a:lnTo>
                      <a:pt x="402947" y="0"/>
                    </a:lnTo>
                    <a:cubicBezTo>
                      <a:pt x="433958" y="0"/>
                      <a:pt x="459098" y="25140"/>
                      <a:pt x="459098" y="56151"/>
                    </a:cubicBezTo>
                    <a:lnTo>
                      <a:pt x="459098" y="56151"/>
                    </a:lnTo>
                    <a:cubicBezTo>
                      <a:pt x="459098" y="71043"/>
                      <a:pt x="453182" y="85326"/>
                      <a:pt x="442651" y="95856"/>
                    </a:cubicBezTo>
                    <a:cubicBezTo>
                      <a:pt x="432121" y="106386"/>
                      <a:pt x="417839" y="112302"/>
                      <a:pt x="402947" y="112302"/>
                    </a:cubicBezTo>
                    <a:lnTo>
                      <a:pt x="56151" y="112302"/>
                    </a:lnTo>
                    <a:cubicBezTo>
                      <a:pt x="41259" y="112302"/>
                      <a:pt x="26977" y="106386"/>
                      <a:pt x="16446" y="95856"/>
                    </a:cubicBezTo>
                    <a:cubicBezTo>
                      <a:pt x="5916" y="85326"/>
                      <a:pt x="0" y="71043"/>
                      <a:pt x="0" y="56151"/>
                    </a:cubicBezTo>
                    <a:lnTo>
                      <a:pt x="0" y="56151"/>
                    </a:lnTo>
                    <a:cubicBezTo>
                      <a:pt x="0" y="41259"/>
                      <a:pt x="5916" y="26977"/>
                      <a:pt x="16446" y="16446"/>
                    </a:cubicBezTo>
                    <a:cubicBezTo>
                      <a:pt x="26977" y="5916"/>
                      <a:pt x="41259" y="0"/>
                      <a:pt x="56151" y="0"/>
                    </a:cubicBezTo>
                    <a:close/>
                  </a:path>
                </a:pathLst>
              </a:custGeom>
              <a:solidFill>
                <a:srgbClr val="8C52FF"/>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457" name="Google Shape;457;p11"/>
              <p:cNvSpPr txBox="1"/>
              <p:nvPr/>
            </p:nvSpPr>
            <p:spPr>
              <a:xfrm>
                <a:off x="0" y="-47625"/>
                <a:ext cx="459098" cy="159927"/>
              </a:xfrm>
              <a:prstGeom prst="rect">
                <a:avLst/>
              </a:prstGeom>
              <a:noFill/>
              <a:ln>
                <a:noFill/>
              </a:ln>
            </p:spPr>
            <p:txBody>
              <a:bodyPr spcFirstLastPara="1" wrap="square" lIns="33867" tIns="33867" rIns="33867" bIns="33867" anchor="ctr" anchorCtr="0">
                <a:noAutofit/>
              </a:bodyPr>
              <a:lstStyle/>
              <a:p>
                <a:pPr algn="ctr" defTabSz="609630">
                  <a:lnSpc>
                    <a:spcPct val="186666"/>
                  </a:lnSpc>
                  <a:buClr>
                    <a:srgbClr val="000000"/>
                  </a:buClr>
                </a:pPr>
                <a:endParaRPr sz="1200" kern="0">
                  <a:solidFill>
                    <a:srgbClr val="000000"/>
                  </a:solidFill>
                  <a:latin typeface="Calibri"/>
                  <a:ea typeface="Calibri"/>
                  <a:cs typeface="Calibri"/>
                  <a:sym typeface="Calibri"/>
                </a:endParaRPr>
              </a:p>
            </p:txBody>
          </p:sp>
        </p:grpSp>
        <p:grpSp>
          <p:nvGrpSpPr>
            <p:cNvPr id="458" name="Google Shape;458;p11"/>
            <p:cNvGrpSpPr/>
            <p:nvPr/>
          </p:nvGrpSpPr>
          <p:grpSpPr>
            <a:xfrm>
              <a:off x="2647475" y="478098"/>
              <a:ext cx="1598559" cy="456396"/>
              <a:chOff x="0" y="-47625"/>
              <a:chExt cx="560156" cy="159927"/>
            </a:xfrm>
          </p:grpSpPr>
          <p:sp>
            <p:nvSpPr>
              <p:cNvPr id="459" name="Google Shape;459;p11"/>
              <p:cNvSpPr/>
              <p:nvPr/>
            </p:nvSpPr>
            <p:spPr>
              <a:xfrm>
                <a:off x="0" y="0"/>
                <a:ext cx="560156" cy="112302"/>
              </a:xfrm>
              <a:custGeom>
                <a:avLst/>
                <a:gdLst/>
                <a:ahLst/>
                <a:cxnLst/>
                <a:rect l="l" t="t" r="r" b="b"/>
                <a:pathLst>
                  <a:path w="560156" h="112302" extrusionOk="0">
                    <a:moveTo>
                      <a:pt x="56151" y="0"/>
                    </a:moveTo>
                    <a:lnTo>
                      <a:pt x="504004" y="0"/>
                    </a:lnTo>
                    <a:cubicBezTo>
                      <a:pt x="518897" y="0"/>
                      <a:pt x="533179" y="5916"/>
                      <a:pt x="543709" y="16446"/>
                    </a:cubicBezTo>
                    <a:cubicBezTo>
                      <a:pt x="554240" y="26977"/>
                      <a:pt x="560156" y="41259"/>
                      <a:pt x="560156" y="56151"/>
                    </a:cubicBezTo>
                    <a:lnTo>
                      <a:pt x="560156" y="56151"/>
                    </a:lnTo>
                    <a:cubicBezTo>
                      <a:pt x="560156" y="87162"/>
                      <a:pt x="535016" y="112302"/>
                      <a:pt x="504004" y="112302"/>
                    </a:cubicBezTo>
                    <a:lnTo>
                      <a:pt x="56151" y="112302"/>
                    </a:lnTo>
                    <a:cubicBezTo>
                      <a:pt x="41259" y="112302"/>
                      <a:pt x="26977" y="106386"/>
                      <a:pt x="16446" y="95856"/>
                    </a:cubicBezTo>
                    <a:cubicBezTo>
                      <a:pt x="5916" y="85326"/>
                      <a:pt x="0" y="71043"/>
                      <a:pt x="0" y="56151"/>
                    </a:cubicBezTo>
                    <a:lnTo>
                      <a:pt x="0" y="56151"/>
                    </a:lnTo>
                    <a:cubicBezTo>
                      <a:pt x="0" y="41259"/>
                      <a:pt x="5916" y="26977"/>
                      <a:pt x="16446" y="16446"/>
                    </a:cubicBezTo>
                    <a:cubicBezTo>
                      <a:pt x="26977" y="5916"/>
                      <a:pt x="41259" y="0"/>
                      <a:pt x="56151" y="0"/>
                    </a:cubicBezTo>
                    <a:close/>
                  </a:path>
                </a:pathLst>
              </a:custGeom>
              <a:solidFill>
                <a:srgbClr val="3B3A3A"/>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460" name="Google Shape;460;p11"/>
              <p:cNvSpPr txBox="1"/>
              <p:nvPr/>
            </p:nvSpPr>
            <p:spPr>
              <a:xfrm>
                <a:off x="0" y="-47625"/>
                <a:ext cx="560156" cy="159927"/>
              </a:xfrm>
              <a:prstGeom prst="rect">
                <a:avLst/>
              </a:prstGeom>
              <a:noFill/>
              <a:ln>
                <a:noFill/>
              </a:ln>
            </p:spPr>
            <p:txBody>
              <a:bodyPr spcFirstLastPara="1" wrap="square" lIns="33867" tIns="33867" rIns="33867" bIns="33867" anchor="ctr" anchorCtr="0">
                <a:noAutofit/>
              </a:bodyPr>
              <a:lstStyle/>
              <a:p>
                <a:pPr algn="ctr" defTabSz="609630">
                  <a:lnSpc>
                    <a:spcPct val="186666"/>
                  </a:lnSpc>
                  <a:buClr>
                    <a:srgbClr val="000000"/>
                  </a:buClr>
                </a:pPr>
                <a:endParaRPr sz="1200" kern="0">
                  <a:solidFill>
                    <a:srgbClr val="000000"/>
                  </a:solidFill>
                  <a:latin typeface="Calibri"/>
                  <a:ea typeface="Calibri"/>
                  <a:cs typeface="Calibri"/>
                  <a:sym typeface="Calibri"/>
                </a:endParaRPr>
              </a:p>
            </p:txBody>
          </p:sp>
        </p:grpSp>
        <p:grpSp>
          <p:nvGrpSpPr>
            <p:cNvPr id="461" name="Google Shape;461;p11"/>
            <p:cNvGrpSpPr/>
            <p:nvPr/>
          </p:nvGrpSpPr>
          <p:grpSpPr>
            <a:xfrm>
              <a:off x="3181856" y="-135911"/>
              <a:ext cx="1064177" cy="456396"/>
              <a:chOff x="0" y="-47625"/>
              <a:chExt cx="372901" cy="159927"/>
            </a:xfrm>
          </p:grpSpPr>
          <p:sp>
            <p:nvSpPr>
              <p:cNvPr id="462" name="Google Shape;462;p11"/>
              <p:cNvSpPr/>
              <p:nvPr/>
            </p:nvSpPr>
            <p:spPr>
              <a:xfrm>
                <a:off x="0" y="0"/>
                <a:ext cx="372901" cy="112302"/>
              </a:xfrm>
              <a:custGeom>
                <a:avLst/>
                <a:gdLst/>
                <a:ahLst/>
                <a:cxnLst/>
                <a:rect l="l" t="t" r="r" b="b"/>
                <a:pathLst>
                  <a:path w="372901" h="112302" extrusionOk="0">
                    <a:moveTo>
                      <a:pt x="56151" y="0"/>
                    </a:moveTo>
                    <a:lnTo>
                      <a:pt x="316750" y="0"/>
                    </a:lnTo>
                    <a:cubicBezTo>
                      <a:pt x="347762" y="0"/>
                      <a:pt x="372901" y="25140"/>
                      <a:pt x="372901" y="56151"/>
                    </a:cubicBezTo>
                    <a:lnTo>
                      <a:pt x="372901" y="56151"/>
                    </a:lnTo>
                    <a:cubicBezTo>
                      <a:pt x="372901" y="71043"/>
                      <a:pt x="366985" y="85326"/>
                      <a:pt x="356455" y="95856"/>
                    </a:cubicBezTo>
                    <a:cubicBezTo>
                      <a:pt x="345925" y="106386"/>
                      <a:pt x="331642" y="112302"/>
                      <a:pt x="316750" y="112302"/>
                    </a:cubicBezTo>
                    <a:lnTo>
                      <a:pt x="56151" y="112302"/>
                    </a:lnTo>
                    <a:cubicBezTo>
                      <a:pt x="41259" y="112302"/>
                      <a:pt x="26977" y="106386"/>
                      <a:pt x="16446" y="95856"/>
                    </a:cubicBezTo>
                    <a:cubicBezTo>
                      <a:pt x="5916" y="85326"/>
                      <a:pt x="0" y="71043"/>
                      <a:pt x="0" y="56151"/>
                    </a:cubicBezTo>
                    <a:lnTo>
                      <a:pt x="0" y="56151"/>
                    </a:lnTo>
                    <a:cubicBezTo>
                      <a:pt x="0" y="41259"/>
                      <a:pt x="5916" y="26977"/>
                      <a:pt x="16446" y="16446"/>
                    </a:cubicBezTo>
                    <a:cubicBezTo>
                      <a:pt x="26977" y="5916"/>
                      <a:pt x="41259" y="0"/>
                      <a:pt x="56151" y="0"/>
                    </a:cubicBezTo>
                    <a:close/>
                  </a:path>
                </a:pathLst>
              </a:custGeom>
              <a:solidFill>
                <a:srgbClr val="3B3A3A"/>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463" name="Google Shape;463;p11"/>
              <p:cNvSpPr txBox="1"/>
              <p:nvPr/>
            </p:nvSpPr>
            <p:spPr>
              <a:xfrm>
                <a:off x="0" y="-47625"/>
                <a:ext cx="372901" cy="159927"/>
              </a:xfrm>
              <a:prstGeom prst="rect">
                <a:avLst/>
              </a:prstGeom>
              <a:noFill/>
              <a:ln>
                <a:noFill/>
              </a:ln>
            </p:spPr>
            <p:txBody>
              <a:bodyPr spcFirstLastPara="1" wrap="square" lIns="33867" tIns="33867" rIns="33867" bIns="33867" anchor="ctr" anchorCtr="0">
                <a:noAutofit/>
              </a:bodyPr>
              <a:lstStyle/>
              <a:p>
                <a:pPr algn="ctr" defTabSz="609630">
                  <a:lnSpc>
                    <a:spcPct val="186666"/>
                  </a:lnSpc>
                  <a:buClr>
                    <a:srgbClr val="000000"/>
                  </a:buClr>
                </a:pPr>
                <a:endParaRPr sz="1200" kern="0">
                  <a:solidFill>
                    <a:srgbClr val="000000"/>
                  </a:solidFill>
                  <a:latin typeface="Calibri"/>
                  <a:ea typeface="Calibri"/>
                  <a:cs typeface="Calibri"/>
                  <a:sym typeface="Calibri"/>
                </a:endParaRPr>
              </a:p>
            </p:txBody>
          </p:sp>
        </p:grpSp>
        <p:grpSp>
          <p:nvGrpSpPr>
            <p:cNvPr id="464" name="Google Shape;464;p11"/>
            <p:cNvGrpSpPr/>
            <p:nvPr/>
          </p:nvGrpSpPr>
          <p:grpSpPr>
            <a:xfrm>
              <a:off x="450573" y="1092106"/>
              <a:ext cx="1064177" cy="456396"/>
              <a:chOff x="0" y="-47625"/>
              <a:chExt cx="372901" cy="159927"/>
            </a:xfrm>
          </p:grpSpPr>
          <p:sp>
            <p:nvSpPr>
              <p:cNvPr id="465" name="Google Shape;465;p11"/>
              <p:cNvSpPr/>
              <p:nvPr/>
            </p:nvSpPr>
            <p:spPr>
              <a:xfrm>
                <a:off x="0" y="0"/>
                <a:ext cx="372901" cy="112302"/>
              </a:xfrm>
              <a:custGeom>
                <a:avLst/>
                <a:gdLst/>
                <a:ahLst/>
                <a:cxnLst/>
                <a:rect l="l" t="t" r="r" b="b"/>
                <a:pathLst>
                  <a:path w="372901" h="112302" extrusionOk="0">
                    <a:moveTo>
                      <a:pt x="56151" y="0"/>
                    </a:moveTo>
                    <a:lnTo>
                      <a:pt x="316750" y="0"/>
                    </a:lnTo>
                    <a:cubicBezTo>
                      <a:pt x="347762" y="0"/>
                      <a:pt x="372901" y="25140"/>
                      <a:pt x="372901" y="56151"/>
                    </a:cubicBezTo>
                    <a:lnTo>
                      <a:pt x="372901" y="56151"/>
                    </a:lnTo>
                    <a:cubicBezTo>
                      <a:pt x="372901" y="71043"/>
                      <a:pt x="366985" y="85326"/>
                      <a:pt x="356455" y="95856"/>
                    </a:cubicBezTo>
                    <a:cubicBezTo>
                      <a:pt x="345925" y="106386"/>
                      <a:pt x="331642" y="112302"/>
                      <a:pt x="316750" y="112302"/>
                    </a:cubicBezTo>
                    <a:lnTo>
                      <a:pt x="56151" y="112302"/>
                    </a:lnTo>
                    <a:cubicBezTo>
                      <a:pt x="41259" y="112302"/>
                      <a:pt x="26977" y="106386"/>
                      <a:pt x="16446" y="95856"/>
                    </a:cubicBezTo>
                    <a:cubicBezTo>
                      <a:pt x="5916" y="85326"/>
                      <a:pt x="0" y="71043"/>
                      <a:pt x="0" y="56151"/>
                    </a:cubicBezTo>
                    <a:lnTo>
                      <a:pt x="0" y="56151"/>
                    </a:lnTo>
                    <a:cubicBezTo>
                      <a:pt x="0" y="41259"/>
                      <a:pt x="5916" y="26977"/>
                      <a:pt x="16446" y="16446"/>
                    </a:cubicBezTo>
                    <a:cubicBezTo>
                      <a:pt x="26977" y="5916"/>
                      <a:pt x="41259" y="0"/>
                      <a:pt x="56151" y="0"/>
                    </a:cubicBezTo>
                    <a:close/>
                  </a:path>
                </a:pathLst>
              </a:custGeom>
              <a:solidFill>
                <a:srgbClr val="7ED957"/>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466" name="Google Shape;466;p11"/>
              <p:cNvSpPr txBox="1"/>
              <p:nvPr/>
            </p:nvSpPr>
            <p:spPr>
              <a:xfrm>
                <a:off x="0" y="-47625"/>
                <a:ext cx="372901" cy="159927"/>
              </a:xfrm>
              <a:prstGeom prst="rect">
                <a:avLst/>
              </a:prstGeom>
              <a:noFill/>
              <a:ln>
                <a:noFill/>
              </a:ln>
            </p:spPr>
            <p:txBody>
              <a:bodyPr spcFirstLastPara="1" wrap="square" lIns="33867" tIns="33867" rIns="33867" bIns="33867" anchor="ctr" anchorCtr="0">
                <a:noAutofit/>
              </a:bodyPr>
              <a:lstStyle/>
              <a:p>
                <a:pPr algn="ctr" defTabSz="609630">
                  <a:lnSpc>
                    <a:spcPct val="186666"/>
                  </a:lnSpc>
                  <a:buClr>
                    <a:srgbClr val="000000"/>
                  </a:buClr>
                </a:pPr>
                <a:endParaRPr sz="1200" kern="0">
                  <a:solidFill>
                    <a:srgbClr val="000000"/>
                  </a:solidFill>
                  <a:latin typeface="Calibri"/>
                  <a:ea typeface="Calibri"/>
                  <a:cs typeface="Calibri"/>
                  <a:sym typeface="Calibri"/>
                </a:endParaRPr>
              </a:p>
            </p:txBody>
          </p:sp>
        </p:grpSp>
        <p:grpSp>
          <p:nvGrpSpPr>
            <p:cNvPr id="467" name="Google Shape;467;p11"/>
            <p:cNvGrpSpPr/>
            <p:nvPr/>
          </p:nvGrpSpPr>
          <p:grpSpPr>
            <a:xfrm>
              <a:off x="755934" y="1705518"/>
              <a:ext cx="1064177" cy="456396"/>
              <a:chOff x="0" y="-47625"/>
              <a:chExt cx="372901" cy="159927"/>
            </a:xfrm>
          </p:grpSpPr>
          <p:sp>
            <p:nvSpPr>
              <p:cNvPr id="468" name="Google Shape;468;p11"/>
              <p:cNvSpPr/>
              <p:nvPr/>
            </p:nvSpPr>
            <p:spPr>
              <a:xfrm>
                <a:off x="0" y="0"/>
                <a:ext cx="372901" cy="112302"/>
              </a:xfrm>
              <a:custGeom>
                <a:avLst/>
                <a:gdLst/>
                <a:ahLst/>
                <a:cxnLst/>
                <a:rect l="l" t="t" r="r" b="b"/>
                <a:pathLst>
                  <a:path w="372901" h="112302" extrusionOk="0">
                    <a:moveTo>
                      <a:pt x="56151" y="0"/>
                    </a:moveTo>
                    <a:lnTo>
                      <a:pt x="316750" y="0"/>
                    </a:lnTo>
                    <a:cubicBezTo>
                      <a:pt x="347762" y="0"/>
                      <a:pt x="372901" y="25140"/>
                      <a:pt x="372901" y="56151"/>
                    </a:cubicBezTo>
                    <a:lnTo>
                      <a:pt x="372901" y="56151"/>
                    </a:lnTo>
                    <a:cubicBezTo>
                      <a:pt x="372901" y="71043"/>
                      <a:pt x="366985" y="85326"/>
                      <a:pt x="356455" y="95856"/>
                    </a:cubicBezTo>
                    <a:cubicBezTo>
                      <a:pt x="345925" y="106386"/>
                      <a:pt x="331642" y="112302"/>
                      <a:pt x="316750" y="112302"/>
                    </a:cubicBezTo>
                    <a:lnTo>
                      <a:pt x="56151" y="112302"/>
                    </a:lnTo>
                    <a:cubicBezTo>
                      <a:pt x="41259" y="112302"/>
                      <a:pt x="26977" y="106386"/>
                      <a:pt x="16446" y="95856"/>
                    </a:cubicBezTo>
                    <a:cubicBezTo>
                      <a:pt x="5916" y="85326"/>
                      <a:pt x="0" y="71043"/>
                      <a:pt x="0" y="56151"/>
                    </a:cubicBezTo>
                    <a:lnTo>
                      <a:pt x="0" y="56151"/>
                    </a:lnTo>
                    <a:cubicBezTo>
                      <a:pt x="0" y="41259"/>
                      <a:pt x="5916" y="26977"/>
                      <a:pt x="16446" y="16446"/>
                    </a:cubicBezTo>
                    <a:cubicBezTo>
                      <a:pt x="26977" y="5916"/>
                      <a:pt x="41259" y="0"/>
                      <a:pt x="56151" y="0"/>
                    </a:cubicBezTo>
                    <a:close/>
                  </a:path>
                </a:pathLst>
              </a:custGeom>
              <a:solidFill>
                <a:srgbClr val="7ED957"/>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469" name="Google Shape;469;p11"/>
              <p:cNvSpPr txBox="1"/>
              <p:nvPr/>
            </p:nvSpPr>
            <p:spPr>
              <a:xfrm>
                <a:off x="0" y="-47625"/>
                <a:ext cx="372901" cy="159927"/>
              </a:xfrm>
              <a:prstGeom prst="rect">
                <a:avLst/>
              </a:prstGeom>
              <a:noFill/>
              <a:ln>
                <a:noFill/>
              </a:ln>
            </p:spPr>
            <p:txBody>
              <a:bodyPr spcFirstLastPara="1" wrap="square" lIns="33867" tIns="33867" rIns="33867" bIns="33867" anchor="ctr" anchorCtr="0">
                <a:noAutofit/>
              </a:bodyPr>
              <a:lstStyle/>
              <a:p>
                <a:pPr algn="ctr" defTabSz="609630">
                  <a:lnSpc>
                    <a:spcPct val="186666"/>
                  </a:lnSpc>
                  <a:buClr>
                    <a:srgbClr val="000000"/>
                  </a:buClr>
                </a:pPr>
                <a:endParaRPr sz="1200" kern="0">
                  <a:solidFill>
                    <a:srgbClr val="000000"/>
                  </a:solidFill>
                  <a:latin typeface="Calibri"/>
                  <a:ea typeface="Calibri"/>
                  <a:cs typeface="Calibri"/>
                  <a:sym typeface="Calibri"/>
                </a:endParaRPr>
              </a:p>
            </p:txBody>
          </p:sp>
        </p:grpSp>
        <p:grpSp>
          <p:nvGrpSpPr>
            <p:cNvPr id="470" name="Google Shape;470;p11"/>
            <p:cNvGrpSpPr/>
            <p:nvPr/>
          </p:nvGrpSpPr>
          <p:grpSpPr>
            <a:xfrm>
              <a:off x="1926484" y="478098"/>
              <a:ext cx="648547" cy="456396"/>
              <a:chOff x="0" y="-47625"/>
              <a:chExt cx="227259" cy="159927"/>
            </a:xfrm>
          </p:grpSpPr>
          <p:sp>
            <p:nvSpPr>
              <p:cNvPr id="471" name="Google Shape;471;p11"/>
              <p:cNvSpPr/>
              <p:nvPr/>
            </p:nvSpPr>
            <p:spPr>
              <a:xfrm>
                <a:off x="0" y="0"/>
                <a:ext cx="227259" cy="112302"/>
              </a:xfrm>
              <a:custGeom>
                <a:avLst/>
                <a:gdLst/>
                <a:ahLst/>
                <a:cxnLst/>
                <a:rect l="l" t="t" r="r" b="b"/>
                <a:pathLst>
                  <a:path w="227259" h="112302" extrusionOk="0">
                    <a:moveTo>
                      <a:pt x="56151" y="0"/>
                    </a:moveTo>
                    <a:lnTo>
                      <a:pt x="171108" y="0"/>
                    </a:lnTo>
                    <a:cubicBezTo>
                      <a:pt x="186000" y="0"/>
                      <a:pt x="200283" y="5916"/>
                      <a:pt x="210813" y="16446"/>
                    </a:cubicBezTo>
                    <a:cubicBezTo>
                      <a:pt x="221343" y="26977"/>
                      <a:pt x="227259" y="41259"/>
                      <a:pt x="227259" y="56151"/>
                    </a:cubicBezTo>
                    <a:lnTo>
                      <a:pt x="227259" y="56151"/>
                    </a:lnTo>
                    <a:cubicBezTo>
                      <a:pt x="227259" y="87162"/>
                      <a:pt x="202120" y="112302"/>
                      <a:pt x="171108" y="112302"/>
                    </a:cubicBezTo>
                    <a:lnTo>
                      <a:pt x="56151" y="112302"/>
                    </a:lnTo>
                    <a:cubicBezTo>
                      <a:pt x="41259" y="112302"/>
                      <a:pt x="26977" y="106386"/>
                      <a:pt x="16446" y="95856"/>
                    </a:cubicBezTo>
                    <a:cubicBezTo>
                      <a:pt x="5916" y="85326"/>
                      <a:pt x="0" y="71043"/>
                      <a:pt x="0" y="56151"/>
                    </a:cubicBezTo>
                    <a:lnTo>
                      <a:pt x="0" y="56151"/>
                    </a:lnTo>
                    <a:cubicBezTo>
                      <a:pt x="0" y="41259"/>
                      <a:pt x="5916" y="26977"/>
                      <a:pt x="16446" y="16446"/>
                    </a:cubicBezTo>
                    <a:cubicBezTo>
                      <a:pt x="26977" y="5916"/>
                      <a:pt x="41259" y="0"/>
                      <a:pt x="56151" y="0"/>
                    </a:cubicBezTo>
                    <a:close/>
                  </a:path>
                </a:pathLst>
              </a:custGeom>
              <a:solidFill>
                <a:srgbClr val="FFDE59"/>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472" name="Google Shape;472;p11"/>
              <p:cNvSpPr txBox="1"/>
              <p:nvPr/>
            </p:nvSpPr>
            <p:spPr>
              <a:xfrm>
                <a:off x="0" y="-47625"/>
                <a:ext cx="227259" cy="159927"/>
              </a:xfrm>
              <a:prstGeom prst="rect">
                <a:avLst/>
              </a:prstGeom>
              <a:noFill/>
              <a:ln>
                <a:noFill/>
              </a:ln>
            </p:spPr>
            <p:txBody>
              <a:bodyPr spcFirstLastPara="1" wrap="square" lIns="33867" tIns="33867" rIns="33867" bIns="33867" anchor="ctr" anchorCtr="0">
                <a:noAutofit/>
              </a:bodyPr>
              <a:lstStyle/>
              <a:p>
                <a:pPr algn="ctr" defTabSz="609630">
                  <a:lnSpc>
                    <a:spcPct val="186666"/>
                  </a:lnSpc>
                  <a:buClr>
                    <a:srgbClr val="000000"/>
                  </a:buClr>
                </a:pPr>
                <a:endParaRPr sz="1200" kern="0">
                  <a:solidFill>
                    <a:srgbClr val="000000"/>
                  </a:solidFill>
                  <a:latin typeface="Calibri"/>
                  <a:ea typeface="Calibri"/>
                  <a:cs typeface="Calibri"/>
                  <a:sym typeface="Calibri"/>
                </a:endParaRPr>
              </a:p>
            </p:txBody>
          </p:sp>
        </p:grpSp>
        <p:grpSp>
          <p:nvGrpSpPr>
            <p:cNvPr id="473" name="Google Shape;473;p11"/>
            <p:cNvGrpSpPr/>
            <p:nvPr/>
          </p:nvGrpSpPr>
          <p:grpSpPr>
            <a:xfrm>
              <a:off x="0" y="1705518"/>
              <a:ext cx="648547" cy="456396"/>
              <a:chOff x="0" y="-47625"/>
              <a:chExt cx="227259" cy="159927"/>
            </a:xfrm>
          </p:grpSpPr>
          <p:sp>
            <p:nvSpPr>
              <p:cNvPr id="474" name="Google Shape;474;p11"/>
              <p:cNvSpPr/>
              <p:nvPr/>
            </p:nvSpPr>
            <p:spPr>
              <a:xfrm>
                <a:off x="0" y="0"/>
                <a:ext cx="227259" cy="112302"/>
              </a:xfrm>
              <a:custGeom>
                <a:avLst/>
                <a:gdLst/>
                <a:ahLst/>
                <a:cxnLst/>
                <a:rect l="l" t="t" r="r" b="b"/>
                <a:pathLst>
                  <a:path w="227259" h="112302" extrusionOk="0">
                    <a:moveTo>
                      <a:pt x="56151" y="0"/>
                    </a:moveTo>
                    <a:lnTo>
                      <a:pt x="171108" y="0"/>
                    </a:lnTo>
                    <a:cubicBezTo>
                      <a:pt x="186000" y="0"/>
                      <a:pt x="200283" y="5916"/>
                      <a:pt x="210813" y="16446"/>
                    </a:cubicBezTo>
                    <a:cubicBezTo>
                      <a:pt x="221343" y="26977"/>
                      <a:pt x="227259" y="41259"/>
                      <a:pt x="227259" y="56151"/>
                    </a:cubicBezTo>
                    <a:lnTo>
                      <a:pt x="227259" y="56151"/>
                    </a:lnTo>
                    <a:cubicBezTo>
                      <a:pt x="227259" y="87162"/>
                      <a:pt x="202120" y="112302"/>
                      <a:pt x="171108" y="112302"/>
                    </a:cubicBezTo>
                    <a:lnTo>
                      <a:pt x="56151" y="112302"/>
                    </a:lnTo>
                    <a:cubicBezTo>
                      <a:pt x="41259" y="112302"/>
                      <a:pt x="26977" y="106386"/>
                      <a:pt x="16446" y="95856"/>
                    </a:cubicBezTo>
                    <a:cubicBezTo>
                      <a:pt x="5916" y="85326"/>
                      <a:pt x="0" y="71043"/>
                      <a:pt x="0" y="56151"/>
                    </a:cubicBezTo>
                    <a:lnTo>
                      <a:pt x="0" y="56151"/>
                    </a:lnTo>
                    <a:cubicBezTo>
                      <a:pt x="0" y="41259"/>
                      <a:pt x="5916" y="26977"/>
                      <a:pt x="16446" y="16446"/>
                    </a:cubicBezTo>
                    <a:cubicBezTo>
                      <a:pt x="26977" y="5916"/>
                      <a:pt x="41259" y="0"/>
                      <a:pt x="56151" y="0"/>
                    </a:cubicBezTo>
                    <a:close/>
                  </a:path>
                </a:pathLst>
              </a:custGeom>
              <a:solidFill>
                <a:srgbClr val="545454"/>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475" name="Google Shape;475;p11"/>
              <p:cNvSpPr txBox="1"/>
              <p:nvPr/>
            </p:nvSpPr>
            <p:spPr>
              <a:xfrm>
                <a:off x="0" y="-47625"/>
                <a:ext cx="227259" cy="159927"/>
              </a:xfrm>
              <a:prstGeom prst="rect">
                <a:avLst/>
              </a:prstGeom>
              <a:noFill/>
              <a:ln>
                <a:noFill/>
              </a:ln>
            </p:spPr>
            <p:txBody>
              <a:bodyPr spcFirstLastPara="1" wrap="square" lIns="33867" tIns="33867" rIns="33867" bIns="33867" anchor="ctr" anchorCtr="0">
                <a:noAutofit/>
              </a:bodyPr>
              <a:lstStyle/>
              <a:p>
                <a:pPr algn="ctr" defTabSz="609630">
                  <a:lnSpc>
                    <a:spcPct val="186666"/>
                  </a:lnSpc>
                  <a:buClr>
                    <a:srgbClr val="000000"/>
                  </a:buClr>
                </a:pPr>
                <a:endParaRPr sz="1200" kern="0">
                  <a:solidFill>
                    <a:srgbClr val="000000"/>
                  </a:solidFill>
                  <a:latin typeface="Calibri"/>
                  <a:ea typeface="Calibri"/>
                  <a:cs typeface="Calibri"/>
                  <a:sym typeface="Calibri"/>
                </a:endParaRPr>
              </a:p>
            </p:txBody>
          </p:sp>
        </p:grpSp>
        <p:grpSp>
          <p:nvGrpSpPr>
            <p:cNvPr id="476" name="Google Shape;476;p11"/>
            <p:cNvGrpSpPr/>
            <p:nvPr/>
          </p:nvGrpSpPr>
          <p:grpSpPr>
            <a:xfrm>
              <a:off x="2437712" y="-135911"/>
              <a:ext cx="648547" cy="456396"/>
              <a:chOff x="0" y="-47625"/>
              <a:chExt cx="227259" cy="159927"/>
            </a:xfrm>
          </p:grpSpPr>
          <p:sp>
            <p:nvSpPr>
              <p:cNvPr id="477" name="Google Shape;477;p11"/>
              <p:cNvSpPr/>
              <p:nvPr/>
            </p:nvSpPr>
            <p:spPr>
              <a:xfrm>
                <a:off x="0" y="0"/>
                <a:ext cx="227259" cy="112302"/>
              </a:xfrm>
              <a:custGeom>
                <a:avLst/>
                <a:gdLst/>
                <a:ahLst/>
                <a:cxnLst/>
                <a:rect l="l" t="t" r="r" b="b"/>
                <a:pathLst>
                  <a:path w="227259" h="112302" extrusionOk="0">
                    <a:moveTo>
                      <a:pt x="56151" y="0"/>
                    </a:moveTo>
                    <a:lnTo>
                      <a:pt x="171108" y="0"/>
                    </a:lnTo>
                    <a:cubicBezTo>
                      <a:pt x="186000" y="0"/>
                      <a:pt x="200283" y="5916"/>
                      <a:pt x="210813" y="16446"/>
                    </a:cubicBezTo>
                    <a:cubicBezTo>
                      <a:pt x="221343" y="26977"/>
                      <a:pt x="227259" y="41259"/>
                      <a:pt x="227259" y="56151"/>
                    </a:cubicBezTo>
                    <a:lnTo>
                      <a:pt x="227259" y="56151"/>
                    </a:lnTo>
                    <a:cubicBezTo>
                      <a:pt x="227259" y="87162"/>
                      <a:pt x="202120" y="112302"/>
                      <a:pt x="171108" y="112302"/>
                    </a:cubicBezTo>
                    <a:lnTo>
                      <a:pt x="56151" y="112302"/>
                    </a:lnTo>
                    <a:cubicBezTo>
                      <a:pt x="41259" y="112302"/>
                      <a:pt x="26977" y="106386"/>
                      <a:pt x="16446" y="95856"/>
                    </a:cubicBezTo>
                    <a:cubicBezTo>
                      <a:pt x="5916" y="85326"/>
                      <a:pt x="0" y="71043"/>
                      <a:pt x="0" y="56151"/>
                    </a:cubicBezTo>
                    <a:lnTo>
                      <a:pt x="0" y="56151"/>
                    </a:lnTo>
                    <a:cubicBezTo>
                      <a:pt x="0" y="41259"/>
                      <a:pt x="5916" y="26977"/>
                      <a:pt x="16446" y="16446"/>
                    </a:cubicBezTo>
                    <a:cubicBezTo>
                      <a:pt x="26977" y="5916"/>
                      <a:pt x="41259" y="0"/>
                      <a:pt x="56151" y="0"/>
                    </a:cubicBezTo>
                    <a:close/>
                  </a:path>
                </a:pathLst>
              </a:custGeom>
              <a:solidFill>
                <a:srgbClr val="7ED957"/>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478" name="Google Shape;478;p11"/>
              <p:cNvSpPr txBox="1"/>
              <p:nvPr/>
            </p:nvSpPr>
            <p:spPr>
              <a:xfrm>
                <a:off x="0" y="-47625"/>
                <a:ext cx="227259" cy="159927"/>
              </a:xfrm>
              <a:prstGeom prst="rect">
                <a:avLst/>
              </a:prstGeom>
              <a:noFill/>
              <a:ln>
                <a:noFill/>
              </a:ln>
            </p:spPr>
            <p:txBody>
              <a:bodyPr spcFirstLastPara="1" wrap="square" lIns="33867" tIns="33867" rIns="33867" bIns="33867" anchor="ctr" anchorCtr="0">
                <a:noAutofit/>
              </a:bodyPr>
              <a:lstStyle/>
              <a:p>
                <a:pPr algn="ctr" defTabSz="609630">
                  <a:lnSpc>
                    <a:spcPct val="186666"/>
                  </a:lnSpc>
                  <a:buClr>
                    <a:srgbClr val="000000"/>
                  </a:buClr>
                </a:pPr>
                <a:endParaRPr sz="1200" kern="0">
                  <a:solidFill>
                    <a:srgbClr val="000000"/>
                  </a:solidFill>
                  <a:latin typeface="Calibri"/>
                  <a:ea typeface="Calibri"/>
                  <a:cs typeface="Calibri"/>
                  <a:sym typeface="Calibri"/>
                </a:endParaRPr>
              </a:p>
            </p:txBody>
          </p:sp>
        </p:grpSp>
      </p:grpSp>
      <p:sp>
        <p:nvSpPr>
          <p:cNvPr id="479" name="Google Shape;479;p11"/>
          <p:cNvSpPr txBox="1"/>
          <p:nvPr/>
        </p:nvSpPr>
        <p:spPr>
          <a:xfrm>
            <a:off x="685800" y="935900"/>
            <a:ext cx="11253400" cy="2441566"/>
          </a:xfrm>
          <a:prstGeom prst="rect">
            <a:avLst/>
          </a:prstGeom>
          <a:noFill/>
          <a:ln>
            <a:noFill/>
          </a:ln>
        </p:spPr>
        <p:txBody>
          <a:bodyPr spcFirstLastPara="1" wrap="square" lIns="0" tIns="0" rIns="0" bIns="0" anchor="t" anchorCtr="0">
            <a:spAutoFit/>
          </a:bodyPr>
          <a:lstStyle/>
          <a:p>
            <a:pPr defTabSz="609630">
              <a:lnSpc>
                <a:spcPct val="119998"/>
              </a:lnSpc>
              <a:buClr>
                <a:srgbClr val="000000"/>
              </a:buClr>
            </a:pPr>
            <a:r>
              <a:rPr lang="en-US" sz="6611" kern="0" dirty="0">
                <a:solidFill>
                  <a:srgbClr val="FFFFFF"/>
                </a:solidFill>
                <a:latin typeface="Courier"/>
                <a:ea typeface="Courier"/>
                <a:cs typeface="Courier"/>
                <a:sym typeface="Courier"/>
              </a:rPr>
              <a:t>INTRODUCTION TO</a:t>
            </a:r>
            <a:endParaRPr sz="6611" kern="0" dirty="0">
              <a:solidFill>
                <a:srgbClr val="FFFFFF"/>
              </a:solidFill>
              <a:latin typeface="Courier"/>
              <a:ea typeface="Courier"/>
              <a:cs typeface="Courier"/>
              <a:sym typeface="Courier"/>
            </a:endParaRPr>
          </a:p>
          <a:p>
            <a:pPr defTabSz="609630">
              <a:lnSpc>
                <a:spcPct val="119997"/>
              </a:lnSpc>
              <a:buClr>
                <a:srgbClr val="000000"/>
              </a:buClr>
            </a:pPr>
            <a:r>
              <a:rPr lang="en-US" sz="6611" kern="0" dirty="0">
                <a:solidFill>
                  <a:srgbClr val="FFFFFF"/>
                </a:solidFill>
                <a:latin typeface="Courier"/>
                <a:ea typeface="Courier"/>
                <a:cs typeface="Courier"/>
                <a:sym typeface="Courier"/>
              </a:rPr>
              <a:t>{</a:t>
            </a:r>
            <a:r>
              <a:rPr lang="en-US" sz="6611" kern="0" dirty="0">
                <a:solidFill>
                  <a:srgbClr val="FF66C4"/>
                </a:solidFill>
                <a:latin typeface="Courier"/>
                <a:ea typeface="Courier"/>
                <a:cs typeface="Courier"/>
                <a:sym typeface="Courier"/>
              </a:rPr>
              <a:t>PYTHON</a:t>
            </a:r>
            <a:r>
              <a:rPr lang="en-US" sz="6611" kern="0" dirty="0">
                <a:solidFill>
                  <a:srgbClr val="FFFFFF"/>
                </a:solidFill>
                <a:latin typeface="Courier"/>
                <a:ea typeface="Courier"/>
                <a:cs typeface="Courier"/>
                <a:sym typeface="Courier"/>
              </a:rPr>
              <a:t> </a:t>
            </a:r>
            <a:r>
              <a:rPr lang="en-US" sz="6611" kern="0" dirty="0">
                <a:solidFill>
                  <a:srgbClr val="C1FF72"/>
                </a:solidFill>
                <a:latin typeface="Courier"/>
                <a:ea typeface="Courier"/>
                <a:cs typeface="Courier"/>
                <a:sym typeface="Courier"/>
              </a:rPr>
              <a:t>PROGRAMMING}</a:t>
            </a:r>
            <a:r>
              <a:rPr lang="en-US" sz="6611" kern="0" dirty="0">
                <a:solidFill>
                  <a:srgbClr val="FFFFFF"/>
                </a:solidFill>
                <a:latin typeface="Courier"/>
                <a:ea typeface="Courier"/>
                <a:cs typeface="Courier"/>
                <a:sym typeface="Courier"/>
              </a:rPr>
              <a:t> </a:t>
            </a:r>
            <a:endParaRPr sz="933" kern="0" dirty="0">
              <a:solidFill>
                <a:srgbClr val="000000"/>
              </a:solidFill>
              <a:latin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24042" y="217287"/>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solidFill>
              <a:srgbClr val="FF66C4"/>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60"/>
            <a:ext cx="10326008" cy="1062920"/>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5756" kern="0" dirty="0">
                <a:solidFill>
                  <a:srgbClr val="FFFFFF"/>
                </a:solidFill>
                <a:latin typeface="Courier"/>
                <a:cs typeface="Arial"/>
                <a:sym typeface="Courier"/>
              </a:rPr>
              <a:t>LEARNING OUTCOME</a:t>
            </a:r>
            <a:endParaRPr sz="933" kern="0" dirty="0">
              <a:solidFill>
                <a:srgbClr val="000000"/>
              </a:solidFill>
              <a:latin typeface="Arial"/>
              <a:cs typeface="Arial"/>
              <a:sym typeface="Arial"/>
            </a:endParaRPr>
          </a:p>
        </p:txBody>
      </p:sp>
      <p:sp>
        <p:nvSpPr>
          <p:cNvPr id="649" name="Google Shape;649;p14"/>
          <p:cNvSpPr txBox="1"/>
          <p:nvPr/>
        </p:nvSpPr>
        <p:spPr>
          <a:xfrm>
            <a:off x="997460" y="2434590"/>
            <a:ext cx="4319501" cy="2958695"/>
          </a:xfrm>
          <a:prstGeom prst="rect">
            <a:avLst/>
          </a:prstGeom>
          <a:noFill/>
          <a:ln>
            <a:noFill/>
          </a:ln>
        </p:spPr>
        <p:txBody>
          <a:bodyPr spcFirstLastPara="1" wrap="square" lIns="0" tIns="0" rIns="0" bIns="0" anchor="t" anchorCtr="0">
            <a:spAutoFit/>
          </a:bodyPr>
          <a:lstStyle/>
          <a:p>
            <a:pPr marL="304815" indent="-304815" defTabSz="609630">
              <a:lnSpc>
                <a:spcPct val="139958"/>
              </a:lnSpc>
              <a:buClr>
                <a:srgbClr val="FFFFFF"/>
              </a:buClr>
              <a:buFont typeface="Arial"/>
              <a:buAutoNum type="arabicPeriod"/>
            </a:pPr>
            <a:r>
              <a:rPr lang="en-US" sz="1600" kern="0" dirty="0">
                <a:solidFill>
                  <a:srgbClr val="FFFFFF"/>
                </a:solidFill>
                <a:latin typeface="Roboto Mono"/>
                <a:ea typeface="Roboto Mono"/>
                <a:cs typeface="Roboto Mono"/>
                <a:sym typeface="Roboto Mono"/>
              </a:rPr>
              <a:t>At the end of this course, you will be able to develop and execute Python Programs</a:t>
            </a:r>
          </a:p>
          <a:p>
            <a:pPr marL="304815" indent="-304815" defTabSz="609630">
              <a:lnSpc>
                <a:spcPct val="139958"/>
              </a:lnSpc>
              <a:buClr>
                <a:srgbClr val="000000"/>
              </a:buClr>
              <a:buFont typeface="Arial"/>
              <a:buAutoNum type="arabicPeriod"/>
            </a:pPr>
            <a:endParaRPr lang="en-US" sz="1600" kern="0" dirty="0">
              <a:solidFill>
                <a:srgbClr val="FFFFFF"/>
              </a:solidFill>
              <a:latin typeface="Roboto Mono"/>
              <a:ea typeface="Roboto Mono"/>
              <a:cs typeface="Roboto Mono"/>
              <a:sym typeface="Roboto Mono"/>
            </a:endParaRPr>
          </a:p>
          <a:p>
            <a:pPr marL="304815" indent="-304815" defTabSz="609630">
              <a:lnSpc>
                <a:spcPct val="139958"/>
              </a:lnSpc>
              <a:buClr>
                <a:srgbClr val="FFFFFF"/>
              </a:buClr>
              <a:buFont typeface="Arial"/>
              <a:buAutoNum type="arabicPeriod"/>
            </a:pPr>
            <a:r>
              <a:rPr lang="en-US" sz="1600" kern="0" dirty="0">
                <a:solidFill>
                  <a:srgbClr val="FFFFFF"/>
                </a:solidFill>
                <a:latin typeface="Roboto Mono"/>
                <a:ea typeface="Roboto Mono"/>
                <a:cs typeface="Roboto Mono"/>
                <a:sym typeface="Roboto Mono"/>
              </a:rPr>
              <a:t>At the end of this course, you will be able to manipulate Data and perform operations</a:t>
            </a:r>
          </a:p>
          <a:p>
            <a:pPr marL="228611" indent="-228611" defTabSz="609630">
              <a:lnSpc>
                <a:spcPct val="139958"/>
              </a:lnSpc>
              <a:buClr>
                <a:srgbClr val="000000"/>
              </a:buClr>
              <a:buFont typeface="Arial"/>
              <a:buAutoNum type="arabicPeriod"/>
            </a:pPr>
            <a:endParaRPr lang="en-US" sz="1600" kern="0" dirty="0">
              <a:solidFill>
                <a:srgbClr val="FFFFFF"/>
              </a:solidFill>
              <a:latin typeface="Roboto Mono"/>
              <a:ea typeface="Roboto Mono"/>
              <a:cs typeface="Arial"/>
              <a:sym typeface="Roboto Mono"/>
            </a:endParaRPr>
          </a:p>
          <a:p>
            <a:pPr marL="228611" indent="-228611" defTabSz="609630">
              <a:lnSpc>
                <a:spcPct val="139958"/>
              </a:lnSpc>
              <a:buClr>
                <a:srgbClr val="000000"/>
              </a:buClr>
              <a:buFont typeface="Arial"/>
              <a:buAutoNum type="arabicPeriod"/>
            </a:pPr>
            <a:endParaRPr lang="en-US" sz="933" kern="0" dirty="0">
              <a:solidFill>
                <a:srgbClr val="000000"/>
              </a:solidFill>
              <a:latin typeface="Arial"/>
              <a:cs typeface="Arial"/>
              <a:sym typeface="Arial"/>
            </a:endParaRPr>
          </a:p>
        </p:txBody>
      </p:sp>
      <p:sp>
        <p:nvSpPr>
          <p:cNvPr id="4" name="Google Shape;649;p14">
            <a:extLst>
              <a:ext uri="{FF2B5EF4-FFF2-40B4-BE49-F238E27FC236}">
                <a16:creationId xmlns:a16="http://schemas.microsoft.com/office/drawing/2014/main" id="{9BEB48C9-1294-0DD0-59FE-3508E7CB49A7}"/>
              </a:ext>
            </a:extLst>
          </p:cNvPr>
          <p:cNvSpPr txBox="1"/>
          <p:nvPr/>
        </p:nvSpPr>
        <p:spPr>
          <a:xfrm>
            <a:off x="6929207" y="2434590"/>
            <a:ext cx="4319501" cy="2958695"/>
          </a:xfrm>
          <a:prstGeom prst="rect">
            <a:avLst/>
          </a:prstGeom>
          <a:noFill/>
          <a:ln>
            <a:noFill/>
          </a:ln>
        </p:spPr>
        <p:txBody>
          <a:bodyPr spcFirstLastPara="1" wrap="square" lIns="0" tIns="0" rIns="0" bIns="0" anchor="t" anchorCtr="0">
            <a:spAutoFit/>
          </a:bodyPr>
          <a:lstStyle/>
          <a:p>
            <a:pPr marL="304815" indent="-304815" defTabSz="609630">
              <a:lnSpc>
                <a:spcPct val="139958"/>
              </a:lnSpc>
              <a:buClr>
                <a:srgbClr val="FFFFFF"/>
              </a:buClr>
              <a:buFont typeface="Arial"/>
              <a:buAutoNum type="arabicPeriod"/>
            </a:pPr>
            <a:r>
              <a:rPr lang="en-US" sz="1600" kern="0" dirty="0">
                <a:solidFill>
                  <a:srgbClr val="FFFFFF"/>
                </a:solidFill>
                <a:latin typeface="Roboto Mono"/>
                <a:ea typeface="Roboto Mono"/>
                <a:cs typeface="Roboto Mono"/>
                <a:sym typeface="Roboto Mono"/>
              </a:rPr>
              <a:t>At the end of this course, you will be able to implement error handling and utilize python modules</a:t>
            </a:r>
          </a:p>
          <a:p>
            <a:pPr marL="304815" indent="-304815" defTabSz="609630">
              <a:lnSpc>
                <a:spcPct val="139958"/>
              </a:lnSpc>
              <a:buClr>
                <a:srgbClr val="FFFFFF"/>
              </a:buClr>
              <a:buFont typeface="Arial"/>
              <a:buAutoNum type="arabicPeriod"/>
            </a:pPr>
            <a:r>
              <a:rPr lang="en-US" sz="1600" kern="0" dirty="0">
                <a:solidFill>
                  <a:srgbClr val="FFFFFF"/>
                </a:solidFill>
                <a:latin typeface="Roboto Mono"/>
                <a:ea typeface="Roboto Mono"/>
                <a:cs typeface="Roboto Mono"/>
                <a:sym typeface="Roboto Mono"/>
              </a:rPr>
              <a:t>At the end of this course, you will be able to interact with files and the filesystem</a:t>
            </a:r>
          </a:p>
          <a:p>
            <a:pPr marL="228611" indent="-228611" defTabSz="609630">
              <a:lnSpc>
                <a:spcPct val="139958"/>
              </a:lnSpc>
              <a:buClr>
                <a:srgbClr val="000000"/>
              </a:buClr>
              <a:buFont typeface="Arial"/>
              <a:buAutoNum type="arabicPeriod"/>
            </a:pPr>
            <a:endParaRPr lang="en-US" sz="1600" kern="0" dirty="0">
              <a:solidFill>
                <a:srgbClr val="FFFFFF"/>
              </a:solidFill>
              <a:latin typeface="Roboto Mono"/>
              <a:ea typeface="Roboto Mono"/>
              <a:cs typeface="Arial"/>
              <a:sym typeface="Roboto Mono"/>
            </a:endParaRPr>
          </a:p>
          <a:p>
            <a:pPr marL="228611" indent="-228611" defTabSz="609630">
              <a:lnSpc>
                <a:spcPct val="139958"/>
              </a:lnSpc>
              <a:buClr>
                <a:srgbClr val="000000"/>
              </a:buClr>
              <a:buFont typeface="Arial"/>
              <a:buAutoNum type="arabicPeriod"/>
            </a:pPr>
            <a:endParaRPr lang="en-US" sz="933" kern="0" dirty="0">
              <a:solidFill>
                <a:srgbClr val="000000"/>
              </a:solidFill>
              <a:latin typeface="Arial"/>
              <a:cs typeface="Arial"/>
              <a:sym typeface="Arial"/>
            </a:endParaRPr>
          </a:p>
        </p:txBody>
      </p:sp>
    </p:spTree>
    <p:extLst>
      <p:ext uri="{BB962C8B-B14F-4D97-AF65-F5344CB8AC3E}">
        <p14:creationId xmlns:p14="http://schemas.microsoft.com/office/powerpoint/2010/main" val="34064163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63"/>
        <p:cNvGrpSpPr/>
        <p:nvPr/>
      </p:nvGrpSpPr>
      <p:grpSpPr>
        <a:xfrm>
          <a:off x="0" y="0"/>
          <a:ext cx="0" cy="0"/>
          <a:chOff x="0" y="0"/>
          <a:chExt cx="0" cy="0"/>
        </a:xfrm>
      </p:grpSpPr>
      <p:grpSp>
        <p:nvGrpSpPr>
          <p:cNvPr id="564" name="Google Shape;564;p13"/>
          <p:cNvGrpSpPr/>
          <p:nvPr/>
        </p:nvGrpSpPr>
        <p:grpSpPr>
          <a:xfrm>
            <a:off x="324042" y="217287"/>
            <a:ext cx="11543917" cy="6302879"/>
            <a:chOff x="0" y="-241102"/>
            <a:chExt cx="23087835" cy="12605759"/>
          </a:xfrm>
        </p:grpSpPr>
        <p:grpSp>
          <p:nvGrpSpPr>
            <p:cNvPr id="565" name="Google Shape;565;p13"/>
            <p:cNvGrpSpPr/>
            <p:nvPr/>
          </p:nvGrpSpPr>
          <p:grpSpPr>
            <a:xfrm>
              <a:off x="0" y="-241102"/>
              <a:ext cx="23069216" cy="12605759"/>
              <a:chOff x="0" y="-47625"/>
              <a:chExt cx="4556882" cy="2490026"/>
            </a:xfrm>
          </p:grpSpPr>
          <p:sp>
            <p:nvSpPr>
              <p:cNvPr id="566" name="Google Shape;566;p13"/>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567" name="Google Shape;567;p13"/>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568" name="Google Shape;568;p13"/>
            <p:cNvGrpSpPr/>
            <p:nvPr/>
          </p:nvGrpSpPr>
          <p:grpSpPr>
            <a:xfrm>
              <a:off x="18619" y="-241102"/>
              <a:ext cx="23069216" cy="12605759"/>
              <a:chOff x="0" y="-47625"/>
              <a:chExt cx="4556882" cy="2490026"/>
            </a:xfrm>
          </p:grpSpPr>
          <p:sp>
            <p:nvSpPr>
              <p:cNvPr id="569" name="Google Shape;569;p13"/>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570" name="Google Shape;570;p13"/>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cxnSp>
          <p:nvCxnSpPr>
            <p:cNvPr id="571" name="Google Shape;571;p13"/>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572" name="Google Shape;572;p13"/>
            <p:cNvGrpSpPr/>
            <p:nvPr/>
          </p:nvGrpSpPr>
          <p:grpSpPr>
            <a:xfrm>
              <a:off x="318466" y="201915"/>
              <a:ext cx="394763" cy="394763"/>
              <a:chOff x="0" y="0"/>
              <a:chExt cx="812800" cy="812800"/>
            </a:xfrm>
          </p:grpSpPr>
          <p:sp>
            <p:nvSpPr>
              <p:cNvPr id="573" name="Google Shape;573;p13"/>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574" name="Google Shape;574;p13"/>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575" name="Google Shape;575;p13"/>
            <p:cNvGrpSpPr/>
            <p:nvPr/>
          </p:nvGrpSpPr>
          <p:grpSpPr>
            <a:xfrm>
              <a:off x="989083" y="201915"/>
              <a:ext cx="394763" cy="394763"/>
              <a:chOff x="0" y="0"/>
              <a:chExt cx="812800" cy="812800"/>
            </a:xfrm>
          </p:grpSpPr>
          <p:sp>
            <p:nvSpPr>
              <p:cNvPr id="576" name="Google Shape;576;p13"/>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577" name="Google Shape;577;p13"/>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578" name="Google Shape;578;p13"/>
            <p:cNvGrpSpPr/>
            <p:nvPr/>
          </p:nvGrpSpPr>
          <p:grpSpPr>
            <a:xfrm>
              <a:off x="1663247" y="201915"/>
              <a:ext cx="394763" cy="394763"/>
              <a:chOff x="0" y="0"/>
              <a:chExt cx="812800" cy="812800"/>
            </a:xfrm>
          </p:grpSpPr>
          <p:sp>
            <p:nvSpPr>
              <p:cNvPr id="579" name="Google Shape;579;p13"/>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580" name="Google Shape;580;p13"/>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sp>
        <p:nvSpPr>
          <p:cNvPr id="581" name="Google Shape;581;p13"/>
          <p:cNvSpPr txBox="1"/>
          <p:nvPr/>
        </p:nvSpPr>
        <p:spPr>
          <a:xfrm>
            <a:off x="739460" y="2467033"/>
            <a:ext cx="6880946" cy="1220783"/>
          </a:xfrm>
          <a:prstGeom prst="rect">
            <a:avLst/>
          </a:prstGeom>
          <a:noFill/>
          <a:ln>
            <a:noFill/>
          </a:ln>
        </p:spPr>
        <p:txBody>
          <a:bodyPr spcFirstLastPara="1" wrap="square" lIns="0" tIns="0" rIns="0" bIns="0" anchor="t" anchorCtr="0">
            <a:spAutoFit/>
          </a:bodyPr>
          <a:lstStyle/>
          <a:p>
            <a:pPr defTabSz="609630">
              <a:lnSpc>
                <a:spcPct val="119997"/>
              </a:lnSpc>
              <a:buClr>
                <a:srgbClr val="000000"/>
              </a:buClr>
            </a:pPr>
            <a:r>
              <a:rPr lang="en-US" sz="6611" kern="0" dirty="0">
                <a:solidFill>
                  <a:srgbClr val="FFFFFF"/>
                </a:solidFill>
                <a:latin typeface="Courier"/>
                <a:ea typeface="Courier"/>
                <a:cs typeface="Courier"/>
                <a:sym typeface="Courier"/>
              </a:rPr>
              <a:t>INTRODUCTION</a:t>
            </a:r>
            <a:endParaRPr sz="933" kern="0" dirty="0">
              <a:solidFill>
                <a:srgbClr val="000000"/>
              </a:solidFill>
              <a:latin typeface="Arial"/>
              <a:cs typeface="Arial"/>
              <a:sym typeface="Arial"/>
            </a:endParaRPr>
          </a:p>
        </p:txBody>
      </p:sp>
      <p:grpSp>
        <p:nvGrpSpPr>
          <p:cNvPr id="582" name="Google Shape;582;p13"/>
          <p:cNvGrpSpPr/>
          <p:nvPr/>
        </p:nvGrpSpPr>
        <p:grpSpPr>
          <a:xfrm>
            <a:off x="685801" y="998505"/>
            <a:ext cx="1755951" cy="1109071"/>
            <a:chOff x="0" y="-47625"/>
            <a:chExt cx="751045" cy="474365"/>
          </a:xfrm>
        </p:grpSpPr>
        <p:sp>
          <p:nvSpPr>
            <p:cNvPr id="583" name="Google Shape;583;p13"/>
            <p:cNvSpPr/>
            <p:nvPr/>
          </p:nvSpPr>
          <p:spPr>
            <a:xfrm>
              <a:off x="0" y="0"/>
              <a:ext cx="751045" cy="426740"/>
            </a:xfrm>
            <a:custGeom>
              <a:avLst/>
              <a:gdLst/>
              <a:ahLst/>
              <a:cxnLst/>
              <a:rect l="l" t="t" r="r" b="b"/>
              <a:pathLst>
                <a:path w="751045" h="426740" extrusionOk="0">
                  <a:moveTo>
                    <a:pt x="47029" y="0"/>
                  </a:moveTo>
                  <a:lnTo>
                    <a:pt x="704016" y="0"/>
                  </a:lnTo>
                  <a:cubicBezTo>
                    <a:pt x="729989" y="0"/>
                    <a:pt x="751045" y="21056"/>
                    <a:pt x="751045" y="47029"/>
                  </a:cubicBezTo>
                  <a:lnTo>
                    <a:pt x="751045" y="379711"/>
                  </a:lnTo>
                  <a:cubicBezTo>
                    <a:pt x="751045" y="405685"/>
                    <a:pt x="729989" y="426740"/>
                    <a:pt x="704016" y="426740"/>
                  </a:cubicBezTo>
                  <a:lnTo>
                    <a:pt x="47029" y="426740"/>
                  </a:lnTo>
                  <a:cubicBezTo>
                    <a:pt x="21056" y="426740"/>
                    <a:pt x="0" y="405685"/>
                    <a:pt x="0" y="379711"/>
                  </a:cubicBezTo>
                  <a:lnTo>
                    <a:pt x="0" y="47029"/>
                  </a:lnTo>
                  <a:cubicBezTo>
                    <a:pt x="0" y="21056"/>
                    <a:pt x="21056" y="0"/>
                    <a:pt x="47029" y="0"/>
                  </a:cubicBezTo>
                  <a:close/>
                </a:path>
              </a:pathLst>
            </a:custGeom>
            <a:solidFill>
              <a:srgbClr val="FF66C4"/>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584" name="Google Shape;584;p13"/>
            <p:cNvSpPr txBox="1"/>
            <p:nvPr/>
          </p:nvSpPr>
          <p:spPr>
            <a:xfrm>
              <a:off x="0" y="-47625"/>
              <a:ext cx="751045"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585" name="Google Shape;585;p13"/>
          <p:cNvGrpSpPr/>
          <p:nvPr/>
        </p:nvGrpSpPr>
        <p:grpSpPr>
          <a:xfrm>
            <a:off x="739461" y="1161334"/>
            <a:ext cx="1755951" cy="1109071"/>
            <a:chOff x="0" y="-47625"/>
            <a:chExt cx="751045" cy="474365"/>
          </a:xfrm>
        </p:grpSpPr>
        <p:sp>
          <p:nvSpPr>
            <p:cNvPr id="586" name="Google Shape;586;p13"/>
            <p:cNvSpPr/>
            <p:nvPr/>
          </p:nvSpPr>
          <p:spPr>
            <a:xfrm>
              <a:off x="0" y="0"/>
              <a:ext cx="751045" cy="426740"/>
            </a:xfrm>
            <a:custGeom>
              <a:avLst/>
              <a:gdLst/>
              <a:ahLst/>
              <a:cxnLst/>
              <a:rect l="l" t="t" r="r" b="b"/>
              <a:pathLst>
                <a:path w="751045" h="426740" extrusionOk="0">
                  <a:moveTo>
                    <a:pt x="52908" y="0"/>
                  </a:moveTo>
                  <a:lnTo>
                    <a:pt x="698137" y="0"/>
                  </a:lnTo>
                  <a:cubicBezTo>
                    <a:pt x="727357" y="0"/>
                    <a:pt x="751045" y="23688"/>
                    <a:pt x="751045" y="52908"/>
                  </a:cubicBezTo>
                  <a:lnTo>
                    <a:pt x="751045" y="373833"/>
                  </a:lnTo>
                  <a:cubicBezTo>
                    <a:pt x="751045" y="403053"/>
                    <a:pt x="727357" y="426740"/>
                    <a:pt x="698137" y="426740"/>
                  </a:cubicBezTo>
                  <a:lnTo>
                    <a:pt x="52908" y="426740"/>
                  </a:lnTo>
                  <a:cubicBezTo>
                    <a:pt x="23688" y="426740"/>
                    <a:pt x="0" y="403053"/>
                    <a:pt x="0" y="373833"/>
                  </a:cubicBezTo>
                  <a:lnTo>
                    <a:pt x="0" y="52908"/>
                  </a:lnTo>
                  <a:cubicBezTo>
                    <a:pt x="0" y="23688"/>
                    <a:pt x="23688" y="0"/>
                    <a:pt x="52908"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587" name="Google Shape;587;p13"/>
            <p:cNvSpPr txBox="1"/>
            <p:nvPr/>
          </p:nvSpPr>
          <p:spPr>
            <a:xfrm>
              <a:off x="0" y="-47625"/>
              <a:ext cx="751045"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588" name="Google Shape;588;p13"/>
          <p:cNvSpPr txBox="1"/>
          <p:nvPr/>
        </p:nvSpPr>
        <p:spPr>
          <a:xfrm>
            <a:off x="1039774" y="1310107"/>
            <a:ext cx="1155325" cy="1220783"/>
          </a:xfrm>
          <a:prstGeom prst="rect">
            <a:avLst/>
          </a:prstGeom>
          <a:noFill/>
          <a:ln>
            <a:noFill/>
          </a:ln>
        </p:spPr>
        <p:txBody>
          <a:bodyPr spcFirstLastPara="1" wrap="square" lIns="0" tIns="0" rIns="0" bIns="0" anchor="t" anchorCtr="0">
            <a:spAutoFit/>
          </a:bodyPr>
          <a:lstStyle/>
          <a:p>
            <a:pPr defTabSz="609630">
              <a:lnSpc>
                <a:spcPct val="119997"/>
              </a:lnSpc>
              <a:buClr>
                <a:srgbClr val="000000"/>
              </a:buClr>
            </a:pPr>
            <a:r>
              <a:rPr lang="en-US" sz="6611" kern="0" dirty="0">
                <a:solidFill>
                  <a:srgbClr val="FFFFFF"/>
                </a:solidFill>
                <a:latin typeface="Courier"/>
                <a:ea typeface="Courier"/>
                <a:cs typeface="Courier"/>
                <a:sym typeface="Courier"/>
              </a:rPr>
              <a:t>01</a:t>
            </a:r>
            <a:endParaRPr sz="933" kern="0" dirty="0">
              <a:solidFill>
                <a:srgbClr val="000000"/>
              </a:solidFill>
              <a:latin typeface="Arial"/>
              <a:cs typeface="Arial"/>
              <a:sym typeface="Arial"/>
            </a:endParaRPr>
          </a:p>
        </p:txBody>
      </p:sp>
      <p:grpSp>
        <p:nvGrpSpPr>
          <p:cNvPr id="590" name="Google Shape;590;p13"/>
          <p:cNvGrpSpPr/>
          <p:nvPr/>
        </p:nvGrpSpPr>
        <p:grpSpPr>
          <a:xfrm>
            <a:off x="8158040" y="1005571"/>
            <a:ext cx="3257877" cy="1763065"/>
            <a:chOff x="0" y="-208563"/>
            <a:chExt cx="6515753" cy="3526129"/>
          </a:xfrm>
        </p:grpSpPr>
        <p:grpSp>
          <p:nvGrpSpPr>
            <p:cNvPr id="591" name="Google Shape;591;p13"/>
            <p:cNvGrpSpPr/>
            <p:nvPr/>
          </p:nvGrpSpPr>
          <p:grpSpPr>
            <a:xfrm>
              <a:off x="2956287" y="2617202"/>
              <a:ext cx="3559466" cy="700364"/>
              <a:chOff x="0" y="-47625"/>
              <a:chExt cx="812800" cy="159927"/>
            </a:xfrm>
          </p:grpSpPr>
          <p:sp>
            <p:nvSpPr>
              <p:cNvPr id="592" name="Google Shape;592;p13"/>
              <p:cNvSpPr/>
              <p:nvPr/>
            </p:nvSpPr>
            <p:spPr>
              <a:xfrm>
                <a:off x="0" y="0"/>
                <a:ext cx="812800" cy="112302"/>
              </a:xfrm>
              <a:custGeom>
                <a:avLst/>
                <a:gdLst/>
                <a:ahLst/>
                <a:cxnLst/>
                <a:rect l="l" t="t" r="r" b="b"/>
                <a:pathLst>
                  <a:path w="812800" h="112302" extrusionOk="0">
                    <a:moveTo>
                      <a:pt x="56151" y="0"/>
                    </a:moveTo>
                    <a:lnTo>
                      <a:pt x="756649" y="0"/>
                    </a:lnTo>
                    <a:cubicBezTo>
                      <a:pt x="771541" y="0"/>
                      <a:pt x="785823" y="5916"/>
                      <a:pt x="796354" y="16446"/>
                    </a:cubicBezTo>
                    <a:cubicBezTo>
                      <a:pt x="806884" y="26977"/>
                      <a:pt x="812800" y="41259"/>
                      <a:pt x="812800" y="56151"/>
                    </a:cubicBezTo>
                    <a:lnTo>
                      <a:pt x="812800" y="56151"/>
                    </a:lnTo>
                    <a:cubicBezTo>
                      <a:pt x="812800" y="87162"/>
                      <a:pt x="787660" y="112302"/>
                      <a:pt x="756649" y="112302"/>
                    </a:cubicBezTo>
                    <a:lnTo>
                      <a:pt x="56151" y="112302"/>
                    </a:lnTo>
                    <a:cubicBezTo>
                      <a:pt x="41259" y="112302"/>
                      <a:pt x="26977" y="106386"/>
                      <a:pt x="16446" y="95856"/>
                    </a:cubicBezTo>
                    <a:cubicBezTo>
                      <a:pt x="5916" y="85326"/>
                      <a:pt x="0" y="71043"/>
                      <a:pt x="0" y="56151"/>
                    </a:cubicBezTo>
                    <a:lnTo>
                      <a:pt x="0" y="56151"/>
                    </a:lnTo>
                    <a:cubicBezTo>
                      <a:pt x="0" y="41259"/>
                      <a:pt x="5916" y="26977"/>
                      <a:pt x="16446" y="16446"/>
                    </a:cubicBezTo>
                    <a:cubicBezTo>
                      <a:pt x="26977" y="5916"/>
                      <a:pt x="41259" y="0"/>
                      <a:pt x="56151" y="0"/>
                    </a:cubicBezTo>
                    <a:close/>
                  </a:path>
                </a:pathLst>
              </a:custGeom>
              <a:solidFill>
                <a:srgbClr val="8C52FF"/>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593" name="Google Shape;593;p13"/>
              <p:cNvSpPr txBox="1"/>
              <p:nvPr/>
            </p:nvSpPr>
            <p:spPr>
              <a:xfrm>
                <a:off x="0" y="-47625"/>
                <a:ext cx="812800" cy="159927"/>
              </a:xfrm>
              <a:prstGeom prst="rect">
                <a:avLst/>
              </a:prstGeom>
              <a:noFill/>
              <a:ln>
                <a:noFill/>
              </a:ln>
            </p:spPr>
            <p:txBody>
              <a:bodyPr spcFirstLastPara="1" wrap="square" lIns="33867" tIns="33867" rIns="33867" bIns="33867" anchor="ctr" anchorCtr="0">
                <a:noAutofit/>
              </a:bodyPr>
              <a:lstStyle/>
              <a:p>
                <a:pPr algn="ctr" defTabSz="609630">
                  <a:lnSpc>
                    <a:spcPct val="186666"/>
                  </a:lnSpc>
                  <a:buClr>
                    <a:srgbClr val="000000"/>
                  </a:buClr>
                </a:pPr>
                <a:endParaRPr sz="1200" kern="0">
                  <a:solidFill>
                    <a:srgbClr val="000000"/>
                  </a:solidFill>
                  <a:latin typeface="Calibri"/>
                  <a:ea typeface="Calibri"/>
                  <a:cs typeface="Calibri"/>
                  <a:sym typeface="Calibri"/>
                </a:endParaRPr>
              </a:p>
            </p:txBody>
          </p:sp>
        </p:grpSp>
        <p:grpSp>
          <p:nvGrpSpPr>
            <p:cNvPr id="594" name="Google Shape;594;p13"/>
            <p:cNvGrpSpPr/>
            <p:nvPr/>
          </p:nvGrpSpPr>
          <p:grpSpPr>
            <a:xfrm>
              <a:off x="2500711" y="1675891"/>
              <a:ext cx="4015041" cy="700364"/>
              <a:chOff x="0" y="-47625"/>
              <a:chExt cx="916830" cy="159927"/>
            </a:xfrm>
          </p:grpSpPr>
          <p:sp>
            <p:nvSpPr>
              <p:cNvPr id="595" name="Google Shape;595;p13"/>
              <p:cNvSpPr/>
              <p:nvPr/>
            </p:nvSpPr>
            <p:spPr>
              <a:xfrm>
                <a:off x="0" y="0"/>
                <a:ext cx="916830" cy="112302"/>
              </a:xfrm>
              <a:custGeom>
                <a:avLst/>
                <a:gdLst/>
                <a:ahLst/>
                <a:cxnLst/>
                <a:rect l="l" t="t" r="r" b="b"/>
                <a:pathLst>
                  <a:path w="916830" h="112302" extrusionOk="0">
                    <a:moveTo>
                      <a:pt x="56151" y="0"/>
                    </a:moveTo>
                    <a:lnTo>
                      <a:pt x="860679" y="0"/>
                    </a:lnTo>
                    <a:cubicBezTo>
                      <a:pt x="891690" y="0"/>
                      <a:pt x="916830" y="25140"/>
                      <a:pt x="916830" y="56151"/>
                    </a:cubicBezTo>
                    <a:lnTo>
                      <a:pt x="916830" y="56151"/>
                    </a:lnTo>
                    <a:cubicBezTo>
                      <a:pt x="916830" y="71043"/>
                      <a:pt x="910914" y="85326"/>
                      <a:pt x="900384" y="95856"/>
                    </a:cubicBezTo>
                    <a:cubicBezTo>
                      <a:pt x="889853" y="106386"/>
                      <a:pt x="875571" y="112302"/>
                      <a:pt x="860679" y="112302"/>
                    </a:cubicBezTo>
                    <a:lnTo>
                      <a:pt x="56151" y="112302"/>
                    </a:lnTo>
                    <a:cubicBezTo>
                      <a:pt x="41259" y="112302"/>
                      <a:pt x="26977" y="106386"/>
                      <a:pt x="16446" y="95856"/>
                    </a:cubicBezTo>
                    <a:cubicBezTo>
                      <a:pt x="5916" y="85326"/>
                      <a:pt x="0" y="71043"/>
                      <a:pt x="0" y="56151"/>
                    </a:cubicBezTo>
                    <a:lnTo>
                      <a:pt x="0" y="56151"/>
                    </a:lnTo>
                    <a:cubicBezTo>
                      <a:pt x="0" y="41259"/>
                      <a:pt x="5916" y="26977"/>
                      <a:pt x="16446" y="16446"/>
                    </a:cubicBezTo>
                    <a:cubicBezTo>
                      <a:pt x="26977" y="5916"/>
                      <a:pt x="41259" y="0"/>
                      <a:pt x="56151" y="0"/>
                    </a:cubicBezTo>
                    <a:close/>
                  </a:path>
                </a:pathLst>
              </a:custGeom>
              <a:solidFill>
                <a:srgbClr val="FF66C4"/>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596" name="Google Shape;596;p13"/>
              <p:cNvSpPr txBox="1"/>
              <p:nvPr/>
            </p:nvSpPr>
            <p:spPr>
              <a:xfrm>
                <a:off x="0" y="-47625"/>
                <a:ext cx="916830" cy="159927"/>
              </a:xfrm>
              <a:prstGeom prst="rect">
                <a:avLst/>
              </a:prstGeom>
              <a:noFill/>
              <a:ln>
                <a:noFill/>
              </a:ln>
            </p:spPr>
            <p:txBody>
              <a:bodyPr spcFirstLastPara="1" wrap="square" lIns="33867" tIns="33867" rIns="33867" bIns="33867" anchor="ctr" anchorCtr="0">
                <a:noAutofit/>
              </a:bodyPr>
              <a:lstStyle/>
              <a:p>
                <a:pPr algn="ctr" defTabSz="609630">
                  <a:lnSpc>
                    <a:spcPct val="186666"/>
                  </a:lnSpc>
                  <a:buClr>
                    <a:srgbClr val="000000"/>
                  </a:buClr>
                </a:pPr>
                <a:endParaRPr sz="1200" kern="0">
                  <a:solidFill>
                    <a:srgbClr val="000000"/>
                  </a:solidFill>
                  <a:latin typeface="Calibri"/>
                  <a:ea typeface="Calibri"/>
                  <a:cs typeface="Calibri"/>
                  <a:sym typeface="Calibri"/>
                </a:endParaRPr>
              </a:p>
            </p:txBody>
          </p:sp>
        </p:grpSp>
        <p:grpSp>
          <p:nvGrpSpPr>
            <p:cNvPr id="597" name="Google Shape;597;p13"/>
            <p:cNvGrpSpPr/>
            <p:nvPr/>
          </p:nvGrpSpPr>
          <p:grpSpPr>
            <a:xfrm>
              <a:off x="1587463" y="-208563"/>
              <a:ext cx="2010510" cy="700364"/>
              <a:chOff x="0" y="-47625"/>
              <a:chExt cx="459098" cy="159927"/>
            </a:xfrm>
          </p:grpSpPr>
          <p:sp>
            <p:nvSpPr>
              <p:cNvPr id="598" name="Google Shape;598;p13"/>
              <p:cNvSpPr/>
              <p:nvPr/>
            </p:nvSpPr>
            <p:spPr>
              <a:xfrm>
                <a:off x="0" y="0"/>
                <a:ext cx="459098" cy="112302"/>
              </a:xfrm>
              <a:custGeom>
                <a:avLst/>
                <a:gdLst/>
                <a:ahLst/>
                <a:cxnLst/>
                <a:rect l="l" t="t" r="r" b="b"/>
                <a:pathLst>
                  <a:path w="459098" h="112302" extrusionOk="0">
                    <a:moveTo>
                      <a:pt x="56151" y="0"/>
                    </a:moveTo>
                    <a:lnTo>
                      <a:pt x="402947" y="0"/>
                    </a:lnTo>
                    <a:cubicBezTo>
                      <a:pt x="433958" y="0"/>
                      <a:pt x="459098" y="25140"/>
                      <a:pt x="459098" y="56151"/>
                    </a:cubicBezTo>
                    <a:lnTo>
                      <a:pt x="459098" y="56151"/>
                    </a:lnTo>
                    <a:cubicBezTo>
                      <a:pt x="459098" y="71043"/>
                      <a:pt x="453182" y="85326"/>
                      <a:pt x="442651" y="95856"/>
                    </a:cubicBezTo>
                    <a:cubicBezTo>
                      <a:pt x="432121" y="106386"/>
                      <a:pt x="417839" y="112302"/>
                      <a:pt x="402947" y="112302"/>
                    </a:cubicBezTo>
                    <a:lnTo>
                      <a:pt x="56151" y="112302"/>
                    </a:lnTo>
                    <a:cubicBezTo>
                      <a:pt x="41259" y="112302"/>
                      <a:pt x="26977" y="106386"/>
                      <a:pt x="16446" y="95856"/>
                    </a:cubicBezTo>
                    <a:cubicBezTo>
                      <a:pt x="5916" y="85326"/>
                      <a:pt x="0" y="71043"/>
                      <a:pt x="0" y="56151"/>
                    </a:cubicBezTo>
                    <a:lnTo>
                      <a:pt x="0" y="56151"/>
                    </a:lnTo>
                    <a:cubicBezTo>
                      <a:pt x="0" y="41259"/>
                      <a:pt x="5916" y="26977"/>
                      <a:pt x="16446" y="16446"/>
                    </a:cubicBezTo>
                    <a:cubicBezTo>
                      <a:pt x="26977" y="5916"/>
                      <a:pt x="41259" y="0"/>
                      <a:pt x="56151" y="0"/>
                    </a:cubicBezTo>
                    <a:close/>
                  </a:path>
                </a:pathLst>
              </a:custGeom>
              <a:solidFill>
                <a:srgbClr val="8C52FF"/>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599" name="Google Shape;599;p13"/>
              <p:cNvSpPr txBox="1"/>
              <p:nvPr/>
            </p:nvSpPr>
            <p:spPr>
              <a:xfrm>
                <a:off x="0" y="-47625"/>
                <a:ext cx="459098" cy="159927"/>
              </a:xfrm>
              <a:prstGeom prst="rect">
                <a:avLst/>
              </a:prstGeom>
              <a:noFill/>
              <a:ln>
                <a:noFill/>
              </a:ln>
            </p:spPr>
            <p:txBody>
              <a:bodyPr spcFirstLastPara="1" wrap="square" lIns="33867" tIns="33867" rIns="33867" bIns="33867" anchor="ctr" anchorCtr="0">
                <a:noAutofit/>
              </a:bodyPr>
              <a:lstStyle/>
              <a:p>
                <a:pPr algn="ctr" defTabSz="609630">
                  <a:lnSpc>
                    <a:spcPct val="186666"/>
                  </a:lnSpc>
                  <a:buClr>
                    <a:srgbClr val="000000"/>
                  </a:buClr>
                </a:pPr>
                <a:endParaRPr sz="1200" kern="0">
                  <a:solidFill>
                    <a:srgbClr val="000000"/>
                  </a:solidFill>
                  <a:latin typeface="Calibri"/>
                  <a:ea typeface="Calibri"/>
                  <a:cs typeface="Calibri"/>
                  <a:sym typeface="Calibri"/>
                </a:endParaRPr>
              </a:p>
            </p:txBody>
          </p:sp>
        </p:grpSp>
        <p:grpSp>
          <p:nvGrpSpPr>
            <p:cNvPr id="600" name="Google Shape;600;p13"/>
            <p:cNvGrpSpPr/>
            <p:nvPr/>
          </p:nvGrpSpPr>
          <p:grpSpPr>
            <a:xfrm>
              <a:off x="4062684" y="733664"/>
              <a:ext cx="2453069" cy="700364"/>
              <a:chOff x="0" y="-47625"/>
              <a:chExt cx="560156" cy="159927"/>
            </a:xfrm>
          </p:grpSpPr>
          <p:sp>
            <p:nvSpPr>
              <p:cNvPr id="601" name="Google Shape;601;p13"/>
              <p:cNvSpPr/>
              <p:nvPr/>
            </p:nvSpPr>
            <p:spPr>
              <a:xfrm>
                <a:off x="0" y="0"/>
                <a:ext cx="560156" cy="112302"/>
              </a:xfrm>
              <a:custGeom>
                <a:avLst/>
                <a:gdLst/>
                <a:ahLst/>
                <a:cxnLst/>
                <a:rect l="l" t="t" r="r" b="b"/>
                <a:pathLst>
                  <a:path w="560156" h="112302" extrusionOk="0">
                    <a:moveTo>
                      <a:pt x="56151" y="0"/>
                    </a:moveTo>
                    <a:lnTo>
                      <a:pt x="504004" y="0"/>
                    </a:lnTo>
                    <a:cubicBezTo>
                      <a:pt x="518897" y="0"/>
                      <a:pt x="533179" y="5916"/>
                      <a:pt x="543709" y="16446"/>
                    </a:cubicBezTo>
                    <a:cubicBezTo>
                      <a:pt x="554240" y="26977"/>
                      <a:pt x="560156" y="41259"/>
                      <a:pt x="560156" y="56151"/>
                    </a:cubicBezTo>
                    <a:lnTo>
                      <a:pt x="560156" y="56151"/>
                    </a:lnTo>
                    <a:cubicBezTo>
                      <a:pt x="560156" y="87162"/>
                      <a:pt x="535016" y="112302"/>
                      <a:pt x="504004" y="112302"/>
                    </a:cubicBezTo>
                    <a:lnTo>
                      <a:pt x="56151" y="112302"/>
                    </a:lnTo>
                    <a:cubicBezTo>
                      <a:pt x="41259" y="112302"/>
                      <a:pt x="26977" y="106386"/>
                      <a:pt x="16446" y="95856"/>
                    </a:cubicBezTo>
                    <a:cubicBezTo>
                      <a:pt x="5916" y="85326"/>
                      <a:pt x="0" y="71043"/>
                      <a:pt x="0" y="56151"/>
                    </a:cubicBezTo>
                    <a:lnTo>
                      <a:pt x="0" y="56151"/>
                    </a:lnTo>
                    <a:cubicBezTo>
                      <a:pt x="0" y="41259"/>
                      <a:pt x="5916" y="26977"/>
                      <a:pt x="16446" y="16446"/>
                    </a:cubicBezTo>
                    <a:cubicBezTo>
                      <a:pt x="26977" y="5916"/>
                      <a:pt x="41259" y="0"/>
                      <a:pt x="56151" y="0"/>
                    </a:cubicBezTo>
                    <a:close/>
                  </a:path>
                </a:pathLst>
              </a:custGeom>
              <a:solidFill>
                <a:srgbClr val="3B3A3A"/>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02" name="Google Shape;602;p13"/>
              <p:cNvSpPr txBox="1"/>
              <p:nvPr/>
            </p:nvSpPr>
            <p:spPr>
              <a:xfrm>
                <a:off x="0" y="-47625"/>
                <a:ext cx="560156" cy="159927"/>
              </a:xfrm>
              <a:prstGeom prst="rect">
                <a:avLst/>
              </a:prstGeom>
              <a:noFill/>
              <a:ln>
                <a:noFill/>
              </a:ln>
            </p:spPr>
            <p:txBody>
              <a:bodyPr spcFirstLastPara="1" wrap="square" lIns="33867" tIns="33867" rIns="33867" bIns="33867" anchor="ctr" anchorCtr="0">
                <a:noAutofit/>
              </a:bodyPr>
              <a:lstStyle/>
              <a:p>
                <a:pPr algn="ctr" defTabSz="609630">
                  <a:lnSpc>
                    <a:spcPct val="186666"/>
                  </a:lnSpc>
                  <a:buClr>
                    <a:srgbClr val="000000"/>
                  </a:buClr>
                </a:pPr>
                <a:endParaRPr sz="1200" kern="0">
                  <a:solidFill>
                    <a:srgbClr val="000000"/>
                  </a:solidFill>
                  <a:latin typeface="Calibri"/>
                  <a:ea typeface="Calibri"/>
                  <a:cs typeface="Calibri"/>
                  <a:sym typeface="Calibri"/>
                </a:endParaRPr>
              </a:p>
            </p:txBody>
          </p:sp>
        </p:grpSp>
        <p:grpSp>
          <p:nvGrpSpPr>
            <p:cNvPr id="603" name="Google Shape;603;p13"/>
            <p:cNvGrpSpPr/>
            <p:nvPr/>
          </p:nvGrpSpPr>
          <p:grpSpPr>
            <a:xfrm>
              <a:off x="4882719" y="-208563"/>
              <a:ext cx="1633034" cy="700364"/>
              <a:chOff x="0" y="-47625"/>
              <a:chExt cx="372901" cy="159927"/>
            </a:xfrm>
          </p:grpSpPr>
          <p:sp>
            <p:nvSpPr>
              <p:cNvPr id="604" name="Google Shape;604;p13"/>
              <p:cNvSpPr/>
              <p:nvPr/>
            </p:nvSpPr>
            <p:spPr>
              <a:xfrm>
                <a:off x="0" y="0"/>
                <a:ext cx="372901" cy="112302"/>
              </a:xfrm>
              <a:custGeom>
                <a:avLst/>
                <a:gdLst/>
                <a:ahLst/>
                <a:cxnLst/>
                <a:rect l="l" t="t" r="r" b="b"/>
                <a:pathLst>
                  <a:path w="372901" h="112302" extrusionOk="0">
                    <a:moveTo>
                      <a:pt x="56151" y="0"/>
                    </a:moveTo>
                    <a:lnTo>
                      <a:pt x="316750" y="0"/>
                    </a:lnTo>
                    <a:cubicBezTo>
                      <a:pt x="347762" y="0"/>
                      <a:pt x="372901" y="25140"/>
                      <a:pt x="372901" y="56151"/>
                    </a:cubicBezTo>
                    <a:lnTo>
                      <a:pt x="372901" y="56151"/>
                    </a:lnTo>
                    <a:cubicBezTo>
                      <a:pt x="372901" y="71043"/>
                      <a:pt x="366985" y="85326"/>
                      <a:pt x="356455" y="95856"/>
                    </a:cubicBezTo>
                    <a:cubicBezTo>
                      <a:pt x="345925" y="106386"/>
                      <a:pt x="331642" y="112302"/>
                      <a:pt x="316750" y="112302"/>
                    </a:cubicBezTo>
                    <a:lnTo>
                      <a:pt x="56151" y="112302"/>
                    </a:lnTo>
                    <a:cubicBezTo>
                      <a:pt x="41259" y="112302"/>
                      <a:pt x="26977" y="106386"/>
                      <a:pt x="16446" y="95856"/>
                    </a:cubicBezTo>
                    <a:cubicBezTo>
                      <a:pt x="5916" y="85326"/>
                      <a:pt x="0" y="71043"/>
                      <a:pt x="0" y="56151"/>
                    </a:cubicBezTo>
                    <a:lnTo>
                      <a:pt x="0" y="56151"/>
                    </a:lnTo>
                    <a:cubicBezTo>
                      <a:pt x="0" y="41259"/>
                      <a:pt x="5916" y="26977"/>
                      <a:pt x="16446" y="16446"/>
                    </a:cubicBezTo>
                    <a:cubicBezTo>
                      <a:pt x="26977" y="5916"/>
                      <a:pt x="41259" y="0"/>
                      <a:pt x="56151" y="0"/>
                    </a:cubicBezTo>
                    <a:close/>
                  </a:path>
                </a:pathLst>
              </a:custGeom>
              <a:solidFill>
                <a:srgbClr val="3B3A3A"/>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05" name="Google Shape;605;p13"/>
              <p:cNvSpPr txBox="1"/>
              <p:nvPr/>
            </p:nvSpPr>
            <p:spPr>
              <a:xfrm>
                <a:off x="0" y="-47625"/>
                <a:ext cx="372901" cy="159927"/>
              </a:xfrm>
              <a:prstGeom prst="rect">
                <a:avLst/>
              </a:prstGeom>
              <a:noFill/>
              <a:ln>
                <a:noFill/>
              </a:ln>
            </p:spPr>
            <p:txBody>
              <a:bodyPr spcFirstLastPara="1" wrap="square" lIns="33867" tIns="33867" rIns="33867" bIns="33867" anchor="ctr" anchorCtr="0">
                <a:noAutofit/>
              </a:bodyPr>
              <a:lstStyle/>
              <a:p>
                <a:pPr algn="ctr" defTabSz="609630">
                  <a:lnSpc>
                    <a:spcPct val="186666"/>
                  </a:lnSpc>
                  <a:buClr>
                    <a:srgbClr val="000000"/>
                  </a:buClr>
                </a:pPr>
                <a:endParaRPr sz="1200" kern="0">
                  <a:solidFill>
                    <a:srgbClr val="000000"/>
                  </a:solidFill>
                  <a:latin typeface="Calibri"/>
                  <a:ea typeface="Calibri"/>
                  <a:cs typeface="Calibri"/>
                  <a:sym typeface="Calibri"/>
                </a:endParaRPr>
              </a:p>
            </p:txBody>
          </p:sp>
        </p:grpSp>
        <p:grpSp>
          <p:nvGrpSpPr>
            <p:cNvPr id="606" name="Google Shape;606;p13"/>
            <p:cNvGrpSpPr/>
            <p:nvPr/>
          </p:nvGrpSpPr>
          <p:grpSpPr>
            <a:xfrm>
              <a:off x="691427" y="1675891"/>
              <a:ext cx="1633034" cy="700364"/>
              <a:chOff x="0" y="-47625"/>
              <a:chExt cx="372901" cy="159927"/>
            </a:xfrm>
          </p:grpSpPr>
          <p:sp>
            <p:nvSpPr>
              <p:cNvPr id="607" name="Google Shape;607;p13"/>
              <p:cNvSpPr/>
              <p:nvPr/>
            </p:nvSpPr>
            <p:spPr>
              <a:xfrm>
                <a:off x="0" y="0"/>
                <a:ext cx="372901" cy="112302"/>
              </a:xfrm>
              <a:custGeom>
                <a:avLst/>
                <a:gdLst/>
                <a:ahLst/>
                <a:cxnLst/>
                <a:rect l="l" t="t" r="r" b="b"/>
                <a:pathLst>
                  <a:path w="372901" h="112302" extrusionOk="0">
                    <a:moveTo>
                      <a:pt x="56151" y="0"/>
                    </a:moveTo>
                    <a:lnTo>
                      <a:pt x="316750" y="0"/>
                    </a:lnTo>
                    <a:cubicBezTo>
                      <a:pt x="347762" y="0"/>
                      <a:pt x="372901" y="25140"/>
                      <a:pt x="372901" y="56151"/>
                    </a:cubicBezTo>
                    <a:lnTo>
                      <a:pt x="372901" y="56151"/>
                    </a:lnTo>
                    <a:cubicBezTo>
                      <a:pt x="372901" y="71043"/>
                      <a:pt x="366985" y="85326"/>
                      <a:pt x="356455" y="95856"/>
                    </a:cubicBezTo>
                    <a:cubicBezTo>
                      <a:pt x="345925" y="106386"/>
                      <a:pt x="331642" y="112302"/>
                      <a:pt x="316750" y="112302"/>
                    </a:cubicBezTo>
                    <a:lnTo>
                      <a:pt x="56151" y="112302"/>
                    </a:lnTo>
                    <a:cubicBezTo>
                      <a:pt x="41259" y="112302"/>
                      <a:pt x="26977" y="106386"/>
                      <a:pt x="16446" y="95856"/>
                    </a:cubicBezTo>
                    <a:cubicBezTo>
                      <a:pt x="5916" y="85326"/>
                      <a:pt x="0" y="71043"/>
                      <a:pt x="0" y="56151"/>
                    </a:cubicBezTo>
                    <a:lnTo>
                      <a:pt x="0" y="56151"/>
                    </a:lnTo>
                    <a:cubicBezTo>
                      <a:pt x="0" y="41259"/>
                      <a:pt x="5916" y="26977"/>
                      <a:pt x="16446" y="16446"/>
                    </a:cubicBezTo>
                    <a:cubicBezTo>
                      <a:pt x="26977" y="5916"/>
                      <a:pt x="41259" y="0"/>
                      <a:pt x="56151" y="0"/>
                    </a:cubicBezTo>
                    <a:close/>
                  </a:path>
                </a:pathLst>
              </a:custGeom>
              <a:solidFill>
                <a:srgbClr val="7ED957"/>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08" name="Google Shape;608;p13"/>
              <p:cNvSpPr txBox="1"/>
              <p:nvPr/>
            </p:nvSpPr>
            <p:spPr>
              <a:xfrm>
                <a:off x="0" y="-47625"/>
                <a:ext cx="372901" cy="159927"/>
              </a:xfrm>
              <a:prstGeom prst="rect">
                <a:avLst/>
              </a:prstGeom>
              <a:noFill/>
              <a:ln>
                <a:noFill/>
              </a:ln>
            </p:spPr>
            <p:txBody>
              <a:bodyPr spcFirstLastPara="1" wrap="square" lIns="33867" tIns="33867" rIns="33867" bIns="33867" anchor="ctr" anchorCtr="0">
                <a:noAutofit/>
              </a:bodyPr>
              <a:lstStyle/>
              <a:p>
                <a:pPr algn="ctr" defTabSz="609630">
                  <a:lnSpc>
                    <a:spcPct val="186666"/>
                  </a:lnSpc>
                  <a:buClr>
                    <a:srgbClr val="000000"/>
                  </a:buClr>
                </a:pPr>
                <a:endParaRPr sz="1200" kern="0">
                  <a:solidFill>
                    <a:srgbClr val="000000"/>
                  </a:solidFill>
                  <a:latin typeface="Calibri"/>
                  <a:ea typeface="Calibri"/>
                  <a:cs typeface="Calibri"/>
                  <a:sym typeface="Calibri"/>
                </a:endParaRPr>
              </a:p>
            </p:txBody>
          </p:sp>
        </p:grpSp>
        <p:grpSp>
          <p:nvGrpSpPr>
            <p:cNvPr id="609" name="Google Shape;609;p13"/>
            <p:cNvGrpSpPr/>
            <p:nvPr/>
          </p:nvGrpSpPr>
          <p:grpSpPr>
            <a:xfrm>
              <a:off x="1160019" y="2617202"/>
              <a:ext cx="1633034" cy="700364"/>
              <a:chOff x="0" y="-47625"/>
              <a:chExt cx="372901" cy="159927"/>
            </a:xfrm>
          </p:grpSpPr>
          <p:sp>
            <p:nvSpPr>
              <p:cNvPr id="610" name="Google Shape;610;p13"/>
              <p:cNvSpPr/>
              <p:nvPr/>
            </p:nvSpPr>
            <p:spPr>
              <a:xfrm>
                <a:off x="0" y="0"/>
                <a:ext cx="372901" cy="112302"/>
              </a:xfrm>
              <a:custGeom>
                <a:avLst/>
                <a:gdLst/>
                <a:ahLst/>
                <a:cxnLst/>
                <a:rect l="l" t="t" r="r" b="b"/>
                <a:pathLst>
                  <a:path w="372901" h="112302" extrusionOk="0">
                    <a:moveTo>
                      <a:pt x="56151" y="0"/>
                    </a:moveTo>
                    <a:lnTo>
                      <a:pt x="316750" y="0"/>
                    </a:lnTo>
                    <a:cubicBezTo>
                      <a:pt x="347762" y="0"/>
                      <a:pt x="372901" y="25140"/>
                      <a:pt x="372901" y="56151"/>
                    </a:cubicBezTo>
                    <a:lnTo>
                      <a:pt x="372901" y="56151"/>
                    </a:lnTo>
                    <a:cubicBezTo>
                      <a:pt x="372901" y="71043"/>
                      <a:pt x="366985" y="85326"/>
                      <a:pt x="356455" y="95856"/>
                    </a:cubicBezTo>
                    <a:cubicBezTo>
                      <a:pt x="345925" y="106386"/>
                      <a:pt x="331642" y="112302"/>
                      <a:pt x="316750" y="112302"/>
                    </a:cubicBezTo>
                    <a:lnTo>
                      <a:pt x="56151" y="112302"/>
                    </a:lnTo>
                    <a:cubicBezTo>
                      <a:pt x="41259" y="112302"/>
                      <a:pt x="26977" y="106386"/>
                      <a:pt x="16446" y="95856"/>
                    </a:cubicBezTo>
                    <a:cubicBezTo>
                      <a:pt x="5916" y="85326"/>
                      <a:pt x="0" y="71043"/>
                      <a:pt x="0" y="56151"/>
                    </a:cubicBezTo>
                    <a:lnTo>
                      <a:pt x="0" y="56151"/>
                    </a:lnTo>
                    <a:cubicBezTo>
                      <a:pt x="0" y="41259"/>
                      <a:pt x="5916" y="26977"/>
                      <a:pt x="16446" y="16446"/>
                    </a:cubicBezTo>
                    <a:cubicBezTo>
                      <a:pt x="26977" y="5916"/>
                      <a:pt x="41259" y="0"/>
                      <a:pt x="56151" y="0"/>
                    </a:cubicBezTo>
                    <a:close/>
                  </a:path>
                </a:pathLst>
              </a:custGeom>
              <a:solidFill>
                <a:srgbClr val="7ED957"/>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11" name="Google Shape;611;p13"/>
              <p:cNvSpPr txBox="1"/>
              <p:nvPr/>
            </p:nvSpPr>
            <p:spPr>
              <a:xfrm>
                <a:off x="0" y="-47625"/>
                <a:ext cx="372901" cy="159927"/>
              </a:xfrm>
              <a:prstGeom prst="rect">
                <a:avLst/>
              </a:prstGeom>
              <a:noFill/>
              <a:ln>
                <a:noFill/>
              </a:ln>
            </p:spPr>
            <p:txBody>
              <a:bodyPr spcFirstLastPara="1" wrap="square" lIns="33867" tIns="33867" rIns="33867" bIns="33867" anchor="ctr" anchorCtr="0">
                <a:noAutofit/>
              </a:bodyPr>
              <a:lstStyle/>
              <a:p>
                <a:pPr algn="ctr" defTabSz="609630">
                  <a:lnSpc>
                    <a:spcPct val="186666"/>
                  </a:lnSpc>
                  <a:buClr>
                    <a:srgbClr val="000000"/>
                  </a:buClr>
                </a:pPr>
                <a:endParaRPr sz="1200" kern="0">
                  <a:solidFill>
                    <a:srgbClr val="000000"/>
                  </a:solidFill>
                  <a:latin typeface="Calibri"/>
                  <a:ea typeface="Calibri"/>
                  <a:cs typeface="Calibri"/>
                  <a:sym typeface="Calibri"/>
                </a:endParaRPr>
              </a:p>
            </p:txBody>
          </p:sp>
        </p:grpSp>
        <p:grpSp>
          <p:nvGrpSpPr>
            <p:cNvPr id="612" name="Google Shape;612;p13"/>
            <p:cNvGrpSpPr/>
            <p:nvPr/>
          </p:nvGrpSpPr>
          <p:grpSpPr>
            <a:xfrm>
              <a:off x="2956287" y="733664"/>
              <a:ext cx="995228" cy="700364"/>
              <a:chOff x="0" y="-47625"/>
              <a:chExt cx="227259" cy="159927"/>
            </a:xfrm>
          </p:grpSpPr>
          <p:sp>
            <p:nvSpPr>
              <p:cNvPr id="613" name="Google Shape;613;p13"/>
              <p:cNvSpPr/>
              <p:nvPr/>
            </p:nvSpPr>
            <p:spPr>
              <a:xfrm>
                <a:off x="0" y="0"/>
                <a:ext cx="227259" cy="112302"/>
              </a:xfrm>
              <a:custGeom>
                <a:avLst/>
                <a:gdLst/>
                <a:ahLst/>
                <a:cxnLst/>
                <a:rect l="l" t="t" r="r" b="b"/>
                <a:pathLst>
                  <a:path w="227259" h="112302" extrusionOk="0">
                    <a:moveTo>
                      <a:pt x="56151" y="0"/>
                    </a:moveTo>
                    <a:lnTo>
                      <a:pt x="171108" y="0"/>
                    </a:lnTo>
                    <a:cubicBezTo>
                      <a:pt x="186000" y="0"/>
                      <a:pt x="200283" y="5916"/>
                      <a:pt x="210813" y="16446"/>
                    </a:cubicBezTo>
                    <a:cubicBezTo>
                      <a:pt x="221343" y="26977"/>
                      <a:pt x="227259" y="41259"/>
                      <a:pt x="227259" y="56151"/>
                    </a:cubicBezTo>
                    <a:lnTo>
                      <a:pt x="227259" y="56151"/>
                    </a:lnTo>
                    <a:cubicBezTo>
                      <a:pt x="227259" y="87162"/>
                      <a:pt x="202120" y="112302"/>
                      <a:pt x="171108" y="112302"/>
                    </a:cubicBezTo>
                    <a:lnTo>
                      <a:pt x="56151" y="112302"/>
                    </a:lnTo>
                    <a:cubicBezTo>
                      <a:pt x="41259" y="112302"/>
                      <a:pt x="26977" y="106386"/>
                      <a:pt x="16446" y="95856"/>
                    </a:cubicBezTo>
                    <a:cubicBezTo>
                      <a:pt x="5916" y="85326"/>
                      <a:pt x="0" y="71043"/>
                      <a:pt x="0" y="56151"/>
                    </a:cubicBezTo>
                    <a:lnTo>
                      <a:pt x="0" y="56151"/>
                    </a:lnTo>
                    <a:cubicBezTo>
                      <a:pt x="0" y="41259"/>
                      <a:pt x="5916" y="26977"/>
                      <a:pt x="16446" y="16446"/>
                    </a:cubicBezTo>
                    <a:cubicBezTo>
                      <a:pt x="26977" y="5916"/>
                      <a:pt x="41259" y="0"/>
                      <a:pt x="56151" y="0"/>
                    </a:cubicBezTo>
                    <a:close/>
                  </a:path>
                </a:pathLst>
              </a:custGeom>
              <a:solidFill>
                <a:srgbClr val="FFDE59"/>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14" name="Google Shape;614;p13"/>
              <p:cNvSpPr txBox="1"/>
              <p:nvPr/>
            </p:nvSpPr>
            <p:spPr>
              <a:xfrm>
                <a:off x="0" y="-47625"/>
                <a:ext cx="227259" cy="159927"/>
              </a:xfrm>
              <a:prstGeom prst="rect">
                <a:avLst/>
              </a:prstGeom>
              <a:noFill/>
              <a:ln>
                <a:noFill/>
              </a:ln>
            </p:spPr>
            <p:txBody>
              <a:bodyPr spcFirstLastPara="1" wrap="square" lIns="33867" tIns="33867" rIns="33867" bIns="33867" anchor="ctr" anchorCtr="0">
                <a:noAutofit/>
              </a:bodyPr>
              <a:lstStyle/>
              <a:p>
                <a:pPr algn="ctr" defTabSz="609630">
                  <a:lnSpc>
                    <a:spcPct val="186666"/>
                  </a:lnSpc>
                  <a:buClr>
                    <a:srgbClr val="000000"/>
                  </a:buClr>
                </a:pPr>
                <a:endParaRPr sz="1200" kern="0">
                  <a:solidFill>
                    <a:srgbClr val="000000"/>
                  </a:solidFill>
                  <a:latin typeface="Calibri"/>
                  <a:ea typeface="Calibri"/>
                  <a:cs typeface="Calibri"/>
                  <a:sym typeface="Calibri"/>
                </a:endParaRPr>
              </a:p>
            </p:txBody>
          </p:sp>
        </p:grpSp>
        <p:grpSp>
          <p:nvGrpSpPr>
            <p:cNvPr id="615" name="Google Shape;615;p13"/>
            <p:cNvGrpSpPr/>
            <p:nvPr/>
          </p:nvGrpSpPr>
          <p:grpSpPr>
            <a:xfrm>
              <a:off x="0" y="2617202"/>
              <a:ext cx="995228" cy="700364"/>
              <a:chOff x="0" y="-47625"/>
              <a:chExt cx="227259" cy="159927"/>
            </a:xfrm>
          </p:grpSpPr>
          <p:sp>
            <p:nvSpPr>
              <p:cNvPr id="616" name="Google Shape;616;p13"/>
              <p:cNvSpPr/>
              <p:nvPr/>
            </p:nvSpPr>
            <p:spPr>
              <a:xfrm>
                <a:off x="0" y="0"/>
                <a:ext cx="227259" cy="112302"/>
              </a:xfrm>
              <a:custGeom>
                <a:avLst/>
                <a:gdLst/>
                <a:ahLst/>
                <a:cxnLst/>
                <a:rect l="l" t="t" r="r" b="b"/>
                <a:pathLst>
                  <a:path w="227259" h="112302" extrusionOk="0">
                    <a:moveTo>
                      <a:pt x="56151" y="0"/>
                    </a:moveTo>
                    <a:lnTo>
                      <a:pt x="171108" y="0"/>
                    </a:lnTo>
                    <a:cubicBezTo>
                      <a:pt x="186000" y="0"/>
                      <a:pt x="200283" y="5916"/>
                      <a:pt x="210813" y="16446"/>
                    </a:cubicBezTo>
                    <a:cubicBezTo>
                      <a:pt x="221343" y="26977"/>
                      <a:pt x="227259" y="41259"/>
                      <a:pt x="227259" y="56151"/>
                    </a:cubicBezTo>
                    <a:lnTo>
                      <a:pt x="227259" y="56151"/>
                    </a:lnTo>
                    <a:cubicBezTo>
                      <a:pt x="227259" y="87162"/>
                      <a:pt x="202120" y="112302"/>
                      <a:pt x="171108" y="112302"/>
                    </a:cubicBezTo>
                    <a:lnTo>
                      <a:pt x="56151" y="112302"/>
                    </a:lnTo>
                    <a:cubicBezTo>
                      <a:pt x="41259" y="112302"/>
                      <a:pt x="26977" y="106386"/>
                      <a:pt x="16446" y="95856"/>
                    </a:cubicBezTo>
                    <a:cubicBezTo>
                      <a:pt x="5916" y="85326"/>
                      <a:pt x="0" y="71043"/>
                      <a:pt x="0" y="56151"/>
                    </a:cubicBezTo>
                    <a:lnTo>
                      <a:pt x="0" y="56151"/>
                    </a:lnTo>
                    <a:cubicBezTo>
                      <a:pt x="0" y="41259"/>
                      <a:pt x="5916" y="26977"/>
                      <a:pt x="16446" y="16446"/>
                    </a:cubicBezTo>
                    <a:cubicBezTo>
                      <a:pt x="26977" y="5916"/>
                      <a:pt x="41259" y="0"/>
                      <a:pt x="56151" y="0"/>
                    </a:cubicBezTo>
                    <a:close/>
                  </a:path>
                </a:pathLst>
              </a:custGeom>
              <a:solidFill>
                <a:srgbClr val="545454"/>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17" name="Google Shape;617;p13"/>
              <p:cNvSpPr txBox="1"/>
              <p:nvPr/>
            </p:nvSpPr>
            <p:spPr>
              <a:xfrm>
                <a:off x="0" y="-47625"/>
                <a:ext cx="227259" cy="159927"/>
              </a:xfrm>
              <a:prstGeom prst="rect">
                <a:avLst/>
              </a:prstGeom>
              <a:noFill/>
              <a:ln>
                <a:noFill/>
              </a:ln>
            </p:spPr>
            <p:txBody>
              <a:bodyPr spcFirstLastPara="1" wrap="square" lIns="33867" tIns="33867" rIns="33867" bIns="33867" anchor="ctr" anchorCtr="0">
                <a:noAutofit/>
              </a:bodyPr>
              <a:lstStyle/>
              <a:p>
                <a:pPr algn="ctr" defTabSz="609630">
                  <a:lnSpc>
                    <a:spcPct val="186666"/>
                  </a:lnSpc>
                  <a:buClr>
                    <a:srgbClr val="000000"/>
                  </a:buClr>
                </a:pPr>
                <a:endParaRPr sz="1200" kern="0">
                  <a:solidFill>
                    <a:srgbClr val="000000"/>
                  </a:solidFill>
                  <a:latin typeface="Calibri"/>
                  <a:ea typeface="Calibri"/>
                  <a:cs typeface="Calibri"/>
                  <a:sym typeface="Calibri"/>
                </a:endParaRPr>
              </a:p>
            </p:txBody>
          </p:sp>
        </p:grpSp>
        <p:grpSp>
          <p:nvGrpSpPr>
            <p:cNvPr id="618" name="Google Shape;618;p13"/>
            <p:cNvGrpSpPr/>
            <p:nvPr/>
          </p:nvGrpSpPr>
          <p:grpSpPr>
            <a:xfrm>
              <a:off x="3740791" y="-208563"/>
              <a:ext cx="995228" cy="700364"/>
              <a:chOff x="0" y="-47625"/>
              <a:chExt cx="227259" cy="159927"/>
            </a:xfrm>
          </p:grpSpPr>
          <p:sp>
            <p:nvSpPr>
              <p:cNvPr id="619" name="Google Shape;619;p13"/>
              <p:cNvSpPr/>
              <p:nvPr/>
            </p:nvSpPr>
            <p:spPr>
              <a:xfrm>
                <a:off x="0" y="0"/>
                <a:ext cx="227259" cy="112302"/>
              </a:xfrm>
              <a:custGeom>
                <a:avLst/>
                <a:gdLst/>
                <a:ahLst/>
                <a:cxnLst/>
                <a:rect l="l" t="t" r="r" b="b"/>
                <a:pathLst>
                  <a:path w="227259" h="112302" extrusionOk="0">
                    <a:moveTo>
                      <a:pt x="56151" y="0"/>
                    </a:moveTo>
                    <a:lnTo>
                      <a:pt x="171108" y="0"/>
                    </a:lnTo>
                    <a:cubicBezTo>
                      <a:pt x="186000" y="0"/>
                      <a:pt x="200283" y="5916"/>
                      <a:pt x="210813" y="16446"/>
                    </a:cubicBezTo>
                    <a:cubicBezTo>
                      <a:pt x="221343" y="26977"/>
                      <a:pt x="227259" y="41259"/>
                      <a:pt x="227259" y="56151"/>
                    </a:cubicBezTo>
                    <a:lnTo>
                      <a:pt x="227259" y="56151"/>
                    </a:lnTo>
                    <a:cubicBezTo>
                      <a:pt x="227259" y="87162"/>
                      <a:pt x="202120" y="112302"/>
                      <a:pt x="171108" y="112302"/>
                    </a:cubicBezTo>
                    <a:lnTo>
                      <a:pt x="56151" y="112302"/>
                    </a:lnTo>
                    <a:cubicBezTo>
                      <a:pt x="41259" y="112302"/>
                      <a:pt x="26977" y="106386"/>
                      <a:pt x="16446" y="95856"/>
                    </a:cubicBezTo>
                    <a:cubicBezTo>
                      <a:pt x="5916" y="85326"/>
                      <a:pt x="0" y="71043"/>
                      <a:pt x="0" y="56151"/>
                    </a:cubicBezTo>
                    <a:lnTo>
                      <a:pt x="0" y="56151"/>
                    </a:lnTo>
                    <a:cubicBezTo>
                      <a:pt x="0" y="41259"/>
                      <a:pt x="5916" y="26977"/>
                      <a:pt x="16446" y="16446"/>
                    </a:cubicBezTo>
                    <a:cubicBezTo>
                      <a:pt x="26977" y="5916"/>
                      <a:pt x="41259" y="0"/>
                      <a:pt x="56151" y="0"/>
                    </a:cubicBezTo>
                    <a:close/>
                  </a:path>
                </a:pathLst>
              </a:custGeom>
              <a:solidFill>
                <a:srgbClr val="7ED957"/>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0" name="Google Shape;620;p13"/>
              <p:cNvSpPr txBox="1"/>
              <p:nvPr/>
            </p:nvSpPr>
            <p:spPr>
              <a:xfrm>
                <a:off x="0" y="-47625"/>
                <a:ext cx="227259" cy="159927"/>
              </a:xfrm>
              <a:prstGeom prst="rect">
                <a:avLst/>
              </a:prstGeom>
              <a:noFill/>
              <a:ln>
                <a:noFill/>
              </a:ln>
            </p:spPr>
            <p:txBody>
              <a:bodyPr spcFirstLastPara="1" wrap="square" lIns="33867" tIns="33867" rIns="33867" bIns="33867" anchor="ctr" anchorCtr="0">
                <a:noAutofit/>
              </a:bodyPr>
              <a:lstStyle/>
              <a:p>
                <a:pPr algn="ctr" defTabSz="609630">
                  <a:lnSpc>
                    <a:spcPct val="186666"/>
                  </a:lnSpc>
                  <a:buClr>
                    <a:srgbClr val="000000"/>
                  </a:buClr>
                </a:pPr>
                <a:endParaRPr sz="1200" kern="0">
                  <a:solidFill>
                    <a:srgbClr val="000000"/>
                  </a:solidFill>
                  <a:latin typeface="Calibri"/>
                  <a:ea typeface="Calibri"/>
                  <a:cs typeface="Calibri"/>
                  <a:sym typeface="Calibri"/>
                </a:endParaRPr>
              </a:p>
            </p:txBody>
          </p:sp>
        </p:gr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24042" y="217287"/>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solidFill>
              <a:srgbClr val="FF66C4"/>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60"/>
            <a:ext cx="10326008" cy="1062920"/>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5756" kern="0" dirty="0">
                <a:solidFill>
                  <a:srgbClr val="FFFFFF"/>
                </a:solidFill>
                <a:latin typeface="Courier"/>
                <a:cs typeface="Arial"/>
                <a:sym typeface="Courier"/>
              </a:rPr>
              <a:t>WHY PYTHON</a:t>
            </a:r>
            <a:endParaRPr sz="933" kern="0" dirty="0">
              <a:solidFill>
                <a:srgbClr val="000000"/>
              </a:solidFill>
              <a:latin typeface="Arial"/>
              <a:cs typeface="Arial"/>
              <a:sym typeface="Arial"/>
            </a:endParaRPr>
          </a:p>
        </p:txBody>
      </p:sp>
      <p:sp>
        <p:nvSpPr>
          <p:cNvPr id="649" name="Google Shape;649;p14"/>
          <p:cNvSpPr txBox="1"/>
          <p:nvPr/>
        </p:nvSpPr>
        <p:spPr>
          <a:xfrm>
            <a:off x="997461" y="2434590"/>
            <a:ext cx="8050287" cy="5026376"/>
          </a:xfrm>
          <a:prstGeom prst="rect">
            <a:avLst/>
          </a:prstGeom>
          <a:noFill/>
          <a:ln>
            <a:noFill/>
          </a:ln>
        </p:spPr>
        <p:txBody>
          <a:bodyPr spcFirstLastPara="1" wrap="square" lIns="0" tIns="0" rIns="0" bIns="0" anchor="t" anchorCtr="0">
            <a:spAutoFit/>
          </a:bodyPr>
          <a:lstStyle/>
          <a:p>
            <a:pPr defTabSz="609630">
              <a:lnSpc>
                <a:spcPct val="139958"/>
              </a:lnSpc>
              <a:buClr>
                <a:srgbClr val="FFFFFF"/>
              </a:buClr>
            </a:pPr>
            <a:r>
              <a:rPr lang="en-US" sz="2133" kern="0" dirty="0">
                <a:solidFill>
                  <a:srgbClr val="FFFFFF"/>
                </a:solidFill>
                <a:latin typeface="Roboto Mono"/>
                <a:ea typeface="Roboto Mono"/>
                <a:cs typeface="Roboto Mono"/>
                <a:sym typeface="Roboto Mono"/>
              </a:rPr>
              <a:t>Factors that make Python great for learning:</a:t>
            </a:r>
          </a:p>
          <a:p>
            <a:pPr marL="304815" indent="-304815" defTabSz="609630">
              <a:lnSpc>
                <a:spcPct val="139958"/>
              </a:lnSpc>
              <a:buClr>
                <a:srgbClr val="FFFFFF"/>
              </a:buClr>
              <a:buFont typeface="Arial"/>
              <a:buAutoNum type="arabicPeriod"/>
            </a:pPr>
            <a:r>
              <a:rPr lang="en-US" sz="2133" kern="0" dirty="0">
                <a:solidFill>
                  <a:srgbClr val="FFFFFF"/>
                </a:solidFill>
                <a:latin typeface="Roboto Mono"/>
                <a:ea typeface="Roboto Mono"/>
                <a:cs typeface="Roboto Mono"/>
                <a:sym typeface="Roboto Mono"/>
              </a:rPr>
              <a:t>It is easy to learn</a:t>
            </a:r>
          </a:p>
          <a:p>
            <a:pPr marL="304815" indent="-304815" defTabSz="609630">
              <a:lnSpc>
                <a:spcPct val="139958"/>
              </a:lnSpc>
              <a:buClr>
                <a:srgbClr val="FFFFFF"/>
              </a:buClr>
              <a:buFont typeface="Arial"/>
              <a:buAutoNum type="arabicPeriod"/>
            </a:pPr>
            <a:r>
              <a:rPr lang="en-US" sz="2133" kern="0" dirty="0">
                <a:solidFill>
                  <a:srgbClr val="FFFFFF"/>
                </a:solidFill>
                <a:latin typeface="Roboto Mono"/>
                <a:ea typeface="Roboto Mono"/>
                <a:cs typeface="Roboto Mono"/>
                <a:sym typeface="Roboto Mono"/>
              </a:rPr>
              <a:t>It is easy to use for writing new software </a:t>
            </a:r>
          </a:p>
          <a:p>
            <a:pPr marL="304815" indent="-304815" defTabSz="609630">
              <a:lnSpc>
                <a:spcPct val="139958"/>
              </a:lnSpc>
              <a:buClr>
                <a:srgbClr val="FFFFFF"/>
              </a:buClr>
              <a:buFont typeface="Arial"/>
              <a:buAutoNum type="arabicPeriod"/>
            </a:pPr>
            <a:r>
              <a:rPr lang="en-US" sz="2133" kern="0" dirty="0">
                <a:solidFill>
                  <a:srgbClr val="FFFFFF"/>
                </a:solidFill>
                <a:latin typeface="Roboto Mono"/>
                <a:ea typeface="Roboto Mono"/>
                <a:cs typeface="Roboto Mono"/>
                <a:sym typeface="Roboto Mono"/>
              </a:rPr>
              <a:t>It is easy to obtain, install and deploy</a:t>
            </a:r>
          </a:p>
          <a:p>
            <a:pPr marL="304815" indent="-304815" defTabSz="609630">
              <a:lnSpc>
                <a:spcPct val="139958"/>
              </a:lnSpc>
              <a:buClr>
                <a:srgbClr val="FFFFFF"/>
              </a:buClr>
              <a:buFont typeface="Arial"/>
              <a:buAutoNum type="arabicPeriod"/>
            </a:pPr>
            <a:r>
              <a:rPr lang="en-US" sz="2133" kern="0" dirty="0">
                <a:solidFill>
                  <a:srgbClr val="FFFFFF"/>
                </a:solidFill>
                <a:latin typeface="Roboto Mono"/>
                <a:ea typeface="Roboto Mono"/>
                <a:cs typeface="Arial"/>
                <a:sym typeface="Roboto Mono"/>
              </a:rPr>
              <a:t>Hundreds of Python libraries and frameworks (</a:t>
            </a:r>
            <a:r>
              <a:rPr lang="en-US" sz="2133" kern="0" dirty="0" err="1">
                <a:solidFill>
                  <a:srgbClr val="FFFFFF"/>
                </a:solidFill>
                <a:latin typeface="Roboto Mono"/>
                <a:ea typeface="Roboto Mono"/>
                <a:cs typeface="Arial"/>
                <a:sym typeface="Roboto Mono"/>
              </a:rPr>
              <a:t>Pypi</a:t>
            </a:r>
            <a:r>
              <a:rPr lang="en-US" sz="2133" kern="0" dirty="0">
                <a:solidFill>
                  <a:srgbClr val="FFFFFF"/>
                </a:solidFill>
                <a:latin typeface="Roboto Mono"/>
                <a:ea typeface="Roboto Mono"/>
                <a:cs typeface="Arial"/>
                <a:sym typeface="Roboto Mono"/>
              </a:rPr>
              <a:t>)</a:t>
            </a:r>
          </a:p>
          <a:p>
            <a:pPr marL="304815" indent="-304815" defTabSz="609630">
              <a:lnSpc>
                <a:spcPct val="139958"/>
              </a:lnSpc>
              <a:buClr>
                <a:srgbClr val="FFFFFF"/>
              </a:buClr>
              <a:buFont typeface="Arial"/>
              <a:buAutoNum type="arabicPeriod"/>
            </a:pPr>
            <a:r>
              <a:rPr lang="en-US" sz="2133" kern="0" dirty="0">
                <a:solidFill>
                  <a:srgbClr val="FFFFFF"/>
                </a:solidFill>
                <a:latin typeface="Roboto Mono"/>
                <a:ea typeface="Roboto Mono"/>
                <a:cs typeface="Arial"/>
                <a:sym typeface="Roboto Mono"/>
              </a:rPr>
              <a:t>Big Data, Machine Language, Cloud Computing, and Automation</a:t>
            </a:r>
          </a:p>
          <a:p>
            <a:pPr marL="304815" indent="-304815" defTabSz="609630">
              <a:lnSpc>
                <a:spcPct val="139958"/>
              </a:lnSpc>
              <a:buClr>
                <a:srgbClr val="FFFFFF"/>
              </a:buClr>
              <a:buFont typeface="Arial"/>
              <a:buAutoNum type="arabicPeriod"/>
            </a:pPr>
            <a:r>
              <a:rPr lang="en-US" sz="2133" kern="0" dirty="0">
                <a:solidFill>
                  <a:srgbClr val="FFFFFF"/>
                </a:solidFill>
                <a:latin typeface="Roboto Mono"/>
                <a:ea typeface="Roboto Mono"/>
                <a:cs typeface="Arial"/>
                <a:sym typeface="Roboto Mono"/>
              </a:rPr>
              <a:t>Mature and supportive Python community</a:t>
            </a:r>
          </a:p>
          <a:p>
            <a:pPr marL="304815" indent="-304815" defTabSz="609630">
              <a:lnSpc>
                <a:spcPct val="139958"/>
              </a:lnSpc>
              <a:buClr>
                <a:srgbClr val="FFFFFF"/>
              </a:buClr>
              <a:buFont typeface="Arial"/>
              <a:buAutoNum type="arabicPeriod"/>
            </a:pPr>
            <a:endParaRPr lang="en-US" sz="1600" kern="0" dirty="0">
              <a:solidFill>
                <a:srgbClr val="FFFFFF"/>
              </a:solidFill>
              <a:latin typeface="Roboto Mono"/>
              <a:ea typeface="Roboto Mono"/>
              <a:cs typeface="Arial"/>
              <a:sym typeface="Roboto Mono"/>
            </a:endParaRPr>
          </a:p>
          <a:p>
            <a:pPr marL="304815" indent="-304815" defTabSz="609630">
              <a:lnSpc>
                <a:spcPct val="139958"/>
              </a:lnSpc>
              <a:buClr>
                <a:srgbClr val="FFFFFF"/>
              </a:buClr>
              <a:buFont typeface="Arial"/>
              <a:buAutoNum type="arabicPeriod"/>
            </a:pPr>
            <a:endParaRPr lang="en-US" sz="1600" kern="0" dirty="0">
              <a:solidFill>
                <a:srgbClr val="FFFFFF"/>
              </a:solidFill>
              <a:latin typeface="Roboto Mono"/>
              <a:ea typeface="Roboto Mono"/>
              <a:cs typeface="Arial"/>
              <a:sym typeface="Roboto Mono"/>
            </a:endParaRPr>
          </a:p>
          <a:p>
            <a:pPr marL="228611" indent="-228611" defTabSz="609630">
              <a:lnSpc>
                <a:spcPct val="139958"/>
              </a:lnSpc>
              <a:buClr>
                <a:srgbClr val="000000"/>
              </a:buClr>
              <a:buFont typeface="Arial"/>
              <a:buAutoNum type="arabicPeriod"/>
            </a:pPr>
            <a:endParaRPr lang="en-US" sz="933" kern="0" dirty="0">
              <a:solidFill>
                <a:srgbClr val="000000"/>
              </a:solidFill>
              <a:latin typeface="Arial"/>
              <a:cs typeface="Arial"/>
              <a:sym typeface="Arial"/>
            </a:endParaRPr>
          </a:p>
        </p:txBody>
      </p:sp>
      <p:pic>
        <p:nvPicPr>
          <p:cNvPr id="6146" name="Picture 2" descr="The advantages to using Python">
            <a:extLst>
              <a:ext uri="{FF2B5EF4-FFF2-40B4-BE49-F238E27FC236}">
                <a16:creationId xmlns:a16="http://schemas.microsoft.com/office/drawing/2014/main" id="{96821D52-B74B-3128-A251-1D539FEE39A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52965" y="3036906"/>
            <a:ext cx="2948644" cy="28306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273056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24042" y="217287"/>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solidFill>
              <a:srgbClr val="FF66C4"/>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60"/>
            <a:ext cx="10326008" cy="1062920"/>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5756" kern="0" dirty="0">
                <a:solidFill>
                  <a:srgbClr val="FFFFFF"/>
                </a:solidFill>
                <a:latin typeface="Courier"/>
                <a:cs typeface="Arial"/>
                <a:sym typeface="Courier"/>
              </a:rPr>
              <a:t>PYTHON BEING USED?</a:t>
            </a:r>
            <a:endParaRPr sz="933" kern="0" dirty="0">
              <a:solidFill>
                <a:srgbClr val="000000"/>
              </a:solidFill>
              <a:latin typeface="Arial"/>
              <a:cs typeface="Arial"/>
              <a:sym typeface="Arial"/>
            </a:endParaRPr>
          </a:p>
        </p:txBody>
      </p:sp>
      <p:pic>
        <p:nvPicPr>
          <p:cNvPr id="3" name="Picture 2" descr="A video game cover with a soldier holding an object&#10;&#10;Description automatically generated">
            <a:extLst>
              <a:ext uri="{FF2B5EF4-FFF2-40B4-BE49-F238E27FC236}">
                <a16:creationId xmlns:a16="http://schemas.microsoft.com/office/drawing/2014/main" id="{0E940ECE-62E0-DD21-E484-0E4725C58955}"/>
              </a:ext>
            </a:extLst>
          </p:cNvPr>
          <p:cNvPicPr>
            <a:picLocks noChangeAspect="1"/>
          </p:cNvPicPr>
          <p:nvPr/>
        </p:nvPicPr>
        <p:blipFill>
          <a:blip r:embed="rId3"/>
          <a:stretch>
            <a:fillRect/>
          </a:stretch>
        </p:blipFill>
        <p:spPr>
          <a:xfrm>
            <a:off x="997460" y="2786587"/>
            <a:ext cx="2772277" cy="2772277"/>
          </a:xfrm>
          <a:prstGeom prst="rect">
            <a:avLst/>
          </a:prstGeom>
        </p:spPr>
      </p:pic>
      <p:pic>
        <p:nvPicPr>
          <p:cNvPr id="5" name="Picture 4" descr="A purple letters on a white background&#10;&#10;Description automatically generated">
            <a:extLst>
              <a:ext uri="{FF2B5EF4-FFF2-40B4-BE49-F238E27FC236}">
                <a16:creationId xmlns:a16="http://schemas.microsoft.com/office/drawing/2014/main" id="{4795FE5D-EA9E-B4CE-05AE-D8EB889418D7}"/>
              </a:ext>
            </a:extLst>
          </p:cNvPr>
          <p:cNvPicPr>
            <a:picLocks noChangeAspect="1"/>
          </p:cNvPicPr>
          <p:nvPr/>
        </p:nvPicPr>
        <p:blipFill>
          <a:blip r:embed="rId4"/>
          <a:stretch>
            <a:fillRect/>
          </a:stretch>
        </p:blipFill>
        <p:spPr>
          <a:xfrm>
            <a:off x="4177310" y="2786587"/>
            <a:ext cx="6162485" cy="1203325"/>
          </a:xfrm>
          <a:prstGeom prst="rect">
            <a:avLst/>
          </a:prstGeom>
        </p:spPr>
      </p:pic>
      <p:pic>
        <p:nvPicPr>
          <p:cNvPr id="7" name="Picture 6" descr="A computer screen shot of a model&#10;&#10;Description automatically generated">
            <a:extLst>
              <a:ext uri="{FF2B5EF4-FFF2-40B4-BE49-F238E27FC236}">
                <a16:creationId xmlns:a16="http://schemas.microsoft.com/office/drawing/2014/main" id="{E2CE2D14-4B97-3FEB-8B8B-CDB9CFA6EBDA}"/>
              </a:ext>
            </a:extLst>
          </p:cNvPr>
          <p:cNvPicPr>
            <a:picLocks noChangeAspect="1"/>
          </p:cNvPicPr>
          <p:nvPr/>
        </p:nvPicPr>
        <p:blipFill>
          <a:blip r:embed="rId5"/>
          <a:stretch>
            <a:fillRect/>
          </a:stretch>
        </p:blipFill>
        <p:spPr>
          <a:xfrm>
            <a:off x="4237145" y="4201349"/>
            <a:ext cx="3017792" cy="1777603"/>
          </a:xfrm>
          <a:prstGeom prst="rect">
            <a:avLst/>
          </a:prstGeom>
        </p:spPr>
      </p:pic>
      <p:pic>
        <p:nvPicPr>
          <p:cNvPr id="9" name="Picture 8" descr="A group of books with text on them&#10;&#10;Description automatically generated">
            <a:extLst>
              <a:ext uri="{FF2B5EF4-FFF2-40B4-BE49-F238E27FC236}">
                <a16:creationId xmlns:a16="http://schemas.microsoft.com/office/drawing/2014/main" id="{C1633E0F-9FD9-9707-C936-AEB335A8FE4E}"/>
              </a:ext>
            </a:extLst>
          </p:cNvPr>
          <p:cNvPicPr>
            <a:picLocks noChangeAspect="1"/>
          </p:cNvPicPr>
          <p:nvPr/>
        </p:nvPicPr>
        <p:blipFill>
          <a:blip r:embed="rId6"/>
          <a:stretch>
            <a:fillRect/>
          </a:stretch>
        </p:blipFill>
        <p:spPr>
          <a:xfrm>
            <a:off x="8346062" y="4201349"/>
            <a:ext cx="2233038" cy="2233038"/>
          </a:xfrm>
          <a:prstGeom prst="rect">
            <a:avLst/>
          </a:prstGeom>
        </p:spPr>
      </p:pic>
    </p:spTree>
    <p:extLst>
      <p:ext uri="{BB962C8B-B14F-4D97-AF65-F5344CB8AC3E}">
        <p14:creationId xmlns:p14="http://schemas.microsoft.com/office/powerpoint/2010/main" val="30679450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24042" y="217287"/>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solidFill>
              <a:srgbClr val="FF66C4"/>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60"/>
            <a:ext cx="10326008" cy="1062920"/>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5756" kern="0" dirty="0">
                <a:solidFill>
                  <a:srgbClr val="FFFFFF"/>
                </a:solidFill>
                <a:latin typeface="Courier"/>
                <a:cs typeface="Arial"/>
                <a:sym typeface="Courier"/>
              </a:rPr>
              <a:t>Computer Program Works</a:t>
            </a:r>
            <a:endParaRPr sz="933" kern="0" dirty="0">
              <a:solidFill>
                <a:srgbClr val="000000"/>
              </a:solidFill>
              <a:latin typeface="Arial"/>
              <a:cs typeface="Arial"/>
              <a:sym typeface="Arial"/>
            </a:endParaRPr>
          </a:p>
        </p:txBody>
      </p:sp>
      <p:sp>
        <p:nvSpPr>
          <p:cNvPr id="649" name="Google Shape;649;p14"/>
          <p:cNvSpPr txBox="1"/>
          <p:nvPr/>
        </p:nvSpPr>
        <p:spPr>
          <a:xfrm>
            <a:off x="997460" y="2434590"/>
            <a:ext cx="9657840" cy="2384114"/>
          </a:xfrm>
          <a:prstGeom prst="rect">
            <a:avLst/>
          </a:prstGeom>
          <a:noFill/>
          <a:ln>
            <a:noFill/>
          </a:ln>
        </p:spPr>
        <p:txBody>
          <a:bodyPr spcFirstLastPara="1" wrap="square" lIns="0" tIns="0" rIns="0" bIns="0" anchor="t" anchorCtr="0">
            <a:spAutoFit/>
          </a:bodyPr>
          <a:lstStyle/>
          <a:p>
            <a:pPr defTabSz="609630">
              <a:lnSpc>
                <a:spcPct val="139958"/>
              </a:lnSpc>
              <a:buClr>
                <a:srgbClr val="FFFFFF"/>
              </a:buClr>
            </a:pPr>
            <a:r>
              <a:rPr lang="en-US" sz="2133" kern="0" dirty="0">
                <a:solidFill>
                  <a:srgbClr val="FFFFFF"/>
                </a:solidFill>
                <a:latin typeface="Roboto Mono"/>
                <a:ea typeface="Roboto Mono"/>
                <a:cs typeface="Roboto Mono"/>
                <a:sym typeface="Roboto Mono"/>
              </a:rPr>
              <a:t>How does computer program WORKS?</a:t>
            </a:r>
          </a:p>
          <a:p>
            <a:pPr marL="304815" indent="-304815" defTabSz="609630">
              <a:lnSpc>
                <a:spcPct val="139958"/>
              </a:lnSpc>
              <a:buClr>
                <a:srgbClr val="FFFFFF"/>
              </a:buClr>
              <a:buFont typeface="Arial" panose="020B0604020202020204" pitchFamily="34" charset="0"/>
              <a:buChar char="•"/>
            </a:pPr>
            <a:r>
              <a:rPr lang="en-US" sz="1600" kern="0" dirty="0">
                <a:solidFill>
                  <a:srgbClr val="FFFFFF"/>
                </a:solidFill>
                <a:latin typeface="Roboto Mono"/>
                <a:ea typeface="Roboto Mono"/>
                <a:cs typeface="Arial"/>
                <a:sym typeface="Roboto Mono"/>
              </a:rPr>
              <a:t>A computer program makes a computer usable by instructing it to perform tasks. Without programs, computers are just objects. Computers can only execute simple operations like addition or division but can do so very quickly and repetitively.</a:t>
            </a:r>
          </a:p>
          <a:p>
            <a:pPr marL="304815" indent="-304815" defTabSz="609630">
              <a:lnSpc>
                <a:spcPct val="139958"/>
              </a:lnSpc>
              <a:buClr>
                <a:srgbClr val="FFFFFF"/>
              </a:buClr>
              <a:buFont typeface="Arial"/>
              <a:buAutoNum type="arabicPeriod"/>
            </a:pPr>
            <a:endParaRPr lang="en-US" sz="1600" kern="0" dirty="0">
              <a:solidFill>
                <a:srgbClr val="FFFFFF"/>
              </a:solidFill>
              <a:latin typeface="Roboto Mono"/>
              <a:ea typeface="Roboto Mono"/>
              <a:cs typeface="Arial"/>
              <a:sym typeface="Roboto Mono"/>
            </a:endParaRPr>
          </a:p>
          <a:p>
            <a:pPr marL="228611" indent="-228611" defTabSz="609630">
              <a:lnSpc>
                <a:spcPct val="139958"/>
              </a:lnSpc>
              <a:buClr>
                <a:srgbClr val="000000"/>
              </a:buClr>
              <a:buFont typeface="Arial"/>
              <a:buAutoNum type="arabicPeriod"/>
            </a:pPr>
            <a:endParaRPr lang="en-US" sz="933" kern="0" dirty="0">
              <a:solidFill>
                <a:srgbClr val="000000"/>
              </a:solidFill>
              <a:latin typeface="Arial"/>
              <a:cs typeface="Arial"/>
              <a:sym typeface="Arial"/>
            </a:endParaRPr>
          </a:p>
        </p:txBody>
      </p:sp>
      <p:pic>
        <p:nvPicPr>
          <p:cNvPr id="5" name="Picture 4" descr="A white background with text&#10;&#10;Description automatically generated with medium confidence">
            <a:extLst>
              <a:ext uri="{FF2B5EF4-FFF2-40B4-BE49-F238E27FC236}">
                <a16:creationId xmlns:a16="http://schemas.microsoft.com/office/drawing/2014/main" id="{367567AA-2A34-D585-E67D-20998D72174E}"/>
              </a:ext>
            </a:extLst>
          </p:cNvPr>
          <p:cNvPicPr>
            <a:picLocks noChangeAspect="1"/>
          </p:cNvPicPr>
          <p:nvPr/>
        </p:nvPicPr>
        <p:blipFill>
          <a:blip r:embed="rId3"/>
          <a:stretch>
            <a:fillRect/>
          </a:stretch>
        </p:blipFill>
        <p:spPr>
          <a:xfrm>
            <a:off x="3451480" y="4551435"/>
            <a:ext cx="4749801" cy="1649931"/>
          </a:xfrm>
          <a:prstGeom prst="rect">
            <a:avLst/>
          </a:prstGeom>
        </p:spPr>
      </p:pic>
    </p:spTree>
    <p:extLst>
      <p:ext uri="{BB962C8B-B14F-4D97-AF65-F5344CB8AC3E}">
        <p14:creationId xmlns:p14="http://schemas.microsoft.com/office/powerpoint/2010/main" val="14809888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24042" y="217287"/>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solidFill>
              <a:srgbClr val="FF66C4"/>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59"/>
            <a:ext cx="10326008" cy="738664"/>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4000" kern="0" dirty="0">
                <a:solidFill>
                  <a:srgbClr val="FFFFFF"/>
                </a:solidFill>
                <a:latin typeface="Courier"/>
                <a:cs typeface="Arial"/>
                <a:sym typeface="Courier"/>
              </a:rPr>
              <a:t>Compilation vs Interpretation</a:t>
            </a:r>
          </a:p>
        </p:txBody>
      </p:sp>
      <p:sp>
        <p:nvSpPr>
          <p:cNvPr id="649" name="Google Shape;649;p14"/>
          <p:cNvSpPr txBox="1"/>
          <p:nvPr/>
        </p:nvSpPr>
        <p:spPr>
          <a:xfrm>
            <a:off x="997460" y="2434590"/>
            <a:ext cx="9657840" cy="660565"/>
          </a:xfrm>
          <a:prstGeom prst="rect">
            <a:avLst/>
          </a:prstGeom>
          <a:noFill/>
          <a:ln>
            <a:noFill/>
          </a:ln>
        </p:spPr>
        <p:txBody>
          <a:bodyPr spcFirstLastPara="1" wrap="square" lIns="0" tIns="0" rIns="0" bIns="0" anchor="t" anchorCtr="0">
            <a:spAutoFit/>
          </a:bodyPr>
          <a:lstStyle/>
          <a:p>
            <a:pPr defTabSz="609630">
              <a:lnSpc>
                <a:spcPct val="139958"/>
              </a:lnSpc>
              <a:buClr>
                <a:srgbClr val="FFFFFF"/>
              </a:buClr>
            </a:pPr>
            <a:r>
              <a:rPr lang="en-US" sz="2133" kern="0" dirty="0">
                <a:solidFill>
                  <a:srgbClr val="FFFFFF"/>
                </a:solidFill>
                <a:latin typeface="Roboto Mono"/>
                <a:ea typeface="Roboto Mono"/>
                <a:cs typeface="Roboto Mono"/>
                <a:sym typeface="Roboto Mono"/>
              </a:rPr>
              <a:t>Compilation vs Interpretation</a:t>
            </a:r>
          </a:p>
          <a:p>
            <a:pPr marL="228611" indent="-228611" defTabSz="609630">
              <a:lnSpc>
                <a:spcPct val="139958"/>
              </a:lnSpc>
              <a:buClr>
                <a:srgbClr val="000000"/>
              </a:buClr>
              <a:buFont typeface="Arial"/>
              <a:buAutoNum type="arabicPeriod"/>
            </a:pPr>
            <a:endParaRPr lang="en-US" sz="933" kern="0" dirty="0">
              <a:solidFill>
                <a:srgbClr val="000000"/>
              </a:solidFill>
              <a:latin typeface="Arial"/>
              <a:cs typeface="Arial"/>
              <a:sym typeface="Arial"/>
            </a:endParaRPr>
          </a:p>
        </p:txBody>
      </p:sp>
      <p:pic>
        <p:nvPicPr>
          <p:cNvPr id="3" name="Picture 2" descr="A diagram of a program&#10;&#10;Description automatically generated">
            <a:extLst>
              <a:ext uri="{FF2B5EF4-FFF2-40B4-BE49-F238E27FC236}">
                <a16:creationId xmlns:a16="http://schemas.microsoft.com/office/drawing/2014/main" id="{728EBB3E-8EC9-2AF6-F42F-5515C4F2D359}"/>
              </a:ext>
            </a:extLst>
          </p:cNvPr>
          <p:cNvPicPr>
            <a:picLocks noChangeAspect="1"/>
          </p:cNvPicPr>
          <p:nvPr/>
        </p:nvPicPr>
        <p:blipFill>
          <a:blip r:embed="rId3"/>
          <a:stretch>
            <a:fillRect/>
          </a:stretch>
        </p:blipFill>
        <p:spPr>
          <a:xfrm>
            <a:off x="3961100" y="3047448"/>
            <a:ext cx="4269801" cy="2931505"/>
          </a:xfrm>
          <a:prstGeom prst="rect">
            <a:avLst/>
          </a:prstGeom>
        </p:spPr>
      </p:pic>
    </p:spTree>
    <p:extLst>
      <p:ext uri="{BB962C8B-B14F-4D97-AF65-F5344CB8AC3E}">
        <p14:creationId xmlns:p14="http://schemas.microsoft.com/office/powerpoint/2010/main" val="35215276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24042" y="217287"/>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solidFill>
              <a:srgbClr val="FF66C4"/>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59"/>
            <a:ext cx="10326008" cy="738664"/>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4000" kern="0" dirty="0">
                <a:solidFill>
                  <a:srgbClr val="FFFFFF"/>
                </a:solidFill>
                <a:latin typeface="Courier"/>
                <a:cs typeface="Arial"/>
                <a:sym typeface="Courier"/>
              </a:rPr>
              <a:t>Compilation vs Interpretation</a:t>
            </a:r>
            <a:endParaRPr sz="4000" kern="0" dirty="0">
              <a:solidFill>
                <a:srgbClr val="000000"/>
              </a:solidFill>
              <a:latin typeface="Arial"/>
              <a:cs typeface="Arial"/>
              <a:sym typeface="Arial"/>
            </a:endParaRPr>
          </a:p>
        </p:txBody>
      </p:sp>
      <p:pic>
        <p:nvPicPr>
          <p:cNvPr id="2" name="Online Media 1" title="compiler vs interpreter">
            <a:hlinkClick r:id="" action="ppaction://media"/>
            <a:extLst>
              <a:ext uri="{FF2B5EF4-FFF2-40B4-BE49-F238E27FC236}">
                <a16:creationId xmlns:a16="http://schemas.microsoft.com/office/drawing/2014/main" id="{E39DDA62-16D2-B070-CDC7-5ABFCFBB7861}"/>
              </a:ext>
            </a:extLst>
          </p:cNvPr>
          <p:cNvPicPr>
            <a:picLocks noRot="1" noChangeAspect="1"/>
          </p:cNvPicPr>
          <p:nvPr>
            <a:videoFile r:link="rId1"/>
          </p:nvPr>
        </p:nvPicPr>
        <p:blipFill>
          <a:blip r:embed="rId4"/>
          <a:stretch>
            <a:fillRect/>
          </a:stretch>
        </p:blipFill>
        <p:spPr>
          <a:xfrm>
            <a:off x="2559050" y="2262297"/>
            <a:ext cx="7073900" cy="3996753"/>
          </a:xfrm>
          <a:prstGeom prst="rect">
            <a:avLst/>
          </a:prstGeom>
        </p:spPr>
      </p:pic>
    </p:spTree>
    <p:extLst>
      <p:ext uri="{BB962C8B-B14F-4D97-AF65-F5344CB8AC3E}">
        <p14:creationId xmlns:p14="http://schemas.microsoft.com/office/powerpoint/2010/main" val="5361234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24042" y="217287"/>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solidFill>
              <a:srgbClr val="FF66C4"/>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59"/>
            <a:ext cx="10326008" cy="738664"/>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4000" kern="0" dirty="0">
                <a:solidFill>
                  <a:srgbClr val="FFFFFF"/>
                </a:solidFill>
                <a:latin typeface="Courier"/>
                <a:cs typeface="Arial"/>
                <a:sym typeface="Courier"/>
              </a:rPr>
              <a:t>Compilation vs Interpretation</a:t>
            </a:r>
            <a:endParaRPr sz="4000" kern="0" dirty="0">
              <a:solidFill>
                <a:srgbClr val="000000"/>
              </a:solidFill>
              <a:latin typeface="Arial"/>
              <a:cs typeface="Arial"/>
              <a:sym typeface="Arial"/>
            </a:endParaRPr>
          </a:p>
        </p:txBody>
      </p:sp>
      <p:graphicFrame>
        <p:nvGraphicFramePr>
          <p:cNvPr id="13" name="Table 12">
            <a:extLst>
              <a:ext uri="{FF2B5EF4-FFF2-40B4-BE49-F238E27FC236}">
                <a16:creationId xmlns:a16="http://schemas.microsoft.com/office/drawing/2014/main" id="{75A7C74D-DE64-B321-0EED-C634E19FB526}"/>
              </a:ext>
            </a:extLst>
          </p:cNvPr>
          <p:cNvGraphicFramePr>
            <a:graphicFrameLocks noGrp="1"/>
          </p:cNvGraphicFramePr>
          <p:nvPr/>
        </p:nvGraphicFramePr>
        <p:xfrm>
          <a:off x="1701801" y="2481357"/>
          <a:ext cx="8432799" cy="3708397"/>
        </p:xfrm>
        <a:graphic>
          <a:graphicData uri="http://schemas.openxmlformats.org/drawingml/2006/table">
            <a:tbl>
              <a:tblPr>
                <a:tableStyleId>{69CF1AB2-1976-4502-BF36-3FF5EA218861}</a:tableStyleId>
              </a:tblPr>
              <a:tblGrid>
                <a:gridCol w="1395793">
                  <a:extLst>
                    <a:ext uri="{9D8B030D-6E8A-4147-A177-3AD203B41FA5}">
                      <a16:colId xmlns:a16="http://schemas.microsoft.com/office/drawing/2014/main" val="2972795543"/>
                    </a:ext>
                  </a:extLst>
                </a:gridCol>
                <a:gridCol w="3023806">
                  <a:extLst>
                    <a:ext uri="{9D8B030D-6E8A-4147-A177-3AD203B41FA5}">
                      <a16:colId xmlns:a16="http://schemas.microsoft.com/office/drawing/2014/main" val="2368105876"/>
                    </a:ext>
                  </a:extLst>
                </a:gridCol>
                <a:gridCol w="4013200">
                  <a:extLst>
                    <a:ext uri="{9D8B030D-6E8A-4147-A177-3AD203B41FA5}">
                      <a16:colId xmlns:a16="http://schemas.microsoft.com/office/drawing/2014/main" val="206258660"/>
                    </a:ext>
                  </a:extLst>
                </a:gridCol>
              </a:tblGrid>
              <a:tr h="353181">
                <a:tc>
                  <a:txBody>
                    <a:bodyPr/>
                    <a:lstStyle/>
                    <a:p>
                      <a:endParaRPr lang="en-MY" sz="1200" dirty="0">
                        <a:solidFill>
                          <a:schemeClr val="tx1"/>
                        </a:solidFill>
                      </a:endParaRPr>
                    </a:p>
                  </a:txBody>
                  <a:tcPr marL="60960" marR="60960" marT="30480" marB="30480" anchor="ctr"/>
                </a:tc>
                <a:tc>
                  <a:txBody>
                    <a:bodyPr/>
                    <a:lstStyle/>
                    <a:p>
                      <a:r>
                        <a:rPr lang="en-MY" sz="1200">
                          <a:solidFill>
                            <a:schemeClr val="tx1"/>
                          </a:solidFill>
                        </a:rPr>
                        <a:t>Compilation</a:t>
                      </a:r>
                    </a:p>
                  </a:txBody>
                  <a:tcPr marL="60960" marR="60960" marT="30480" marB="30480" anchor="ctr"/>
                </a:tc>
                <a:tc>
                  <a:txBody>
                    <a:bodyPr/>
                    <a:lstStyle/>
                    <a:p>
                      <a:r>
                        <a:rPr lang="en-MY" sz="1200">
                          <a:solidFill>
                            <a:schemeClr val="tx1"/>
                          </a:solidFill>
                        </a:rPr>
                        <a:t>Interpretation</a:t>
                      </a:r>
                    </a:p>
                  </a:txBody>
                  <a:tcPr marL="60960" marR="60960" marT="30480" marB="30480" anchor="ctr"/>
                </a:tc>
                <a:extLst>
                  <a:ext uri="{0D108BD9-81ED-4DB2-BD59-A6C34878D82A}">
                    <a16:rowId xmlns:a16="http://schemas.microsoft.com/office/drawing/2014/main" val="1448366261"/>
                  </a:ext>
                </a:extLst>
              </a:tr>
              <a:tr h="353181">
                <a:tc>
                  <a:txBody>
                    <a:bodyPr/>
                    <a:lstStyle/>
                    <a:p>
                      <a:r>
                        <a:rPr lang="en-MY" sz="1200" b="1">
                          <a:solidFill>
                            <a:schemeClr val="tx1"/>
                          </a:solidFill>
                        </a:rPr>
                        <a:t>Advantages</a:t>
                      </a:r>
                      <a:endParaRPr lang="en-MY" sz="1200">
                        <a:solidFill>
                          <a:schemeClr val="tx1"/>
                        </a:solidFill>
                      </a:endParaRPr>
                    </a:p>
                  </a:txBody>
                  <a:tcPr marL="60960" marR="60960" marT="30480" marB="30480" anchor="ctr"/>
                </a:tc>
                <a:tc>
                  <a:txBody>
                    <a:bodyPr/>
                    <a:lstStyle/>
                    <a:p>
                      <a:r>
                        <a:rPr lang="en-MY" sz="1200">
                          <a:solidFill>
                            <a:schemeClr val="tx1"/>
                          </a:solidFill>
                        </a:rPr>
                        <a:t>- Faster execution</a:t>
                      </a:r>
                    </a:p>
                  </a:txBody>
                  <a:tcPr marL="60960" marR="60960" marT="30480" marB="30480" anchor="ctr"/>
                </a:tc>
                <a:tc>
                  <a:txBody>
                    <a:bodyPr/>
                    <a:lstStyle/>
                    <a:p>
                      <a:r>
                        <a:rPr lang="en-MY" sz="1200">
                          <a:solidFill>
                            <a:schemeClr val="tx1"/>
                          </a:solidFill>
                        </a:rPr>
                        <a:t>- Immediate code execution</a:t>
                      </a:r>
                    </a:p>
                  </a:txBody>
                  <a:tcPr marL="60960" marR="60960" marT="30480" marB="30480" anchor="ctr"/>
                </a:tc>
                <a:extLst>
                  <a:ext uri="{0D108BD9-81ED-4DB2-BD59-A6C34878D82A}">
                    <a16:rowId xmlns:a16="http://schemas.microsoft.com/office/drawing/2014/main" val="4104731417"/>
                  </a:ext>
                </a:extLst>
              </a:tr>
              <a:tr h="600407">
                <a:tc>
                  <a:txBody>
                    <a:bodyPr/>
                    <a:lstStyle/>
                    <a:p>
                      <a:endParaRPr lang="en-MY" sz="1200">
                        <a:solidFill>
                          <a:schemeClr val="tx1"/>
                        </a:solidFill>
                      </a:endParaRPr>
                    </a:p>
                  </a:txBody>
                  <a:tcPr marL="60960" marR="60960" marT="30480" marB="30480" anchor="ctr"/>
                </a:tc>
                <a:tc>
                  <a:txBody>
                    <a:bodyPr/>
                    <a:lstStyle/>
                    <a:p>
                      <a:r>
                        <a:rPr lang="en-MY" sz="1200" dirty="0">
                          <a:solidFill>
                            <a:schemeClr val="tx1"/>
                          </a:solidFill>
                        </a:rPr>
                        <a:t>- End-user doesn't need compiler</a:t>
                      </a:r>
                    </a:p>
                  </a:txBody>
                  <a:tcPr marL="60960" marR="60960" marT="30480" marB="30480" anchor="ctr"/>
                </a:tc>
                <a:tc>
                  <a:txBody>
                    <a:bodyPr/>
                    <a:lstStyle/>
                    <a:p>
                      <a:r>
                        <a:rPr lang="en-MY" sz="1200">
                          <a:solidFill>
                            <a:schemeClr val="tx1"/>
                          </a:solidFill>
                        </a:rPr>
                        <a:t>- Portable across different architectures</a:t>
                      </a:r>
                    </a:p>
                  </a:txBody>
                  <a:tcPr marL="60960" marR="60960" marT="30480" marB="30480" anchor="ctr"/>
                </a:tc>
                <a:extLst>
                  <a:ext uri="{0D108BD9-81ED-4DB2-BD59-A6C34878D82A}">
                    <a16:rowId xmlns:a16="http://schemas.microsoft.com/office/drawing/2014/main" val="212866656"/>
                  </a:ext>
                </a:extLst>
              </a:tr>
              <a:tr h="600407">
                <a:tc>
                  <a:txBody>
                    <a:bodyPr/>
                    <a:lstStyle/>
                    <a:p>
                      <a:endParaRPr lang="en-MY" sz="1200">
                        <a:solidFill>
                          <a:schemeClr val="tx1"/>
                        </a:solidFill>
                      </a:endParaRPr>
                    </a:p>
                  </a:txBody>
                  <a:tcPr marL="60960" marR="60960" marT="30480" marB="30480" anchor="ctr"/>
                </a:tc>
                <a:tc>
                  <a:txBody>
                    <a:bodyPr/>
                    <a:lstStyle/>
                    <a:p>
                      <a:r>
                        <a:rPr lang="en-MY" sz="1200" dirty="0">
                          <a:solidFill>
                            <a:schemeClr val="tx1"/>
                          </a:solidFill>
                        </a:rPr>
                        <a:t>- Code stored in machine language</a:t>
                      </a:r>
                    </a:p>
                  </a:txBody>
                  <a:tcPr marL="60960" marR="60960" marT="30480" marB="30480" anchor="ctr"/>
                </a:tc>
                <a:tc>
                  <a:txBody>
                    <a:bodyPr/>
                    <a:lstStyle/>
                    <a:p>
                      <a:r>
                        <a:rPr lang="en-MY" sz="1200" dirty="0">
                          <a:solidFill>
                            <a:schemeClr val="tx1"/>
                          </a:solidFill>
                        </a:rPr>
                        <a:t>- No separate compilation needed</a:t>
                      </a:r>
                    </a:p>
                  </a:txBody>
                  <a:tcPr marL="60960" marR="60960" marT="30480" marB="30480" anchor="ctr"/>
                </a:tc>
                <a:extLst>
                  <a:ext uri="{0D108BD9-81ED-4DB2-BD59-A6C34878D82A}">
                    <a16:rowId xmlns:a16="http://schemas.microsoft.com/office/drawing/2014/main" val="3381011606"/>
                  </a:ext>
                </a:extLst>
              </a:tr>
              <a:tr h="600407">
                <a:tc>
                  <a:txBody>
                    <a:bodyPr/>
                    <a:lstStyle/>
                    <a:p>
                      <a:endParaRPr lang="en-MY" sz="1200">
                        <a:solidFill>
                          <a:schemeClr val="tx1"/>
                        </a:solidFill>
                      </a:endParaRPr>
                    </a:p>
                  </a:txBody>
                  <a:tcPr marL="60960" marR="60960" marT="30480" marB="30480" anchor="ctr"/>
                </a:tc>
                <a:tc>
                  <a:txBody>
                    <a:bodyPr/>
                    <a:lstStyle/>
                    <a:p>
                      <a:r>
                        <a:rPr lang="en-MY" sz="1200" dirty="0">
                          <a:solidFill>
                            <a:schemeClr val="tx1"/>
                          </a:solidFill>
                        </a:rPr>
                        <a:t>- Protection of programming tricks</a:t>
                      </a:r>
                    </a:p>
                  </a:txBody>
                  <a:tcPr marL="60960" marR="60960" marT="30480" marB="30480" anchor="ctr"/>
                </a:tc>
                <a:tc>
                  <a:txBody>
                    <a:bodyPr/>
                    <a:lstStyle/>
                    <a:p>
                      <a:r>
                        <a:rPr lang="en-MY" sz="1200" dirty="0">
                          <a:solidFill>
                            <a:schemeClr val="tx1"/>
                          </a:solidFill>
                        </a:rPr>
                        <a:t>- Language flexibility</a:t>
                      </a:r>
                    </a:p>
                  </a:txBody>
                  <a:tcPr marL="60960" marR="60960" marT="30480" marB="30480" anchor="ctr"/>
                </a:tc>
                <a:extLst>
                  <a:ext uri="{0D108BD9-81ED-4DB2-BD59-A6C34878D82A}">
                    <a16:rowId xmlns:a16="http://schemas.microsoft.com/office/drawing/2014/main" val="2002148255"/>
                  </a:ext>
                </a:extLst>
              </a:tr>
              <a:tr h="600407">
                <a:tc>
                  <a:txBody>
                    <a:bodyPr/>
                    <a:lstStyle/>
                    <a:p>
                      <a:r>
                        <a:rPr lang="en-MY" sz="1200" b="1">
                          <a:solidFill>
                            <a:schemeClr val="tx1"/>
                          </a:solidFill>
                        </a:rPr>
                        <a:t>Disadvantages</a:t>
                      </a:r>
                      <a:endParaRPr lang="en-MY" sz="1200">
                        <a:solidFill>
                          <a:schemeClr val="tx1"/>
                        </a:solidFill>
                      </a:endParaRPr>
                    </a:p>
                  </a:txBody>
                  <a:tcPr marL="60960" marR="60960" marT="30480" marB="30480" anchor="ctr"/>
                </a:tc>
                <a:tc>
                  <a:txBody>
                    <a:bodyPr/>
                    <a:lstStyle/>
                    <a:p>
                      <a:r>
                        <a:rPr lang="en-MY" sz="1200">
                          <a:solidFill>
                            <a:schemeClr val="tx1"/>
                          </a:solidFill>
                        </a:rPr>
                        <a:t>- Time-consuming compilation process</a:t>
                      </a:r>
                    </a:p>
                  </a:txBody>
                  <a:tcPr marL="60960" marR="60960" marT="30480" marB="30480" anchor="ctr"/>
                </a:tc>
                <a:tc>
                  <a:txBody>
                    <a:bodyPr/>
                    <a:lstStyle/>
                    <a:p>
                      <a:r>
                        <a:rPr lang="en-US" sz="1200">
                          <a:solidFill>
                            <a:schemeClr val="tx1"/>
                          </a:solidFill>
                        </a:rPr>
                        <a:t>- Slower execution due to interpreter</a:t>
                      </a:r>
                    </a:p>
                  </a:txBody>
                  <a:tcPr marL="60960" marR="60960" marT="30480" marB="30480" anchor="ctr"/>
                </a:tc>
                <a:extLst>
                  <a:ext uri="{0D108BD9-81ED-4DB2-BD59-A6C34878D82A}">
                    <a16:rowId xmlns:a16="http://schemas.microsoft.com/office/drawing/2014/main" val="2864874249"/>
                  </a:ext>
                </a:extLst>
              </a:tr>
              <a:tr h="600407">
                <a:tc>
                  <a:txBody>
                    <a:bodyPr/>
                    <a:lstStyle/>
                    <a:p>
                      <a:endParaRPr lang="en-MY" sz="1200">
                        <a:solidFill>
                          <a:schemeClr val="tx1"/>
                        </a:solidFill>
                      </a:endParaRPr>
                    </a:p>
                  </a:txBody>
                  <a:tcPr marL="60960" marR="60960" marT="30480" marB="30480" anchor="ctr"/>
                </a:tc>
                <a:tc>
                  <a:txBody>
                    <a:bodyPr/>
                    <a:lstStyle/>
                    <a:p>
                      <a:r>
                        <a:rPr lang="en-US" sz="1200" dirty="0">
                          <a:solidFill>
                            <a:schemeClr val="tx1"/>
                          </a:solidFill>
                        </a:rPr>
                        <a:t>- Need for multiple compilers for platforms</a:t>
                      </a:r>
                    </a:p>
                  </a:txBody>
                  <a:tcPr marL="60960" marR="60960" marT="30480" marB="30480" anchor="ctr"/>
                </a:tc>
                <a:tc>
                  <a:txBody>
                    <a:bodyPr/>
                    <a:lstStyle/>
                    <a:p>
                      <a:r>
                        <a:rPr lang="en-US" sz="1200" dirty="0">
                          <a:solidFill>
                            <a:schemeClr val="tx1"/>
                          </a:solidFill>
                        </a:rPr>
                        <a:t>- Dependency on interpreter for execution</a:t>
                      </a:r>
                    </a:p>
                  </a:txBody>
                  <a:tcPr marL="60960" marR="60960" marT="30480" marB="30480" anchor="ctr"/>
                </a:tc>
                <a:extLst>
                  <a:ext uri="{0D108BD9-81ED-4DB2-BD59-A6C34878D82A}">
                    <a16:rowId xmlns:a16="http://schemas.microsoft.com/office/drawing/2014/main" val="3409617807"/>
                  </a:ext>
                </a:extLst>
              </a:tr>
            </a:tbl>
          </a:graphicData>
        </a:graphic>
      </p:graphicFrame>
    </p:spTree>
    <p:extLst>
      <p:ext uri="{BB962C8B-B14F-4D97-AF65-F5344CB8AC3E}">
        <p14:creationId xmlns:p14="http://schemas.microsoft.com/office/powerpoint/2010/main" val="15934330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93"/>
        <p:cNvGrpSpPr/>
        <p:nvPr/>
      </p:nvGrpSpPr>
      <p:grpSpPr>
        <a:xfrm>
          <a:off x="0" y="0"/>
          <a:ext cx="0" cy="0"/>
          <a:chOff x="0" y="0"/>
          <a:chExt cx="0" cy="0"/>
        </a:xfrm>
      </p:grpSpPr>
      <p:pic>
        <p:nvPicPr>
          <p:cNvPr id="1294" name="Google Shape;1294;p26"/>
          <p:cNvPicPr preferRelativeResize="0"/>
          <p:nvPr/>
        </p:nvPicPr>
        <p:blipFill>
          <a:blip r:embed="rId3">
            <a:alphaModFix/>
          </a:blip>
          <a:stretch>
            <a:fillRect/>
          </a:stretch>
        </p:blipFill>
        <p:spPr>
          <a:xfrm>
            <a:off x="0" y="0"/>
            <a:ext cx="12192000" cy="6858000"/>
          </a:xfrm>
          <a:prstGeom prst="rect">
            <a:avLst/>
          </a:prstGeom>
          <a:noFill/>
          <a:ln>
            <a:noFill/>
          </a:ln>
        </p:spPr>
      </p:pic>
      <p:grpSp>
        <p:nvGrpSpPr>
          <p:cNvPr id="1295" name="Google Shape;1295;p26"/>
          <p:cNvGrpSpPr/>
          <p:nvPr/>
        </p:nvGrpSpPr>
        <p:grpSpPr>
          <a:xfrm>
            <a:off x="1869550" y="1708345"/>
            <a:ext cx="8538261" cy="3264288"/>
            <a:chOff x="0" y="-47625"/>
            <a:chExt cx="3651933" cy="1396181"/>
          </a:xfrm>
        </p:grpSpPr>
        <p:sp>
          <p:nvSpPr>
            <p:cNvPr id="1296" name="Google Shape;1296;p26"/>
            <p:cNvSpPr/>
            <p:nvPr/>
          </p:nvSpPr>
          <p:spPr>
            <a:xfrm>
              <a:off x="0" y="0"/>
              <a:ext cx="3651933" cy="1348556"/>
            </a:xfrm>
            <a:custGeom>
              <a:avLst/>
              <a:gdLst/>
              <a:ahLst/>
              <a:cxnLst/>
              <a:rect l="l" t="t" r="r" b="b"/>
              <a:pathLst>
                <a:path w="3651933" h="1348556" extrusionOk="0">
                  <a:moveTo>
                    <a:pt x="9672" y="0"/>
                  </a:moveTo>
                  <a:lnTo>
                    <a:pt x="3642261" y="0"/>
                  </a:lnTo>
                  <a:cubicBezTo>
                    <a:pt x="3647603" y="0"/>
                    <a:pt x="3651933" y="4330"/>
                    <a:pt x="3651933" y="9672"/>
                  </a:cubicBezTo>
                  <a:lnTo>
                    <a:pt x="3651933" y="1338884"/>
                  </a:lnTo>
                  <a:cubicBezTo>
                    <a:pt x="3651933" y="1344226"/>
                    <a:pt x="3647603" y="1348556"/>
                    <a:pt x="3642261" y="1348556"/>
                  </a:cubicBezTo>
                  <a:lnTo>
                    <a:pt x="9672" y="1348556"/>
                  </a:lnTo>
                  <a:cubicBezTo>
                    <a:pt x="4330" y="1348556"/>
                    <a:pt x="0" y="1344226"/>
                    <a:pt x="0" y="1338884"/>
                  </a:cubicBezTo>
                  <a:lnTo>
                    <a:pt x="0" y="9672"/>
                  </a:lnTo>
                  <a:cubicBezTo>
                    <a:pt x="0" y="4330"/>
                    <a:pt x="4330" y="0"/>
                    <a:pt x="9672" y="0"/>
                  </a:cubicBezTo>
                  <a:close/>
                </a:path>
              </a:pathLst>
            </a:custGeom>
            <a:solidFill>
              <a:srgbClr val="FF66C4"/>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1297" name="Google Shape;1297;p26"/>
            <p:cNvSpPr txBox="1"/>
            <p:nvPr/>
          </p:nvSpPr>
          <p:spPr>
            <a:xfrm>
              <a:off x="0" y="-47625"/>
              <a:ext cx="3651933" cy="1396181"/>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1298" name="Google Shape;1298;p26"/>
          <p:cNvGrpSpPr/>
          <p:nvPr/>
        </p:nvGrpSpPr>
        <p:grpSpPr>
          <a:xfrm>
            <a:off x="1973632" y="1847499"/>
            <a:ext cx="8538261" cy="3264288"/>
            <a:chOff x="0" y="-47625"/>
            <a:chExt cx="3651933" cy="1396181"/>
          </a:xfrm>
        </p:grpSpPr>
        <p:sp>
          <p:nvSpPr>
            <p:cNvPr id="1299" name="Google Shape;1299;p26"/>
            <p:cNvSpPr/>
            <p:nvPr/>
          </p:nvSpPr>
          <p:spPr>
            <a:xfrm>
              <a:off x="0" y="0"/>
              <a:ext cx="3651933" cy="1348556"/>
            </a:xfrm>
            <a:custGeom>
              <a:avLst/>
              <a:gdLst/>
              <a:ahLst/>
              <a:cxnLst/>
              <a:rect l="l" t="t" r="r" b="b"/>
              <a:pathLst>
                <a:path w="3651933" h="1348556" extrusionOk="0">
                  <a:moveTo>
                    <a:pt x="10881" y="0"/>
                  </a:moveTo>
                  <a:lnTo>
                    <a:pt x="3641052" y="0"/>
                  </a:lnTo>
                  <a:cubicBezTo>
                    <a:pt x="3647061" y="0"/>
                    <a:pt x="3651933" y="4871"/>
                    <a:pt x="3651933" y="10881"/>
                  </a:cubicBezTo>
                  <a:lnTo>
                    <a:pt x="3651933" y="1337675"/>
                  </a:lnTo>
                  <a:cubicBezTo>
                    <a:pt x="3651933" y="1340561"/>
                    <a:pt x="3650786" y="1343329"/>
                    <a:pt x="3648746" y="1345369"/>
                  </a:cubicBezTo>
                  <a:cubicBezTo>
                    <a:pt x="3646705" y="1347410"/>
                    <a:pt x="3643938" y="1348556"/>
                    <a:pt x="3641052" y="1348556"/>
                  </a:cubicBezTo>
                  <a:lnTo>
                    <a:pt x="10881" y="1348556"/>
                  </a:lnTo>
                  <a:cubicBezTo>
                    <a:pt x="4871" y="1348556"/>
                    <a:pt x="0" y="1343685"/>
                    <a:pt x="0" y="1337675"/>
                  </a:cubicBezTo>
                  <a:lnTo>
                    <a:pt x="0" y="10881"/>
                  </a:lnTo>
                  <a:cubicBezTo>
                    <a:pt x="0" y="4871"/>
                    <a:pt x="4871" y="0"/>
                    <a:pt x="10881"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1300" name="Google Shape;1300;p26"/>
            <p:cNvSpPr txBox="1"/>
            <p:nvPr/>
          </p:nvSpPr>
          <p:spPr>
            <a:xfrm>
              <a:off x="0" y="-47625"/>
              <a:ext cx="3651933" cy="1396181"/>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1301" name="Google Shape;1301;p26"/>
          <p:cNvSpPr txBox="1"/>
          <p:nvPr/>
        </p:nvSpPr>
        <p:spPr>
          <a:xfrm>
            <a:off x="2863214" y="2109929"/>
            <a:ext cx="6759000" cy="2037224"/>
          </a:xfrm>
          <a:prstGeom prst="rect">
            <a:avLst/>
          </a:prstGeom>
          <a:noFill/>
          <a:ln>
            <a:noFill/>
          </a:ln>
        </p:spPr>
        <p:txBody>
          <a:bodyPr spcFirstLastPara="1" wrap="square" lIns="0" tIns="0" rIns="0" bIns="0" anchor="t" anchorCtr="0">
            <a:spAutoFit/>
          </a:bodyPr>
          <a:lstStyle/>
          <a:p>
            <a:pPr algn="ctr" defTabSz="609630">
              <a:lnSpc>
                <a:spcPct val="115000"/>
              </a:lnSpc>
              <a:buClr>
                <a:srgbClr val="000000"/>
              </a:buClr>
            </a:pPr>
            <a:r>
              <a:rPr lang="en-US" sz="5756" kern="0" dirty="0">
                <a:solidFill>
                  <a:srgbClr val="FFFFFF"/>
                </a:solidFill>
                <a:latin typeface="Courier"/>
                <a:cs typeface="Arial"/>
                <a:sym typeface="Courier"/>
              </a:rPr>
              <a:t>What does It mean?</a:t>
            </a:r>
            <a:endParaRPr sz="933" kern="0" dirty="0">
              <a:solidFill>
                <a:srgbClr val="000000"/>
              </a:solidFill>
              <a:latin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24042" y="217287"/>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solidFill>
              <a:srgbClr val="FF66C4"/>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60"/>
            <a:ext cx="10326008" cy="1062920"/>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5756" kern="0" dirty="0">
                <a:solidFill>
                  <a:srgbClr val="FFFFFF"/>
                </a:solidFill>
                <a:latin typeface="Courier"/>
                <a:cs typeface="Arial"/>
                <a:sym typeface="Courier"/>
              </a:rPr>
              <a:t>WHAT IS PYTHON</a:t>
            </a:r>
            <a:endParaRPr sz="933" kern="0" dirty="0">
              <a:solidFill>
                <a:srgbClr val="000000"/>
              </a:solidFill>
              <a:latin typeface="Arial"/>
              <a:cs typeface="Arial"/>
              <a:sym typeface="Arial"/>
            </a:endParaRPr>
          </a:p>
        </p:txBody>
      </p:sp>
      <p:sp>
        <p:nvSpPr>
          <p:cNvPr id="649" name="Google Shape;649;p14"/>
          <p:cNvSpPr txBox="1"/>
          <p:nvPr/>
        </p:nvSpPr>
        <p:spPr>
          <a:xfrm>
            <a:off x="997460" y="2434590"/>
            <a:ext cx="9657840" cy="1378647"/>
          </a:xfrm>
          <a:prstGeom prst="rect">
            <a:avLst/>
          </a:prstGeom>
          <a:noFill/>
          <a:ln>
            <a:noFill/>
          </a:ln>
        </p:spPr>
        <p:txBody>
          <a:bodyPr spcFirstLastPara="1" wrap="square" lIns="0" tIns="0" rIns="0" bIns="0" anchor="t" anchorCtr="0">
            <a:spAutoFit/>
          </a:bodyPr>
          <a:lstStyle/>
          <a:p>
            <a:pPr marL="304815" indent="-304815" defTabSz="609630">
              <a:lnSpc>
                <a:spcPct val="139958"/>
              </a:lnSpc>
              <a:buClr>
                <a:srgbClr val="FFFFFF"/>
              </a:buClr>
              <a:buFont typeface="Arial" panose="020B0604020202020204" pitchFamily="34" charset="0"/>
              <a:buChar char="•"/>
            </a:pPr>
            <a:r>
              <a:rPr lang="en-US" sz="2133" kern="0" dirty="0">
                <a:solidFill>
                  <a:srgbClr val="FFFFFF"/>
                </a:solidFill>
                <a:latin typeface="Roboto Mono"/>
                <a:ea typeface="Roboto Mono"/>
                <a:cs typeface="Roboto Mono"/>
                <a:sym typeface="Roboto Mono"/>
              </a:rPr>
              <a:t>Python is an </a:t>
            </a:r>
            <a:r>
              <a:rPr lang="en-US" sz="2133" b="1" kern="0" dirty="0">
                <a:solidFill>
                  <a:srgbClr val="FFFFFF"/>
                </a:solidFill>
                <a:latin typeface="Roboto Mono"/>
                <a:ea typeface="Roboto Mono"/>
                <a:cs typeface="Roboto Mono"/>
                <a:sym typeface="Roboto Mono"/>
              </a:rPr>
              <a:t>interpreted language</a:t>
            </a:r>
          </a:p>
          <a:p>
            <a:pPr marL="304815" indent="-304815" defTabSz="609630">
              <a:lnSpc>
                <a:spcPct val="139958"/>
              </a:lnSpc>
              <a:buClr>
                <a:srgbClr val="FFFFFF"/>
              </a:buClr>
              <a:buFont typeface="Arial" panose="020B0604020202020204" pitchFamily="34" charset="0"/>
              <a:buChar char="•"/>
            </a:pPr>
            <a:r>
              <a:rPr lang="en-US" sz="2133" b="1" kern="0" dirty="0">
                <a:solidFill>
                  <a:srgbClr val="FFFFFF"/>
                </a:solidFill>
                <a:latin typeface="Roboto Mono"/>
                <a:ea typeface="Roboto Mono"/>
                <a:cs typeface="Roboto Mono"/>
                <a:sym typeface="Roboto Mono"/>
              </a:rPr>
              <a:t>If you want to program in Python, you'll need the Python interpreter.</a:t>
            </a:r>
          </a:p>
        </p:txBody>
      </p:sp>
    </p:spTree>
    <p:extLst>
      <p:ext uri="{BB962C8B-B14F-4D97-AF65-F5344CB8AC3E}">
        <p14:creationId xmlns:p14="http://schemas.microsoft.com/office/powerpoint/2010/main" val="25030717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24042" y="217287"/>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solidFill>
              <a:srgbClr val="FF66C4"/>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60"/>
            <a:ext cx="10326008" cy="1062920"/>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5756" kern="0" dirty="0">
                <a:solidFill>
                  <a:srgbClr val="FFFFFF"/>
                </a:solidFill>
                <a:latin typeface="Courier"/>
                <a:cs typeface="Arial"/>
                <a:sym typeface="Courier"/>
              </a:rPr>
              <a:t>CREATOR OF PYTHON</a:t>
            </a:r>
            <a:endParaRPr sz="933"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pic>
        <p:nvPicPr>
          <p:cNvPr id="5124" name="Picture 4" descr="Guido van Rossum">
            <a:extLst>
              <a:ext uri="{FF2B5EF4-FFF2-40B4-BE49-F238E27FC236}">
                <a16:creationId xmlns:a16="http://schemas.microsoft.com/office/drawing/2014/main" id="{E96ADAF9-9CE6-0934-C366-046E740014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8147" y="2723991"/>
            <a:ext cx="2980784" cy="2980784"/>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descr="A group of men in a cup&#10;&#10;Description automatically generated">
            <a:extLst>
              <a:ext uri="{FF2B5EF4-FFF2-40B4-BE49-F238E27FC236}">
                <a16:creationId xmlns:a16="http://schemas.microsoft.com/office/drawing/2014/main" id="{36EAEB75-5470-36A2-B564-D0528D8C81E3}"/>
              </a:ext>
            </a:extLst>
          </p:cNvPr>
          <p:cNvPicPr>
            <a:picLocks noChangeAspect="1"/>
          </p:cNvPicPr>
          <p:nvPr/>
        </p:nvPicPr>
        <p:blipFill>
          <a:blip r:embed="rId4"/>
          <a:stretch>
            <a:fillRect/>
          </a:stretch>
        </p:blipFill>
        <p:spPr>
          <a:xfrm>
            <a:off x="6344845" y="2480296"/>
            <a:ext cx="3175000" cy="1784350"/>
          </a:xfrm>
          <a:prstGeom prst="rect">
            <a:avLst/>
          </a:prstGeom>
        </p:spPr>
      </p:pic>
      <p:pic>
        <p:nvPicPr>
          <p:cNvPr id="6" name="Picture 5" descr="A snake coiled up on a branch&#10;&#10;Description automatically generated">
            <a:extLst>
              <a:ext uri="{FF2B5EF4-FFF2-40B4-BE49-F238E27FC236}">
                <a16:creationId xmlns:a16="http://schemas.microsoft.com/office/drawing/2014/main" id="{4370C539-2D43-E21F-4EE0-0DA475D7EEFF}"/>
              </a:ext>
            </a:extLst>
          </p:cNvPr>
          <p:cNvPicPr>
            <a:picLocks noChangeAspect="1"/>
          </p:cNvPicPr>
          <p:nvPr/>
        </p:nvPicPr>
        <p:blipFill>
          <a:blip r:embed="rId5"/>
          <a:stretch>
            <a:fillRect/>
          </a:stretch>
        </p:blipFill>
        <p:spPr>
          <a:xfrm>
            <a:off x="6475909" y="4518137"/>
            <a:ext cx="2627581" cy="1748535"/>
          </a:xfrm>
          <a:prstGeom prst="rect">
            <a:avLst/>
          </a:prstGeom>
        </p:spPr>
      </p:pic>
      <p:cxnSp>
        <p:nvCxnSpPr>
          <p:cNvPr id="8" name="Connector: Elbow 7">
            <a:extLst>
              <a:ext uri="{FF2B5EF4-FFF2-40B4-BE49-F238E27FC236}">
                <a16:creationId xmlns:a16="http://schemas.microsoft.com/office/drawing/2014/main" id="{FBBCDEAD-E44B-FC39-49F1-932750CB4D8F}"/>
              </a:ext>
            </a:extLst>
          </p:cNvPr>
          <p:cNvCxnSpPr/>
          <p:nvPr/>
        </p:nvCxnSpPr>
        <p:spPr>
          <a:xfrm flipV="1">
            <a:off x="4171954" y="3327400"/>
            <a:ext cx="2163582" cy="937246"/>
          </a:xfrm>
          <a:prstGeom prst="bentConnector3">
            <a:avLst/>
          </a:prstGeom>
          <a:ln>
            <a:tailEnd type="triangl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1334250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05"/>
        <p:cNvGrpSpPr/>
        <p:nvPr/>
      </p:nvGrpSpPr>
      <p:grpSpPr>
        <a:xfrm>
          <a:off x="0" y="0"/>
          <a:ext cx="0" cy="0"/>
          <a:chOff x="0" y="0"/>
          <a:chExt cx="0" cy="0"/>
        </a:xfrm>
      </p:grpSpPr>
      <p:grpSp>
        <p:nvGrpSpPr>
          <p:cNvPr id="1306" name="Google Shape;1306;p27"/>
          <p:cNvGrpSpPr/>
          <p:nvPr/>
        </p:nvGrpSpPr>
        <p:grpSpPr>
          <a:xfrm>
            <a:off x="324042" y="217287"/>
            <a:ext cx="11543917" cy="6302879"/>
            <a:chOff x="0" y="-241102"/>
            <a:chExt cx="23087835" cy="12605759"/>
          </a:xfrm>
        </p:grpSpPr>
        <p:grpSp>
          <p:nvGrpSpPr>
            <p:cNvPr id="1307" name="Google Shape;1307;p27"/>
            <p:cNvGrpSpPr/>
            <p:nvPr/>
          </p:nvGrpSpPr>
          <p:grpSpPr>
            <a:xfrm>
              <a:off x="0" y="-241102"/>
              <a:ext cx="23069216" cy="12605759"/>
              <a:chOff x="0" y="-47625"/>
              <a:chExt cx="4556882" cy="2490026"/>
            </a:xfrm>
          </p:grpSpPr>
          <p:sp>
            <p:nvSpPr>
              <p:cNvPr id="1308" name="Google Shape;1308;p27"/>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1309" name="Google Shape;1309;p27"/>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1310" name="Google Shape;1310;p27"/>
            <p:cNvGrpSpPr/>
            <p:nvPr/>
          </p:nvGrpSpPr>
          <p:grpSpPr>
            <a:xfrm>
              <a:off x="18619" y="-241102"/>
              <a:ext cx="23069216" cy="12605759"/>
              <a:chOff x="0" y="-47625"/>
              <a:chExt cx="4556882" cy="2490026"/>
            </a:xfrm>
          </p:grpSpPr>
          <p:sp>
            <p:nvSpPr>
              <p:cNvPr id="1311" name="Google Shape;1311;p27"/>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1312" name="Google Shape;1312;p27"/>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cxnSp>
          <p:nvCxnSpPr>
            <p:cNvPr id="1313" name="Google Shape;1313;p27"/>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1314" name="Google Shape;1314;p27"/>
            <p:cNvGrpSpPr/>
            <p:nvPr/>
          </p:nvGrpSpPr>
          <p:grpSpPr>
            <a:xfrm>
              <a:off x="318466" y="201915"/>
              <a:ext cx="394763" cy="394763"/>
              <a:chOff x="0" y="0"/>
              <a:chExt cx="812800" cy="812800"/>
            </a:xfrm>
          </p:grpSpPr>
          <p:sp>
            <p:nvSpPr>
              <p:cNvPr id="1315" name="Google Shape;1315;p27"/>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1316" name="Google Shape;1316;p27"/>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1317" name="Google Shape;1317;p27"/>
            <p:cNvGrpSpPr/>
            <p:nvPr/>
          </p:nvGrpSpPr>
          <p:grpSpPr>
            <a:xfrm>
              <a:off x="989083" y="201915"/>
              <a:ext cx="394763" cy="394763"/>
              <a:chOff x="0" y="0"/>
              <a:chExt cx="812800" cy="812800"/>
            </a:xfrm>
          </p:grpSpPr>
          <p:sp>
            <p:nvSpPr>
              <p:cNvPr id="1318" name="Google Shape;1318;p27"/>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1319" name="Google Shape;1319;p27"/>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1320" name="Google Shape;1320;p27"/>
            <p:cNvGrpSpPr/>
            <p:nvPr/>
          </p:nvGrpSpPr>
          <p:grpSpPr>
            <a:xfrm>
              <a:off x="1663247" y="201915"/>
              <a:ext cx="394763" cy="394763"/>
              <a:chOff x="0" y="0"/>
              <a:chExt cx="812800" cy="812800"/>
            </a:xfrm>
          </p:grpSpPr>
          <p:sp>
            <p:nvSpPr>
              <p:cNvPr id="1321" name="Google Shape;1321;p27"/>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1322" name="Google Shape;1322;p27"/>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sp>
        <p:nvSpPr>
          <p:cNvPr id="1323" name="Google Shape;1323;p27"/>
          <p:cNvSpPr txBox="1"/>
          <p:nvPr/>
        </p:nvSpPr>
        <p:spPr>
          <a:xfrm>
            <a:off x="685759" y="1473825"/>
            <a:ext cx="8536600" cy="2973699"/>
          </a:xfrm>
          <a:prstGeom prst="rect">
            <a:avLst/>
          </a:prstGeom>
          <a:noFill/>
          <a:ln>
            <a:noFill/>
          </a:ln>
        </p:spPr>
        <p:txBody>
          <a:bodyPr spcFirstLastPara="1" wrap="square" lIns="0" tIns="0" rIns="0" bIns="0" anchor="t" anchorCtr="0">
            <a:spAutoFit/>
          </a:bodyPr>
          <a:lstStyle/>
          <a:p>
            <a:pPr defTabSz="609630">
              <a:lnSpc>
                <a:spcPct val="115000"/>
              </a:lnSpc>
              <a:buClr>
                <a:srgbClr val="000000"/>
              </a:buClr>
            </a:pPr>
            <a:r>
              <a:rPr lang="en-US" sz="1867" kern="0" dirty="0">
                <a:solidFill>
                  <a:srgbClr val="FFFFFF"/>
                </a:solidFill>
                <a:latin typeface="Courier"/>
                <a:ea typeface="Courier"/>
                <a:cs typeface="Courier"/>
                <a:sym typeface="Courier"/>
              </a:rPr>
              <a:t>in December 1989, I was looking for a "hobby" programming project that would keep me occupied during the week around Christmas. My office (...) would be closed, but I had a home computer, and not much else on my hands. I decided to write an interpreter for the new scripting language I had been thinking about lately: a descendant of ABC that would appeal to Unix/C hackers. I chose Python as a working title for the project, being in a slightly irreverent mood (and a big fan of Monty Python's Flying Circus).</a:t>
            </a:r>
            <a:endParaRPr lang="en-US" sz="1867" kern="0" dirty="0">
              <a:solidFill>
                <a:srgbClr val="000000"/>
              </a:solidFill>
              <a:latin typeface="Arial"/>
              <a:cs typeface="Arial"/>
              <a:sym typeface="Arial"/>
            </a:endParaRPr>
          </a:p>
        </p:txBody>
      </p:sp>
      <p:sp>
        <p:nvSpPr>
          <p:cNvPr id="1324" name="Google Shape;1324;p27"/>
          <p:cNvSpPr txBox="1"/>
          <p:nvPr/>
        </p:nvSpPr>
        <p:spPr>
          <a:xfrm>
            <a:off x="685800" y="4814233"/>
            <a:ext cx="8536509" cy="344710"/>
          </a:xfrm>
          <a:prstGeom prst="rect">
            <a:avLst/>
          </a:prstGeom>
          <a:noFill/>
          <a:ln>
            <a:noFill/>
          </a:ln>
        </p:spPr>
        <p:txBody>
          <a:bodyPr spcFirstLastPara="1" wrap="square" lIns="0" tIns="0" rIns="0" bIns="0" anchor="t" anchorCtr="0">
            <a:spAutoFit/>
          </a:bodyPr>
          <a:lstStyle/>
          <a:p>
            <a:pPr defTabSz="609630">
              <a:lnSpc>
                <a:spcPct val="139958"/>
              </a:lnSpc>
              <a:buClr>
                <a:srgbClr val="000000"/>
              </a:buClr>
            </a:pPr>
            <a:r>
              <a:rPr lang="en-US" sz="1600" kern="0" dirty="0">
                <a:solidFill>
                  <a:srgbClr val="FFFFFF"/>
                </a:solidFill>
                <a:latin typeface="Roboto Mono"/>
                <a:ea typeface="Roboto Mono"/>
                <a:cs typeface="Arial"/>
                <a:sym typeface="Roboto Mono"/>
              </a:rPr>
              <a:t>-Guido van Rossum</a:t>
            </a:r>
            <a:endParaRPr sz="933" kern="0" dirty="0">
              <a:solidFill>
                <a:srgbClr val="000000"/>
              </a:solidFill>
              <a:latin typeface="Arial"/>
              <a:cs typeface="Arial"/>
              <a:sym typeface="Arial"/>
            </a:endParaRPr>
          </a:p>
        </p:txBody>
      </p:sp>
      <p:grpSp>
        <p:nvGrpSpPr>
          <p:cNvPr id="1325" name="Google Shape;1325;p27"/>
          <p:cNvGrpSpPr/>
          <p:nvPr/>
        </p:nvGrpSpPr>
        <p:grpSpPr>
          <a:xfrm rot="10800000">
            <a:off x="7899776" y="4160267"/>
            <a:ext cx="3606424" cy="1951688"/>
            <a:chOff x="0" y="-230876"/>
            <a:chExt cx="7212848" cy="3903376"/>
          </a:xfrm>
        </p:grpSpPr>
        <p:grpSp>
          <p:nvGrpSpPr>
            <p:cNvPr id="1326" name="Google Shape;1326;p27"/>
            <p:cNvGrpSpPr/>
            <p:nvPr/>
          </p:nvGrpSpPr>
          <p:grpSpPr>
            <a:xfrm>
              <a:off x="3272568" y="2897207"/>
              <a:ext cx="3940279" cy="775293"/>
              <a:chOff x="0" y="-47625"/>
              <a:chExt cx="812800" cy="159927"/>
            </a:xfrm>
          </p:grpSpPr>
          <p:sp>
            <p:nvSpPr>
              <p:cNvPr id="1327" name="Google Shape;1327;p27"/>
              <p:cNvSpPr/>
              <p:nvPr/>
            </p:nvSpPr>
            <p:spPr>
              <a:xfrm>
                <a:off x="0" y="0"/>
                <a:ext cx="812800" cy="112302"/>
              </a:xfrm>
              <a:custGeom>
                <a:avLst/>
                <a:gdLst/>
                <a:ahLst/>
                <a:cxnLst/>
                <a:rect l="l" t="t" r="r" b="b"/>
                <a:pathLst>
                  <a:path w="812800" h="112302" extrusionOk="0">
                    <a:moveTo>
                      <a:pt x="56151" y="0"/>
                    </a:moveTo>
                    <a:lnTo>
                      <a:pt x="756649" y="0"/>
                    </a:lnTo>
                    <a:cubicBezTo>
                      <a:pt x="771541" y="0"/>
                      <a:pt x="785823" y="5916"/>
                      <a:pt x="796354" y="16446"/>
                    </a:cubicBezTo>
                    <a:cubicBezTo>
                      <a:pt x="806884" y="26977"/>
                      <a:pt x="812800" y="41259"/>
                      <a:pt x="812800" y="56151"/>
                    </a:cubicBezTo>
                    <a:lnTo>
                      <a:pt x="812800" y="56151"/>
                    </a:lnTo>
                    <a:cubicBezTo>
                      <a:pt x="812800" y="87162"/>
                      <a:pt x="787660" y="112302"/>
                      <a:pt x="756649" y="112302"/>
                    </a:cubicBezTo>
                    <a:lnTo>
                      <a:pt x="56151" y="112302"/>
                    </a:lnTo>
                    <a:cubicBezTo>
                      <a:pt x="41259" y="112302"/>
                      <a:pt x="26977" y="106386"/>
                      <a:pt x="16446" y="95856"/>
                    </a:cubicBezTo>
                    <a:cubicBezTo>
                      <a:pt x="5916" y="85326"/>
                      <a:pt x="0" y="71043"/>
                      <a:pt x="0" y="56151"/>
                    </a:cubicBezTo>
                    <a:lnTo>
                      <a:pt x="0" y="56151"/>
                    </a:lnTo>
                    <a:cubicBezTo>
                      <a:pt x="0" y="41259"/>
                      <a:pt x="5916" y="26977"/>
                      <a:pt x="16446" y="16446"/>
                    </a:cubicBezTo>
                    <a:cubicBezTo>
                      <a:pt x="26977" y="5916"/>
                      <a:pt x="41259" y="0"/>
                      <a:pt x="56151" y="0"/>
                    </a:cubicBezTo>
                    <a:close/>
                  </a:path>
                </a:pathLst>
              </a:custGeom>
              <a:solidFill>
                <a:srgbClr val="8C52FF"/>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1328" name="Google Shape;1328;p27"/>
              <p:cNvSpPr txBox="1"/>
              <p:nvPr/>
            </p:nvSpPr>
            <p:spPr>
              <a:xfrm>
                <a:off x="0" y="-47625"/>
                <a:ext cx="812800" cy="159927"/>
              </a:xfrm>
              <a:prstGeom prst="rect">
                <a:avLst/>
              </a:prstGeom>
              <a:noFill/>
              <a:ln>
                <a:noFill/>
              </a:ln>
            </p:spPr>
            <p:txBody>
              <a:bodyPr spcFirstLastPara="1" wrap="square" lIns="33867" tIns="33867" rIns="33867" bIns="33867" anchor="ctr" anchorCtr="0">
                <a:noAutofit/>
              </a:bodyPr>
              <a:lstStyle/>
              <a:p>
                <a:pPr algn="ctr" defTabSz="609630">
                  <a:lnSpc>
                    <a:spcPct val="186666"/>
                  </a:lnSpc>
                  <a:buClr>
                    <a:srgbClr val="000000"/>
                  </a:buClr>
                </a:pPr>
                <a:endParaRPr sz="1200" kern="0">
                  <a:solidFill>
                    <a:srgbClr val="000000"/>
                  </a:solidFill>
                  <a:latin typeface="Calibri"/>
                  <a:ea typeface="Calibri"/>
                  <a:cs typeface="Calibri"/>
                  <a:sym typeface="Calibri"/>
                </a:endParaRPr>
              </a:p>
            </p:txBody>
          </p:sp>
        </p:grpSp>
        <p:grpSp>
          <p:nvGrpSpPr>
            <p:cNvPr id="1329" name="Google Shape;1329;p27"/>
            <p:cNvGrpSpPr/>
            <p:nvPr/>
          </p:nvGrpSpPr>
          <p:grpSpPr>
            <a:xfrm>
              <a:off x="2768252" y="1855188"/>
              <a:ext cx="4444595" cy="775293"/>
              <a:chOff x="0" y="-47625"/>
              <a:chExt cx="916830" cy="159927"/>
            </a:xfrm>
          </p:grpSpPr>
          <p:sp>
            <p:nvSpPr>
              <p:cNvPr id="1330" name="Google Shape;1330;p27"/>
              <p:cNvSpPr/>
              <p:nvPr/>
            </p:nvSpPr>
            <p:spPr>
              <a:xfrm>
                <a:off x="0" y="0"/>
                <a:ext cx="916830" cy="112302"/>
              </a:xfrm>
              <a:custGeom>
                <a:avLst/>
                <a:gdLst/>
                <a:ahLst/>
                <a:cxnLst/>
                <a:rect l="l" t="t" r="r" b="b"/>
                <a:pathLst>
                  <a:path w="916830" h="112302" extrusionOk="0">
                    <a:moveTo>
                      <a:pt x="56151" y="0"/>
                    </a:moveTo>
                    <a:lnTo>
                      <a:pt x="860679" y="0"/>
                    </a:lnTo>
                    <a:cubicBezTo>
                      <a:pt x="891690" y="0"/>
                      <a:pt x="916830" y="25140"/>
                      <a:pt x="916830" y="56151"/>
                    </a:cubicBezTo>
                    <a:lnTo>
                      <a:pt x="916830" y="56151"/>
                    </a:lnTo>
                    <a:cubicBezTo>
                      <a:pt x="916830" y="71043"/>
                      <a:pt x="910914" y="85326"/>
                      <a:pt x="900384" y="95856"/>
                    </a:cubicBezTo>
                    <a:cubicBezTo>
                      <a:pt x="889853" y="106386"/>
                      <a:pt x="875571" y="112302"/>
                      <a:pt x="860679" y="112302"/>
                    </a:cubicBezTo>
                    <a:lnTo>
                      <a:pt x="56151" y="112302"/>
                    </a:lnTo>
                    <a:cubicBezTo>
                      <a:pt x="41259" y="112302"/>
                      <a:pt x="26977" y="106386"/>
                      <a:pt x="16446" y="95856"/>
                    </a:cubicBezTo>
                    <a:cubicBezTo>
                      <a:pt x="5916" y="85326"/>
                      <a:pt x="0" y="71043"/>
                      <a:pt x="0" y="56151"/>
                    </a:cubicBezTo>
                    <a:lnTo>
                      <a:pt x="0" y="56151"/>
                    </a:lnTo>
                    <a:cubicBezTo>
                      <a:pt x="0" y="41259"/>
                      <a:pt x="5916" y="26977"/>
                      <a:pt x="16446" y="16446"/>
                    </a:cubicBezTo>
                    <a:cubicBezTo>
                      <a:pt x="26977" y="5916"/>
                      <a:pt x="41259" y="0"/>
                      <a:pt x="56151" y="0"/>
                    </a:cubicBezTo>
                    <a:close/>
                  </a:path>
                </a:pathLst>
              </a:custGeom>
              <a:solidFill>
                <a:srgbClr val="FF66C4"/>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1331" name="Google Shape;1331;p27"/>
              <p:cNvSpPr txBox="1"/>
              <p:nvPr/>
            </p:nvSpPr>
            <p:spPr>
              <a:xfrm>
                <a:off x="0" y="-47625"/>
                <a:ext cx="916830" cy="159927"/>
              </a:xfrm>
              <a:prstGeom prst="rect">
                <a:avLst/>
              </a:prstGeom>
              <a:noFill/>
              <a:ln>
                <a:noFill/>
              </a:ln>
            </p:spPr>
            <p:txBody>
              <a:bodyPr spcFirstLastPara="1" wrap="square" lIns="33867" tIns="33867" rIns="33867" bIns="33867" anchor="ctr" anchorCtr="0">
                <a:noAutofit/>
              </a:bodyPr>
              <a:lstStyle/>
              <a:p>
                <a:pPr algn="ctr" defTabSz="609630">
                  <a:lnSpc>
                    <a:spcPct val="186666"/>
                  </a:lnSpc>
                  <a:buClr>
                    <a:srgbClr val="000000"/>
                  </a:buClr>
                </a:pPr>
                <a:endParaRPr sz="1200" kern="0">
                  <a:solidFill>
                    <a:srgbClr val="000000"/>
                  </a:solidFill>
                  <a:latin typeface="Calibri"/>
                  <a:ea typeface="Calibri"/>
                  <a:cs typeface="Calibri"/>
                  <a:sym typeface="Calibri"/>
                </a:endParaRPr>
              </a:p>
            </p:txBody>
          </p:sp>
        </p:grpSp>
        <p:grpSp>
          <p:nvGrpSpPr>
            <p:cNvPr id="1332" name="Google Shape;1332;p27"/>
            <p:cNvGrpSpPr/>
            <p:nvPr/>
          </p:nvGrpSpPr>
          <p:grpSpPr>
            <a:xfrm>
              <a:off x="1757299" y="-230876"/>
              <a:ext cx="2225607" cy="775293"/>
              <a:chOff x="0" y="-47625"/>
              <a:chExt cx="459098" cy="159927"/>
            </a:xfrm>
          </p:grpSpPr>
          <p:sp>
            <p:nvSpPr>
              <p:cNvPr id="1333" name="Google Shape;1333;p27"/>
              <p:cNvSpPr/>
              <p:nvPr/>
            </p:nvSpPr>
            <p:spPr>
              <a:xfrm>
                <a:off x="0" y="0"/>
                <a:ext cx="459098" cy="112302"/>
              </a:xfrm>
              <a:custGeom>
                <a:avLst/>
                <a:gdLst/>
                <a:ahLst/>
                <a:cxnLst/>
                <a:rect l="l" t="t" r="r" b="b"/>
                <a:pathLst>
                  <a:path w="459098" h="112302" extrusionOk="0">
                    <a:moveTo>
                      <a:pt x="56151" y="0"/>
                    </a:moveTo>
                    <a:lnTo>
                      <a:pt x="402947" y="0"/>
                    </a:lnTo>
                    <a:cubicBezTo>
                      <a:pt x="433958" y="0"/>
                      <a:pt x="459098" y="25140"/>
                      <a:pt x="459098" y="56151"/>
                    </a:cubicBezTo>
                    <a:lnTo>
                      <a:pt x="459098" y="56151"/>
                    </a:lnTo>
                    <a:cubicBezTo>
                      <a:pt x="459098" y="71043"/>
                      <a:pt x="453182" y="85326"/>
                      <a:pt x="442651" y="95856"/>
                    </a:cubicBezTo>
                    <a:cubicBezTo>
                      <a:pt x="432121" y="106386"/>
                      <a:pt x="417839" y="112302"/>
                      <a:pt x="402947" y="112302"/>
                    </a:cubicBezTo>
                    <a:lnTo>
                      <a:pt x="56151" y="112302"/>
                    </a:lnTo>
                    <a:cubicBezTo>
                      <a:pt x="41259" y="112302"/>
                      <a:pt x="26977" y="106386"/>
                      <a:pt x="16446" y="95856"/>
                    </a:cubicBezTo>
                    <a:cubicBezTo>
                      <a:pt x="5916" y="85326"/>
                      <a:pt x="0" y="71043"/>
                      <a:pt x="0" y="56151"/>
                    </a:cubicBezTo>
                    <a:lnTo>
                      <a:pt x="0" y="56151"/>
                    </a:lnTo>
                    <a:cubicBezTo>
                      <a:pt x="0" y="41259"/>
                      <a:pt x="5916" y="26977"/>
                      <a:pt x="16446" y="16446"/>
                    </a:cubicBezTo>
                    <a:cubicBezTo>
                      <a:pt x="26977" y="5916"/>
                      <a:pt x="41259" y="0"/>
                      <a:pt x="56151" y="0"/>
                    </a:cubicBezTo>
                    <a:close/>
                  </a:path>
                </a:pathLst>
              </a:custGeom>
              <a:solidFill>
                <a:srgbClr val="8C52FF"/>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1334" name="Google Shape;1334;p27"/>
              <p:cNvSpPr txBox="1"/>
              <p:nvPr/>
            </p:nvSpPr>
            <p:spPr>
              <a:xfrm>
                <a:off x="0" y="-47625"/>
                <a:ext cx="459098" cy="159927"/>
              </a:xfrm>
              <a:prstGeom prst="rect">
                <a:avLst/>
              </a:prstGeom>
              <a:noFill/>
              <a:ln>
                <a:noFill/>
              </a:ln>
            </p:spPr>
            <p:txBody>
              <a:bodyPr spcFirstLastPara="1" wrap="square" lIns="33867" tIns="33867" rIns="33867" bIns="33867" anchor="ctr" anchorCtr="0">
                <a:noAutofit/>
              </a:bodyPr>
              <a:lstStyle/>
              <a:p>
                <a:pPr algn="ctr" defTabSz="609630">
                  <a:lnSpc>
                    <a:spcPct val="186666"/>
                  </a:lnSpc>
                  <a:buClr>
                    <a:srgbClr val="000000"/>
                  </a:buClr>
                </a:pPr>
                <a:endParaRPr sz="1200" kern="0">
                  <a:solidFill>
                    <a:srgbClr val="000000"/>
                  </a:solidFill>
                  <a:latin typeface="Calibri"/>
                  <a:ea typeface="Calibri"/>
                  <a:cs typeface="Calibri"/>
                  <a:sym typeface="Calibri"/>
                </a:endParaRPr>
              </a:p>
            </p:txBody>
          </p:sp>
        </p:grpSp>
        <p:grpSp>
          <p:nvGrpSpPr>
            <p:cNvPr id="1335" name="Google Shape;1335;p27"/>
            <p:cNvGrpSpPr/>
            <p:nvPr/>
          </p:nvGrpSpPr>
          <p:grpSpPr>
            <a:xfrm>
              <a:off x="4497334" y="812156"/>
              <a:ext cx="2715513" cy="775293"/>
              <a:chOff x="0" y="-47625"/>
              <a:chExt cx="560156" cy="159927"/>
            </a:xfrm>
          </p:grpSpPr>
          <p:sp>
            <p:nvSpPr>
              <p:cNvPr id="1336" name="Google Shape;1336;p27"/>
              <p:cNvSpPr/>
              <p:nvPr/>
            </p:nvSpPr>
            <p:spPr>
              <a:xfrm>
                <a:off x="0" y="0"/>
                <a:ext cx="560156" cy="112302"/>
              </a:xfrm>
              <a:custGeom>
                <a:avLst/>
                <a:gdLst/>
                <a:ahLst/>
                <a:cxnLst/>
                <a:rect l="l" t="t" r="r" b="b"/>
                <a:pathLst>
                  <a:path w="560156" h="112302" extrusionOk="0">
                    <a:moveTo>
                      <a:pt x="56151" y="0"/>
                    </a:moveTo>
                    <a:lnTo>
                      <a:pt x="504004" y="0"/>
                    </a:lnTo>
                    <a:cubicBezTo>
                      <a:pt x="518897" y="0"/>
                      <a:pt x="533179" y="5916"/>
                      <a:pt x="543709" y="16446"/>
                    </a:cubicBezTo>
                    <a:cubicBezTo>
                      <a:pt x="554240" y="26977"/>
                      <a:pt x="560156" y="41259"/>
                      <a:pt x="560156" y="56151"/>
                    </a:cubicBezTo>
                    <a:lnTo>
                      <a:pt x="560156" y="56151"/>
                    </a:lnTo>
                    <a:cubicBezTo>
                      <a:pt x="560156" y="87162"/>
                      <a:pt x="535016" y="112302"/>
                      <a:pt x="504004" y="112302"/>
                    </a:cubicBezTo>
                    <a:lnTo>
                      <a:pt x="56151" y="112302"/>
                    </a:lnTo>
                    <a:cubicBezTo>
                      <a:pt x="41259" y="112302"/>
                      <a:pt x="26977" y="106386"/>
                      <a:pt x="16446" y="95856"/>
                    </a:cubicBezTo>
                    <a:cubicBezTo>
                      <a:pt x="5916" y="85326"/>
                      <a:pt x="0" y="71043"/>
                      <a:pt x="0" y="56151"/>
                    </a:cubicBezTo>
                    <a:lnTo>
                      <a:pt x="0" y="56151"/>
                    </a:lnTo>
                    <a:cubicBezTo>
                      <a:pt x="0" y="41259"/>
                      <a:pt x="5916" y="26977"/>
                      <a:pt x="16446" y="16446"/>
                    </a:cubicBezTo>
                    <a:cubicBezTo>
                      <a:pt x="26977" y="5916"/>
                      <a:pt x="41259" y="0"/>
                      <a:pt x="56151" y="0"/>
                    </a:cubicBezTo>
                    <a:close/>
                  </a:path>
                </a:pathLst>
              </a:custGeom>
              <a:solidFill>
                <a:srgbClr val="3B3A3A"/>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1337" name="Google Shape;1337;p27"/>
              <p:cNvSpPr txBox="1"/>
              <p:nvPr/>
            </p:nvSpPr>
            <p:spPr>
              <a:xfrm>
                <a:off x="0" y="-47625"/>
                <a:ext cx="560156" cy="159927"/>
              </a:xfrm>
              <a:prstGeom prst="rect">
                <a:avLst/>
              </a:prstGeom>
              <a:noFill/>
              <a:ln>
                <a:noFill/>
              </a:ln>
            </p:spPr>
            <p:txBody>
              <a:bodyPr spcFirstLastPara="1" wrap="square" lIns="33867" tIns="33867" rIns="33867" bIns="33867" anchor="ctr" anchorCtr="0">
                <a:noAutofit/>
              </a:bodyPr>
              <a:lstStyle/>
              <a:p>
                <a:pPr algn="ctr" defTabSz="609630">
                  <a:lnSpc>
                    <a:spcPct val="186666"/>
                  </a:lnSpc>
                  <a:buClr>
                    <a:srgbClr val="000000"/>
                  </a:buClr>
                </a:pPr>
                <a:endParaRPr sz="1200" kern="0">
                  <a:solidFill>
                    <a:srgbClr val="000000"/>
                  </a:solidFill>
                  <a:latin typeface="Calibri"/>
                  <a:ea typeface="Calibri"/>
                  <a:cs typeface="Calibri"/>
                  <a:sym typeface="Calibri"/>
                </a:endParaRPr>
              </a:p>
            </p:txBody>
          </p:sp>
        </p:grpSp>
        <p:grpSp>
          <p:nvGrpSpPr>
            <p:cNvPr id="1338" name="Google Shape;1338;p27"/>
            <p:cNvGrpSpPr/>
            <p:nvPr/>
          </p:nvGrpSpPr>
          <p:grpSpPr>
            <a:xfrm>
              <a:off x="5405102" y="-230876"/>
              <a:ext cx="1807746" cy="775293"/>
              <a:chOff x="0" y="-47625"/>
              <a:chExt cx="372901" cy="159927"/>
            </a:xfrm>
          </p:grpSpPr>
          <p:sp>
            <p:nvSpPr>
              <p:cNvPr id="1339" name="Google Shape;1339;p27"/>
              <p:cNvSpPr/>
              <p:nvPr/>
            </p:nvSpPr>
            <p:spPr>
              <a:xfrm>
                <a:off x="0" y="0"/>
                <a:ext cx="372901" cy="112302"/>
              </a:xfrm>
              <a:custGeom>
                <a:avLst/>
                <a:gdLst/>
                <a:ahLst/>
                <a:cxnLst/>
                <a:rect l="l" t="t" r="r" b="b"/>
                <a:pathLst>
                  <a:path w="372901" h="112302" extrusionOk="0">
                    <a:moveTo>
                      <a:pt x="56151" y="0"/>
                    </a:moveTo>
                    <a:lnTo>
                      <a:pt x="316750" y="0"/>
                    </a:lnTo>
                    <a:cubicBezTo>
                      <a:pt x="347762" y="0"/>
                      <a:pt x="372901" y="25140"/>
                      <a:pt x="372901" y="56151"/>
                    </a:cubicBezTo>
                    <a:lnTo>
                      <a:pt x="372901" y="56151"/>
                    </a:lnTo>
                    <a:cubicBezTo>
                      <a:pt x="372901" y="71043"/>
                      <a:pt x="366985" y="85326"/>
                      <a:pt x="356455" y="95856"/>
                    </a:cubicBezTo>
                    <a:cubicBezTo>
                      <a:pt x="345925" y="106386"/>
                      <a:pt x="331642" y="112302"/>
                      <a:pt x="316750" y="112302"/>
                    </a:cubicBezTo>
                    <a:lnTo>
                      <a:pt x="56151" y="112302"/>
                    </a:lnTo>
                    <a:cubicBezTo>
                      <a:pt x="41259" y="112302"/>
                      <a:pt x="26977" y="106386"/>
                      <a:pt x="16446" y="95856"/>
                    </a:cubicBezTo>
                    <a:cubicBezTo>
                      <a:pt x="5916" y="85326"/>
                      <a:pt x="0" y="71043"/>
                      <a:pt x="0" y="56151"/>
                    </a:cubicBezTo>
                    <a:lnTo>
                      <a:pt x="0" y="56151"/>
                    </a:lnTo>
                    <a:cubicBezTo>
                      <a:pt x="0" y="41259"/>
                      <a:pt x="5916" y="26977"/>
                      <a:pt x="16446" y="16446"/>
                    </a:cubicBezTo>
                    <a:cubicBezTo>
                      <a:pt x="26977" y="5916"/>
                      <a:pt x="41259" y="0"/>
                      <a:pt x="56151" y="0"/>
                    </a:cubicBezTo>
                    <a:close/>
                  </a:path>
                </a:pathLst>
              </a:custGeom>
              <a:solidFill>
                <a:srgbClr val="3B3A3A"/>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1340" name="Google Shape;1340;p27"/>
              <p:cNvSpPr txBox="1"/>
              <p:nvPr/>
            </p:nvSpPr>
            <p:spPr>
              <a:xfrm>
                <a:off x="0" y="-47625"/>
                <a:ext cx="372901" cy="159927"/>
              </a:xfrm>
              <a:prstGeom prst="rect">
                <a:avLst/>
              </a:prstGeom>
              <a:noFill/>
              <a:ln>
                <a:noFill/>
              </a:ln>
            </p:spPr>
            <p:txBody>
              <a:bodyPr spcFirstLastPara="1" wrap="square" lIns="33867" tIns="33867" rIns="33867" bIns="33867" anchor="ctr" anchorCtr="0">
                <a:noAutofit/>
              </a:bodyPr>
              <a:lstStyle/>
              <a:p>
                <a:pPr algn="ctr" defTabSz="609630">
                  <a:lnSpc>
                    <a:spcPct val="186666"/>
                  </a:lnSpc>
                  <a:buClr>
                    <a:srgbClr val="000000"/>
                  </a:buClr>
                </a:pPr>
                <a:endParaRPr sz="1200" kern="0">
                  <a:solidFill>
                    <a:srgbClr val="000000"/>
                  </a:solidFill>
                  <a:latin typeface="Calibri"/>
                  <a:ea typeface="Calibri"/>
                  <a:cs typeface="Calibri"/>
                  <a:sym typeface="Calibri"/>
                </a:endParaRPr>
              </a:p>
            </p:txBody>
          </p:sp>
        </p:grpSp>
        <p:grpSp>
          <p:nvGrpSpPr>
            <p:cNvPr id="1341" name="Google Shape;1341;p27"/>
            <p:cNvGrpSpPr/>
            <p:nvPr/>
          </p:nvGrpSpPr>
          <p:grpSpPr>
            <a:xfrm>
              <a:off x="765400" y="1855188"/>
              <a:ext cx="1807746" cy="775293"/>
              <a:chOff x="0" y="-47625"/>
              <a:chExt cx="372901" cy="159927"/>
            </a:xfrm>
          </p:grpSpPr>
          <p:sp>
            <p:nvSpPr>
              <p:cNvPr id="1342" name="Google Shape;1342;p27"/>
              <p:cNvSpPr/>
              <p:nvPr/>
            </p:nvSpPr>
            <p:spPr>
              <a:xfrm>
                <a:off x="0" y="0"/>
                <a:ext cx="372901" cy="112302"/>
              </a:xfrm>
              <a:custGeom>
                <a:avLst/>
                <a:gdLst/>
                <a:ahLst/>
                <a:cxnLst/>
                <a:rect l="l" t="t" r="r" b="b"/>
                <a:pathLst>
                  <a:path w="372901" h="112302" extrusionOk="0">
                    <a:moveTo>
                      <a:pt x="56151" y="0"/>
                    </a:moveTo>
                    <a:lnTo>
                      <a:pt x="316750" y="0"/>
                    </a:lnTo>
                    <a:cubicBezTo>
                      <a:pt x="347762" y="0"/>
                      <a:pt x="372901" y="25140"/>
                      <a:pt x="372901" y="56151"/>
                    </a:cubicBezTo>
                    <a:lnTo>
                      <a:pt x="372901" y="56151"/>
                    </a:lnTo>
                    <a:cubicBezTo>
                      <a:pt x="372901" y="71043"/>
                      <a:pt x="366985" y="85326"/>
                      <a:pt x="356455" y="95856"/>
                    </a:cubicBezTo>
                    <a:cubicBezTo>
                      <a:pt x="345925" y="106386"/>
                      <a:pt x="331642" y="112302"/>
                      <a:pt x="316750" y="112302"/>
                    </a:cubicBezTo>
                    <a:lnTo>
                      <a:pt x="56151" y="112302"/>
                    </a:lnTo>
                    <a:cubicBezTo>
                      <a:pt x="41259" y="112302"/>
                      <a:pt x="26977" y="106386"/>
                      <a:pt x="16446" y="95856"/>
                    </a:cubicBezTo>
                    <a:cubicBezTo>
                      <a:pt x="5916" y="85326"/>
                      <a:pt x="0" y="71043"/>
                      <a:pt x="0" y="56151"/>
                    </a:cubicBezTo>
                    <a:lnTo>
                      <a:pt x="0" y="56151"/>
                    </a:lnTo>
                    <a:cubicBezTo>
                      <a:pt x="0" y="41259"/>
                      <a:pt x="5916" y="26977"/>
                      <a:pt x="16446" y="16446"/>
                    </a:cubicBezTo>
                    <a:cubicBezTo>
                      <a:pt x="26977" y="5916"/>
                      <a:pt x="41259" y="0"/>
                      <a:pt x="56151" y="0"/>
                    </a:cubicBezTo>
                    <a:close/>
                  </a:path>
                </a:pathLst>
              </a:custGeom>
              <a:solidFill>
                <a:srgbClr val="7ED957"/>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1343" name="Google Shape;1343;p27"/>
              <p:cNvSpPr txBox="1"/>
              <p:nvPr/>
            </p:nvSpPr>
            <p:spPr>
              <a:xfrm>
                <a:off x="0" y="-47625"/>
                <a:ext cx="372901" cy="159927"/>
              </a:xfrm>
              <a:prstGeom prst="rect">
                <a:avLst/>
              </a:prstGeom>
              <a:noFill/>
              <a:ln>
                <a:noFill/>
              </a:ln>
            </p:spPr>
            <p:txBody>
              <a:bodyPr spcFirstLastPara="1" wrap="square" lIns="33867" tIns="33867" rIns="33867" bIns="33867" anchor="ctr" anchorCtr="0">
                <a:noAutofit/>
              </a:bodyPr>
              <a:lstStyle/>
              <a:p>
                <a:pPr algn="ctr" defTabSz="609630">
                  <a:lnSpc>
                    <a:spcPct val="186666"/>
                  </a:lnSpc>
                  <a:buClr>
                    <a:srgbClr val="000000"/>
                  </a:buClr>
                </a:pPr>
                <a:endParaRPr sz="1200" kern="0">
                  <a:solidFill>
                    <a:srgbClr val="000000"/>
                  </a:solidFill>
                  <a:latin typeface="Calibri"/>
                  <a:ea typeface="Calibri"/>
                  <a:cs typeface="Calibri"/>
                  <a:sym typeface="Calibri"/>
                </a:endParaRPr>
              </a:p>
            </p:txBody>
          </p:sp>
        </p:grpSp>
        <p:grpSp>
          <p:nvGrpSpPr>
            <p:cNvPr id="1344" name="Google Shape;1344;p27"/>
            <p:cNvGrpSpPr/>
            <p:nvPr/>
          </p:nvGrpSpPr>
          <p:grpSpPr>
            <a:xfrm>
              <a:off x="1284124" y="2897207"/>
              <a:ext cx="1807746" cy="775293"/>
              <a:chOff x="0" y="-47625"/>
              <a:chExt cx="372901" cy="159927"/>
            </a:xfrm>
          </p:grpSpPr>
          <p:sp>
            <p:nvSpPr>
              <p:cNvPr id="1345" name="Google Shape;1345;p27"/>
              <p:cNvSpPr/>
              <p:nvPr/>
            </p:nvSpPr>
            <p:spPr>
              <a:xfrm>
                <a:off x="0" y="0"/>
                <a:ext cx="372901" cy="112302"/>
              </a:xfrm>
              <a:custGeom>
                <a:avLst/>
                <a:gdLst/>
                <a:ahLst/>
                <a:cxnLst/>
                <a:rect l="l" t="t" r="r" b="b"/>
                <a:pathLst>
                  <a:path w="372901" h="112302" extrusionOk="0">
                    <a:moveTo>
                      <a:pt x="56151" y="0"/>
                    </a:moveTo>
                    <a:lnTo>
                      <a:pt x="316750" y="0"/>
                    </a:lnTo>
                    <a:cubicBezTo>
                      <a:pt x="347762" y="0"/>
                      <a:pt x="372901" y="25140"/>
                      <a:pt x="372901" y="56151"/>
                    </a:cubicBezTo>
                    <a:lnTo>
                      <a:pt x="372901" y="56151"/>
                    </a:lnTo>
                    <a:cubicBezTo>
                      <a:pt x="372901" y="71043"/>
                      <a:pt x="366985" y="85326"/>
                      <a:pt x="356455" y="95856"/>
                    </a:cubicBezTo>
                    <a:cubicBezTo>
                      <a:pt x="345925" y="106386"/>
                      <a:pt x="331642" y="112302"/>
                      <a:pt x="316750" y="112302"/>
                    </a:cubicBezTo>
                    <a:lnTo>
                      <a:pt x="56151" y="112302"/>
                    </a:lnTo>
                    <a:cubicBezTo>
                      <a:pt x="41259" y="112302"/>
                      <a:pt x="26977" y="106386"/>
                      <a:pt x="16446" y="95856"/>
                    </a:cubicBezTo>
                    <a:cubicBezTo>
                      <a:pt x="5916" y="85326"/>
                      <a:pt x="0" y="71043"/>
                      <a:pt x="0" y="56151"/>
                    </a:cubicBezTo>
                    <a:lnTo>
                      <a:pt x="0" y="56151"/>
                    </a:lnTo>
                    <a:cubicBezTo>
                      <a:pt x="0" y="41259"/>
                      <a:pt x="5916" y="26977"/>
                      <a:pt x="16446" y="16446"/>
                    </a:cubicBezTo>
                    <a:cubicBezTo>
                      <a:pt x="26977" y="5916"/>
                      <a:pt x="41259" y="0"/>
                      <a:pt x="56151" y="0"/>
                    </a:cubicBezTo>
                    <a:close/>
                  </a:path>
                </a:pathLst>
              </a:custGeom>
              <a:solidFill>
                <a:srgbClr val="7ED957"/>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1346" name="Google Shape;1346;p27"/>
              <p:cNvSpPr txBox="1"/>
              <p:nvPr/>
            </p:nvSpPr>
            <p:spPr>
              <a:xfrm>
                <a:off x="0" y="-47625"/>
                <a:ext cx="372901" cy="159927"/>
              </a:xfrm>
              <a:prstGeom prst="rect">
                <a:avLst/>
              </a:prstGeom>
              <a:noFill/>
              <a:ln>
                <a:noFill/>
              </a:ln>
            </p:spPr>
            <p:txBody>
              <a:bodyPr spcFirstLastPara="1" wrap="square" lIns="33867" tIns="33867" rIns="33867" bIns="33867" anchor="ctr" anchorCtr="0">
                <a:noAutofit/>
              </a:bodyPr>
              <a:lstStyle/>
              <a:p>
                <a:pPr algn="ctr" defTabSz="609630">
                  <a:lnSpc>
                    <a:spcPct val="186666"/>
                  </a:lnSpc>
                  <a:buClr>
                    <a:srgbClr val="000000"/>
                  </a:buClr>
                </a:pPr>
                <a:endParaRPr sz="1200" kern="0">
                  <a:solidFill>
                    <a:srgbClr val="000000"/>
                  </a:solidFill>
                  <a:latin typeface="Calibri"/>
                  <a:ea typeface="Calibri"/>
                  <a:cs typeface="Calibri"/>
                  <a:sym typeface="Calibri"/>
                </a:endParaRPr>
              </a:p>
            </p:txBody>
          </p:sp>
        </p:grpSp>
        <p:grpSp>
          <p:nvGrpSpPr>
            <p:cNvPr id="1347" name="Google Shape;1347;p27"/>
            <p:cNvGrpSpPr/>
            <p:nvPr/>
          </p:nvGrpSpPr>
          <p:grpSpPr>
            <a:xfrm>
              <a:off x="3272568" y="812156"/>
              <a:ext cx="1101704" cy="775293"/>
              <a:chOff x="0" y="-47625"/>
              <a:chExt cx="227259" cy="159927"/>
            </a:xfrm>
          </p:grpSpPr>
          <p:sp>
            <p:nvSpPr>
              <p:cNvPr id="1348" name="Google Shape;1348;p27"/>
              <p:cNvSpPr/>
              <p:nvPr/>
            </p:nvSpPr>
            <p:spPr>
              <a:xfrm>
                <a:off x="0" y="0"/>
                <a:ext cx="227259" cy="112302"/>
              </a:xfrm>
              <a:custGeom>
                <a:avLst/>
                <a:gdLst/>
                <a:ahLst/>
                <a:cxnLst/>
                <a:rect l="l" t="t" r="r" b="b"/>
                <a:pathLst>
                  <a:path w="227259" h="112302" extrusionOk="0">
                    <a:moveTo>
                      <a:pt x="56151" y="0"/>
                    </a:moveTo>
                    <a:lnTo>
                      <a:pt x="171108" y="0"/>
                    </a:lnTo>
                    <a:cubicBezTo>
                      <a:pt x="186000" y="0"/>
                      <a:pt x="200283" y="5916"/>
                      <a:pt x="210813" y="16446"/>
                    </a:cubicBezTo>
                    <a:cubicBezTo>
                      <a:pt x="221343" y="26977"/>
                      <a:pt x="227259" y="41259"/>
                      <a:pt x="227259" y="56151"/>
                    </a:cubicBezTo>
                    <a:lnTo>
                      <a:pt x="227259" y="56151"/>
                    </a:lnTo>
                    <a:cubicBezTo>
                      <a:pt x="227259" y="87162"/>
                      <a:pt x="202120" y="112302"/>
                      <a:pt x="171108" y="112302"/>
                    </a:cubicBezTo>
                    <a:lnTo>
                      <a:pt x="56151" y="112302"/>
                    </a:lnTo>
                    <a:cubicBezTo>
                      <a:pt x="41259" y="112302"/>
                      <a:pt x="26977" y="106386"/>
                      <a:pt x="16446" y="95856"/>
                    </a:cubicBezTo>
                    <a:cubicBezTo>
                      <a:pt x="5916" y="85326"/>
                      <a:pt x="0" y="71043"/>
                      <a:pt x="0" y="56151"/>
                    </a:cubicBezTo>
                    <a:lnTo>
                      <a:pt x="0" y="56151"/>
                    </a:lnTo>
                    <a:cubicBezTo>
                      <a:pt x="0" y="41259"/>
                      <a:pt x="5916" y="26977"/>
                      <a:pt x="16446" y="16446"/>
                    </a:cubicBezTo>
                    <a:cubicBezTo>
                      <a:pt x="26977" y="5916"/>
                      <a:pt x="41259" y="0"/>
                      <a:pt x="56151" y="0"/>
                    </a:cubicBezTo>
                    <a:close/>
                  </a:path>
                </a:pathLst>
              </a:custGeom>
              <a:solidFill>
                <a:srgbClr val="FFDE59"/>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1349" name="Google Shape;1349;p27"/>
              <p:cNvSpPr txBox="1"/>
              <p:nvPr/>
            </p:nvSpPr>
            <p:spPr>
              <a:xfrm>
                <a:off x="0" y="-47625"/>
                <a:ext cx="227259" cy="159927"/>
              </a:xfrm>
              <a:prstGeom prst="rect">
                <a:avLst/>
              </a:prstGeom>
              <a:noFill/>
              <a:ln>
                <a:noFill/>
              </a:ln>
            </p:spPr>
            <p:txBody>
              <a:bodyPr spcFirstLastPara="1" wrap="square" lIns="33867" tIns="33867" rIns="33867" bIns="33867" anchor="ctr" anchorCtr="0">
                <a:noAutofit/>
              </a:bodyPr>
              <a:lstStyle/>
              <a:p>
                <a:pPr algn="ctr" defTabSz="609630">
                  <a:lnSpc>
                    <a:spcPct val="186666"/>
                  </a:lnSpc>
                  <a:buClr>
                    <a:srgbClr val="000000"/>
                  </a:buClr>
                </a:pPr>
                <a:endParaRPr sz="1200" kern="0">
                  <a:solidFill>
                    <a:srgbClr val="000000"/>
                  </a:solidFill>
                  <a:latin typeface="Calibri"/>
                  <a:ea typeface="Calibri"/>
                  <a:cs typeface="Calibri"/>
                  <a:sym typeface="Calibri"/>
                </a:endParaRPr>
              </a:p>
            </p:txBody>
          </p:sp>
        </p:grpSp>
        <p:grpSp>
          <p:nvGrpSpPr>
            <p:cNvPr id="1350" name="Google Shape;1350;p27"/>
            <p:cNvGrpSpPr/>
            <p:nvPr/>
          </p:nvGrpSpPr>
          <p:grpSpPr>
            <a:xfrm>
              <a:off x="0" y="2897207"/>
              <a:ext cx="1101704" cy="775293"/>
              <a:chOff x="0" y="-47625"/>
              <a:chExt cx="227259" cy="159927"/>
            </a:xfrm>
          </p:grpSpPr>
          <p:sp>
            <p:nvSpPr>
              <p:cNvPr id="1351" name="Google Shape;1351;p27"/>
              <p:cNvSpPr/>
              <p:nvPr/>
            </p:nvSpPr>
            <p:spPr>
              <a:xfrm>
                <a:off x="0" y="0"/>
                <a:ext cx="227259" cy="112302"/>
              </a:xfrm>
              <a:custGeom>
                <a:avLst/>
                <a:gdLst/>
                <a:ahLst/>
                <a:cxnLst/>
                <a:rect l="l" t="t" r="r" b="b"/>
                <a:pathLst>
                  <a:path w="227259" h="112302" extrusionOk="0">
                    <a:moveTo>
                      <a:pt x="56151" y="0"/>
                    </a:moveTo>
                    <a:lnTo>
                      <a:pt x="171108" y="0"/>
                    </a:lnTo>
                    <a:cubicBezTo>
                      <a:pt x="186000" y="0"/>
                      <a:pt x="200283" y="5916"/>
                      <a:pt x="210813" y="16446"/>
                    </a:cubicBezTo>
                    <a:cubicBezTo>
                      <a:pt x="221343" y="26977"/>
                      <a:pt x="227259" y="41259"/>
                      <a:pt x="227259" y="56151"/>
                    </a:cubicBezTo>
                    <a:lnTo>
                      <a:pt x="227259" y="56151"/>
                    </a:lnTo>
                    <a:cubicBezTo>
                      <a:pt x="227259" y="87162"/>
                      <a:pt x="202120" y="112302"/>
                      <a:pt x="171108" y="112302"/>
                    </a:cubicBezTo>
                    <a:lnTo>
                      <a:pt x="56151" y="112302"/>
                    </a:lnTo>
                    <a:cubicBezTo>
                      <a:pt x="41259" y="112302"/>
                      <a:pt x="26977" y="106386"/>
                      <a:pt x="16446" y="95856"/>
                    </a:cubicBezTo>
                    <a:cubicBezTo>
                      <a:pt x="5916" y="85326"/>
                      <a:pt x="0" y="71043"/>
                      <a:pt x="0" y="56151"/>
                    </a:cubicBezTo>
                    <a:lnTo>
                      <a:pt x="0" y="56151"/>
                    </a:lnTo>
                    <a:cubicBezTo>
                      <a:pt x="0" y="41259"/>
                      <a:pt x="5916" y="26977"/>
                      <a:pt x="16446" y="16446"/>
                    </a:cubicBezTo>
                    <a:cubicBezTo>
                      <a:pt x="26977" y="5916"/>
                      <a:pt x="41259" y="0"/>
                      <a:pt x="56151" y="0"/>
                    </a:cubicBezTo>
                    <a:close/>
                  </a:path>
                </a:pathLst>
              </a:custGeom>
              <a:solidFill>
                <a:srgbClr val="545454"/>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1352" name="Google Shape;1352;p27"/>
              <p:cNvSpPr txBox="1"/>
              <p:nvPr/>
            </p:nvSpPr>
            <p:spPr>
              <a:xfrm>
                <a:off x="0" y="-47625"/>
                <a:ext cx="227259" cy="159927"/>
              </a:xfrm>
              <a:prstGeom prst="rect">
                <a:avLst/>
              </a:prstGeom>
              <a:noFill/>
              <a:ln>
                <a:noFill/>
              </a:ln>
            </p:spPr>
            <p:txBody>
              <a:bodyPr spcFirstLastPara="1" wrap="square" lIns="33867" tIns="33867" rIns="33867" bIns="33867" anchor="ctr" anchorCtr="0">
                <a:noAutofit/>
              </a:bodyPr>
              <a:lstStyle/>
              <a:p>
                <a:pPr algn="ctr" defTabSz="609630">
                  <a:lnSpc>
                    <a:spcPct val="186666"/>
                  </a:lnSpc>
                  <a:buClr>
                    <a:srgbClr val="000000"/>
                  </a:buClr>
                </a:pPr>
                <a:endParaRPr sz="1200" kern="0">
                  <a:solidFill>
                    <a:srgbClr val="000000"/>
                  </a:solidFill>
                  <a:latin typeface="Calibri"/>
                  <a:ea typeface="Calibri"/>
                  <a:cs typeface="Calibri"/>
                  <a:sym typeface="Calibri"/>
                </a:endParaRPr>
              </a:p>
            </p:txBody>
          </p:sp>
        </p:grpSp>
        <p:grpSp>
          <p:nvGrpSpPr>
            <p:cNvPr id="1353" name="Google Shape;1353;p27"/>
            <p:cNvGrpSpPr/>
            <p:nvPr/>
          </p:nvGrpSpPr>
          <p:grpSpPr>
            <a:xfrm>
              <a:off x="4141003" y="-230876"/>
              <a:ext cx="1101704" cy="775293"/>
              <a:chOff x="0" y="-47625"/>
              <a:chExt cx="227259" cy="159927"/>
            </a:xfrm>
          </p:grpSpPr>
          <p:sp>
            <p:nvSpPr>
              <p:cNvPr id="1354" name="Google Shape;1354;p27"/>
              <p:cNvSpPr/>
              <p:nvPr/>
            </p:nvSpPr>
            <p:spPr>
              <a:xfrm>
                <a:off x="0" y="0"/>
                <a:ext cx="227259" cy="112302"/>
              </a:xfrm>
              <a:custGeom>
                <a:avLst/>
                <a:gdLst/>
                <a:ahLst/>
                <a:cxnLst/>
                <a:rect l="l" t="t" r="r" b="b"/>
                <a:pathLst>
                  <a:path w="227259" h="112302" extrusionOk="0">
                    <a:moveTo>
                      <a:pt x="56151" y="0"/>
                    </a:moveTo>
                    <a:lnTo>
                      <a:pt x="171108" y="0"/>
                    </a:lnTo>
                    <a:cubicBezTo>
                      <a:pt x="186000" y="0"/>
                      <a:pt x="200283" y="5916"/>
                      <a:pt x="210813" y="16446"/>
                    </a:cubicBezTo>
                    <a:cubicBezTo>
                      <a:pt x="221343" y="26977"/>
                      <a:pt x="227259" y="41259"/>
                      <a:pt x="227259" y="56151"/>
                    </a:cubicBezTo>
                    <a:lnTo>
                      <a:pt x="227259" y="56151"/>
                    </a:lnTo>
                    <a:cubicBezTo>
                      <a:pt x="227259" y="87162"/>
                      <a:pt x="202120" y="112302"/>
                      <a:pt x="171108" y="112302"/>
                    </a:cubicBezTo>
                    <a:lnTo>
                      <a:pt x="56151" y="112302"/>
                    </a:lnTo>
                    <a:cubicBezTo>
                      <a:pt x="41259" y="112302"/>
                      <a:pt x="26977" y="106386"/>
                      <a:pt x="16446" y="95856"/>
                    </a:cubicBezTo>
                    <a:cubicBezTo>
                      <a:pt x="5916" y="85326"/>
                      <a:pt x="0" y="71043"/>
                      <a:pt x="0" y="56151"/>
                    </a:cubicBezTo>
                    <a:lnTo>
                      <a:pt x="0" y="56151"/>
                    </a:lnTo>
                    <a:cubicBezTo>
                      <a:pt x="0" y="41259"/>
                      <a:pt x="5916" y="26977"/>
                      <a:pt x="16446" y="16446"/>
                    </a:cubicBezTo>
                    <a:cubicBezTo>
                      <a:pt x="26977" y="5916"/>
                      <a:pt x="41259" y="0"/>
                      <a:pt x="56151" y="0"/>
                    </a:cubicBezTo>
                    <a:close/>
                  </a:path>
                </a:pathLst>
              </a:custGeom>
              <a:solidFill>
                <a:srgbClr val="7ED957"/>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1355" name="Google Shape;1355;p27"/>
              <p:cNvSpPr txBox="1"/>
              <p:nvPr/>
            </p:nvSpPr>
            <p:spPr>
              <a:xfrm>
                <a:off x="0" y="-47625"/>
                <a:ext cx="227259" cy="159927"/>
              </a:xfrm>
              <a:prstGeom prst="rect">
                <a:avLst/>
              </a:prstGeom>
              <a:noFill/>
              <a:ln>
                <a:noFill/>
              </a:ln>
            </p:spPr>
            <p:txBody>
              <a:bodyPr spcFirstLastPara="1" wrap="square" lIns="33867" tIns="33867" rIns="33867" bIns="33867" anchor="ctr" anchorCtr="0">
                <a:noAutofit/>
              </a:bodyPr>
              <a:lstStyle/>
              <a:p>
                <a:pPr algn="ctr" defTabSz="609630">
                  <a:lnSpc>
                    <a:spcPct val="186666"/>
                  </a:lnSpc>
                  <a:buClr>
                    <a:srgbClr val="000000"/>
                  </a:buClr>
                </a:pPr>
                <a:endParaRPr sz="1200" kern="0">
                  <a:solidFill>
                    <a:srgbClr val="000000"/>
                  </a:solidFill>
                  <a:latin typeface="Calibri"/>
                  <a:ea typeface="Calibri"/>
                  <a:cs typeface="Calibri"/>
                  <a:sym typeface="Calibri"/>
                </a:endParaRPr>
              </a:p>
            </p:txBody>
          </p:sp>
        </p:gr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24042" y="217287"/>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solidFill>
              <a:srgbClr val="FF66C4"/>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60"/>
            <a:ext cx="10326008" cy="1062920"/>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5756" kern="0" dirty="0">
                <a:solidFill>
                  <a:srgbClr val="FFFFFF"/>
                </a:solidFill>
                <a:latin typeface="Courier"/>
                <a:cs typeface="Arial"/>
                <a:sym typeface="Courier"/>
              </a:rPr>
              <a:t>PYTHON RIVALS</a:t>
            </a:r>
            <a:endParaRPr sz="933"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pic>
        <p:nvPicPr>
          <p:cNvPr id="9" name="Picture 8" descr="A blue and white logo with a camel&#10;&#10;Description automatically generated">
            <a:extLst>
              <a:ext uri="{FF2B5EF4-FFF2-40B4-BE49-F238E27FC236}">
                <a16:creationId xmlns:a16="http://schemas.microsoft.com/office/drawing/2014/main" id="{22EC374D-DB47-0CA4-499A-4C4C33F62E90}"/>
              </a:ext>
            </a:extLst>
          </p:cNvPr>
          <p:cNvPicPr>
            <a:picLocks noChangeAspect="1"/>
          </p:cNvPicPr>
          <p:nvPr/>
        </p:nvPicPr>
        <p:blipFill>
          <a:blip r:embed="rId3"/>
          <a:stretch>
            <a:fillRect/>
          </a:stretch>
        </p:blipFill>
        <p:spPr>
          <a:xfrm>
            <a:off x="917274" y="2434590"/>
            <a:ext cx="5674761" cy="2654801"/>
          </a:xfrm>
          <a:prstGeom prst="rect">
            <a:avLst/>
          </a:prstGeom>
        </p:spPr>
      </p:pic>
      <p:pic>
        <p:nvPicPr>
          <p:cNvPr id="13" name="Picture 12" descr="A logo for a computer program&#10;&#10;Description automatically generated">
            <a:extLst>
              <a:ext uri="{FF2B5EF4-FFF2-40B4-BE49-F238E27FC236}">
                <a16:creationId xmlns:a16="http://schemas.microsoft.com/office/drawing/2014/main" id="{290D769A-AA7E-5B6A-0C98-0DB6D00E9F48}"/>
              </a:ext>
            </a:extLst>
          </p:cNvPr>
          <p:cNvPicPr>
            <a:picLocks noChangeAspect="1"/>
          </p:cNvPicPr>
          <p:nvPr/>
        </p:nvPicPr>
        <p:blipFill>
          <a:blip r:embed="rId4"/>
          <a:stretch>
            <a:fillRect/>
          </a:stretch>
        </p:blipFill>
        <p:spPr>
          <a:xfrm>
            <a:off x="7004409" y="2615932"/>
            <a:ext cx="4441867" cy="2292117"/>
          </a:xfrm>
          <a:prstGeom prst="rect">
            <a:avLst/>
          </a:prstGeom>
        </p:spPr>
      </p:pic>
    </p:spTree>
    <p:extLst>
      <p:ext uri="{BB962C8B-B14F-4D97-AF65-F5344CB8AC3E}">
        <p14:creationId xmlns:p14="http://schemas.microsoft.com/office/powerpoint/2010/main" val="36334978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24042" y="217287"/>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solidFill>
              <a:srgbClr val="FF66C4"/>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60"/>
            <a:ext cx="10326008" cy="1062920"/>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5756" kern="0" dirty="0">
                <a:solidFill>
                  <a:srgbClr val="FFFFFF"/>
                </a:solidFill>
                <a:latin typeface="Courier"/>
                <a:cs typeface="Arial"/>
                <a:sym typeface="Courier"/>
              </a:rPr>
              <a:t>WHY NOT PYTHON</a:t>
            </a:r>
            <a:endParaRPr sz="933"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3" name="Google Shape;649;p14">
            <a:extLst>
              <a:ext uri="{FF2B5EF4-FFF2-40B4-BE49-F238E27FC236}">
                <a16:creationId xmlns:a16="http://schemas.microsoft.com/office/drawing/2014/main" id="{97DB7762-A667-B52E-9584-001E27EA23DD}"/>
              </a:ext>
            </a:extLst>
          </p:cNvPr>
          <p:cNvSpPr txBox="1"/>
          <p:nvPr/>
        </p:nvSpPr>
        <p:spPr>
          <a:xfrm>
            <a:off x="997460" y="2434590"/>
            <a:ext cx="9657840" cy="3216843"/>
          </a:xfrm>
          <a:prstGeom prst="rect">
            <a:avLst/>
          </a:prstGeom>
          <a:noFill/>
          <a:ln>
            <a:noFill/>
          </a:ln>
        </p:spPr>
        <p:txBody>
          <a:bodyPr spcFirstLastPara="1" wrap="square" lIns="0" tIns="0" rIns="0" bIns="0" anchor="t" anchorCtr="0">
            <a:spAutoFit/>
          </a:bodyPr>
          <a:lstStyle/>
          <a:p>
            <a:pPr marL="304815" indent="-304815" defTabSz="609630">
              <a:lnSpc>
                <a:spcPct val="139958"/>
              </a:lnSpc>
              <a:buClr>
                <a:srgbClr val="FFFFFF"/>
              </a:buClr>
              <a:buFont typeface="Arial" panose="020B0604020202020204" pitchFamily="34" charset="0"/>
              <a:buChar char="•"/>
            </a:pPr>
            <a:r>
              <a:rPr lang="en-US" sz="2133" kern="0" dirty="0">
                <a:solidFill>
                  <a:srgbClr val="FF66C4"/>
                </a:solidFill>
                <a:latin typeface="Roboto Mono"/>
                <a:ea typeface="Roboto Mono"/>
                <a:cs typeface="Arial"/>
                <a:sym typeface="Roboto Mono"/>
              </a:rPr>
              <a:t>low-level programming (sometimes called "close to metal" programming)</a:t>
            </a:r>
            <a:r>
              <a:rPr lang="en-US" sz="2133" kern="0" dirty="0">
                <a:solidFill>
                  <a:srgbClr val="FFFFFF"/>
                </a:solidFill>
                <a:latin typeface="Roboto Mono"/>
                <a:ea typeface="Roboto Mono"/>
                <a:cs typeface="Arial"/>
                <a:sym typeface="Roboto Mono"/>
              </a:rPr>
              <a:t>: if you want to implement an extremely effective driver or graphical engine, you wouldn't use Python.</a:t>
            </a:r>
          </a:p>
          <a:p>
            <a:pPr marL="304815" indent="-304815" defTabSz="609630">
              <a:lnSpc>
                <a:spcPct val="139958"/>
              </a:lnSpc>
              <a:buClr>
                <a:srgbClr val="FFFFFF"/>
              </a:buClr>
              <a:buFont typeface="Arial" panose="020B0604020202020204" pitchFamily="34" charset="0"/>
              <a:buChar char="•"/>
            </a:pPr>
            <a:r>
              <a:rPr lang="en-US" sz="2133" kern="0" dirty="0">
                <a:solidFill>
                  <a:srgbClr val="FF66C4"/>
                </a:solidFill>
                <a:latin typeface="Roboto Mono"/>
                <a:ea typeface="Roboto Mono"/>
                <a:cs typeface="Arial"/>
                <a:sym typeface="Roboto Mono"/>
              </a:rPr>
              <a:t>applications for mobile devices: </a:t>
            </a:r>
            <a:r>
              <a:rPr lang="en-US" sz="2133" kern="0" dirty="0">
                <a:solidFill>
                  <a:srgbClr val="FFFFFF"/>
                </a:solidFill>
                <a:latin typeface="Roboto Mono"/>
                <a:ea typeface="Roboto Mono"/>
                <a:cs typeface="Arial"/>
                <a:sym typeface="Roboto Mono"/>
              </a:rPr>
              <a:t>although this territory is still waiting to be conquered by Python, it will most likely happen someday.</a:t>
            </a:r>
          </a:p>
        </p:txBody>
      </p:sp>
    </p:spTree>
    <p:extLst>
      <p:ext uri="{BB962C8B-B14F-4D97-AF65-F5344CB8AC3E}">
        <p14:creationId xmlns:p14="http://schemas.microsoft.com/office/powerpoint/2010/main" val="42776068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24042" y="217287"/>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solidFill>
              <a:srgbClr val="FF66C4"/>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60"/>
            <a:ext cx="10326008" cy="1062920"/>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5756" kern="0" dirty="0">
                <a:solidFill>
                  <a:srgbClr val="FFFFFF"/>
                </a:solidFill>
                <a:latin typeface="Courier"/>
                <a:cs typeface="Arial"/>
                <a:sym typeface="Courier"/>
              </a:rPr>
              <a:t>PYTHON VERSION</a:t>
            </a:r>
            <a:endParaRPr sz="933"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pic>
        <p:nvPicPr>
          <p:cNvPr id="7170" name="Picture 2" descr="Python 2 vs. Python 3 concept">
            <a:extLst>
              <a:ext uri="{FF2B5EF4-FFF2-40B4-BE49-F238E27FC236}">
                <a16:creationId xmlns:a16="http://schemas.microsoft.com/office/drawing/2014/main" id="{5E859BB8-6BD5-5463-6407-C2179ED0E75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7088" y="2434590"/>
            <a:ext cx="3968750" cy="3625850"/>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D6D7EDE9-37F7-10BA-A027-E1B8B799114A}"/>
              </a:ext>
            </a:extLst>
          </p:cNvPr>
          <p:cNvSpPr txBox="1"/>
          <p:nvPr/>
        </p:nvSpPr>
        <p:spPr>
          <a:xfrm>
            <a:off x="5309937" y="2791327"/>
            <a:ext cx="5650013" cy="2800767"/>
          </a:xfrm>
          <a:prstGeom prst="rect">
            <a:avLst/>
          </a:prstGeom>
          <a:noFill/>
        </p:spPr>
        <p:txBody>
          <a:bodyPr wrap="square" rtlCol="0">
            <a:spAutoFit/>
          </a:bodyPr>
          <a:lstStyle/>
          <a:p>
            <a:pPr defTabSz="609630">
              <a:buClr>
                <a:srgbClr val="000000"/>
              </a:buClr>
            </a:pPr>
            <a:endParaRPr lang="en-US" sz="1600" kern="0" dirty="0">
              <a:solidFill>
                <a:srgbClr val="FFFFFF"/>
              </a:solidFill>
              <a:latin typeface="Roboto Mono" panose="00000009000000000000" pitchFamily="49" charset="0"/>
              <a:ea typeface="Roboto Mono" panose="00000009000000000000" pitchFamily="49" charset="0"/>
              <a:cs typeface="Arial"/>
              <a:sym typeface="Arial"/>
            </a:endParaRPr>
          </a:p>
          <a:p>
            <a:pPr marL="228611" indent="-228611" defTabSz="609630">
              <a:buClr>
                <a:srgbClr val="FFFFFF"/>
              </a:buClr>
              <a:buFont typeface="Arial" panose="020B0604020202020204" pitchFamily="34" charset="0"/>
              <a:buChar char="•"/>
            </a:pPr>
            <a:r>
              <a:rPr lang="en-US" sz="1600" kern="0" dirty="0">
                <a:solidFill>
                  <a:srgbClr val="FFFFFF"/>
                </a:solidFill>
                <a:latin typeface="Roboto Mono" panose="00000009000000000000" pitchFamily="49" charset="0"/>
                <a:ea typeface="Roboto Mono" panose="00000009000000000000" pitchFamily="49" charset="0"/>
                <a:cs typeface="Arial"/>
                <a:sym typeface="Arial"/>
              </a:rPr>
              <a:t>The course focuses on Python 3, as it is the current version and recommended for new projects.</a:t>
            </a:r>
          </a:p>
          <a:p>
            <a:pPr marL="228611" indent="-228611" defTabSz="609630">
              <a:buClr>
                <a:srgbClr val="FFFFFF"/>
              </a:buClr>
              <a:buFont typeface="Arial" panose="020B0604020202020204" pitchFamily="34" charset="0"/>
              <a:buChar char="•"/>
            </a:pPr>
            <a:r>
              <a:rPr lang="en-US" sz="1600" kern="0" dirty="0">
                <a:solidFill>
                  <a:srgbClr val="FFFFFF"/>
                </a:solidFill>
                <a:latin typeface="Roboto Mono" panose="00000009000000000000" pitchFamily="49" charset="0"/>
                <a:ea typeface="Roboto Mono" panose="00000009000000000000" pitchFamily="49" charset="0"/>
                <a:cs typeface="Arial"/>
                <a:sym typeface="Arial"/>
              </a:rPr>
              <a:t>Code samples in the course are tested against multiple versions of Python 3 to ensure compatibility.</a:t>
            </a:r>
          </a:p>
          <a:p>
            <a:pPr marL="228611" indent="-228611" defTabSz="609630">
              <a:buClr>
                <a:srgbClr val="FFFFFF"/>
              </a:buClr>
              <a:buFont typeface="Arial" panose="020B0604020202020204" pitchFamily="34" charset="0"/>
              <a:buChar char="•"/>
            </a:pPr>
            <a:r>
              <a:rPr lang="en-US" sz="1600" kern="0" dirty="0">
                <a:solidFill>
                  <a:srgbClr val="FFFFFF"/>
                </a:solidFill>
                <a:latin typeface="Roboto Mono" panose="00000009000000000000" pitchFamily="49" charset="0"/>
                <a:ea typeface="Roboto Mono" panose="00000009000000000000" pitchFamily="49" charset="0"/>
                <a:cs typeface="Arial"/>
                <a:sym typeface="Arial"/>
              </a:rPr>
              <a:t>Important differences between Python 3 versions may be highlighted throughout the course when necessary. </a:t>
            </a:r>
          </a:p>
          <a:p>
            <a:pPr defTabSz="609630">
              <a:buClr>
                <a:srgbClr val="000000"/>
              </a:buClr>
            </a:pPr>
            <a:endParaRPr lang="en-MY" sz="1600" kern="0" dirty="0">
              <a:solidFill>
                <a:srgbClr val="FFFFFF"/>
              </a:solidFill>
              <a:latin typeface="Roboto Mono" panose="00000009000000000000" pitchFamily="49" charset="0"/>
              <a:ea typeface="Roboto Mono" panose="00000009000000000000" pitchFamily="49" charset="0"/>
              <a:cs typeface="Arial"/>
              <a:sym typeface="Arial"/>
            </a:endParaRPr>
          </a:p>
        </p:txBody>
      </p:sp>
    </p:spTree>
    <p:extLst>
      <p:ext uri="{BB962C8B-B14F-4D97-AF65-F5344CB8AC3E}">
        <p14:creationId xmlns:p14="http://schemas.microsoft.com/office/powerpoint/2010/main" val="18984447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24042" y="217287"/>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solidFill>
              <a:srgbClr val="FF66C4"/>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60"/>
            <a:ext cx="10326008" cy="1062920"/>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5756" kern="0" dirty="0">
                <a:solidFill>
                  <a:srgbClr val="FFFFFF"/>
                </a:solidFill>
                <a:latin typeface="Courier"/>
                <a:cs typeface="Arial"/>
                <a:sym typeface="Courier"/>
              </a:rPr>
              <a:t>PYTHON VERSION</a:t>
            </a:r>
            <a:endParaRPr sz="933"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pic>
        <p:nvPicPr>
          <p:cNvPr id="10242" name="Picture 2" descr="Python Software Foundation logo">
            <a:extLst>
              <a:ext uri="{FF2B5EF4-FFF2-40B4-BE49-F238E27FC236}">
                <a16:creationId xmlns:a16="http://schemas.microsoft.com/office/drawing/2014/main" id="{D6C03433-10FA-229F-1DD9-195000F63D5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87857" y="2506389"/>
            <a:ext cx="4819486" cy="1588503"/>
          </a:xfrm>
          <a:prstGeom prst="rect">
            <a:avLst/>
          </a:prstGeom>
          <a:noFill/>
          <a:extLst>
            <a:ext uri="{909E8E84-426E-40DD-AFC4-6F175D3DCCD1}">
              <a14:hiddenFill xmlns:a14="http://schemas.microsoft.com/office/drawing/2010/main">
                <a:solidFill>
                  <a:srgbClr val="FFFFFF"/>
                </a:solidFill>
              </a14:hiddenFill>
            </a:ext>
          </a:extLst>
        </p:spPr>
      </p:pic>
      <p:pic>
        <p:nvPicPr>
          <p:cNvPr id="10244" name="Picture 4" descr="Cython logo">
            <a:extLst>
              <a:ext uri="{FF2B5EF4-FFF2-40B4-BE49-F238E27FC236}">
                <a16:creationId xmlns:a16="http://schemas.microsoft.com/office/drawing/2014/main" id="{B3CA7EF2-5D80-3CAE-219B-4B9CB2250A4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0204" y="4619469"/>
            <a:ext cx="3968750" cy="1663700"/>
          </a:xfrm>
          <a:prstGeom prst="rect">
            <a:avLst/>
          </a:prstGeom>
          <a:noFill/>
          <a:extLst>
            <a:ext uri="{909E8E84-426E-40DD-AFC4-6F175D3DCCD1}">
              <a14:hiddenFill xmlns:a14="http://schemas.microsoft.com/office/drawing/2010/main">
                <a:solidFill>
                  <a:srgbClr val="FFFFFF"/>
                </a:solidFill>
              </a14:hiddenFill>
            </a:ext>
          </a:extLst>
        </p:spPr>
      </p:pic>
      <p:pic>
        <p:nvPicPr>
          <p:cNvPr id="10246" name="Picture 6" descr="Jython logo">
            <a:extLst>
              <a:ext uri="{FF2B5EF4-FFF2-40B4-BE49-F238E27FC236}">
                <a16:creationId xmlns:a16="http://schemas.microsoft.com/office/drawing/2014/main" id="{BEFD1E6D-C2E6-891A-8AB5-98829AD6C60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30707" y="4619470"/>
            <a:ext cx="2933785" cy="1628837"/>
          </a:xfrm>
          <a:prstGeom prst="rect">
            <a:avLst/>
          </a:prstGeom>
          <a:noFill/>
          <a:extLst>
            <a:ext uri="{909E8E84-426E-40DD-AFC4-6F175D3DCCD1}">
              <a14:hiddenFill xmlns:a14="http://schemas.microsoft.com/office/drawing/2010/main">
                <a:solidFill>
                  <a:srgbClr val="FFFFFF"/>
                </a:solidFill>
              </a14:hiddenFill>
            </a:ext>
          </a:extLst>
        </p:spPr>
      </p:pic>
      <p:pic>
        <p:nvPicPr>
          <p:cNvPr id="10248" name="Picture 8" descr="PyPy logo">
            <a:extLst>
              <a:ext uri="{FF2B5EF4-FFF2-40B4-BE49-F238E27FC236}">
                <a16:creationId xmlns:a16="http://schemas.microsoft.com/office/drawing/2014/main" id="{A470ABD1-A7D3-684F-4E0F-E3EF5F385ED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823047" y="4876644"/>
            <a:ext cx="3968750" cy="11493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332601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24042" y="217287"/>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solidFill>
              <a:srgbClr val="FF66C4"/>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60"/>
            <a:ext cx="10326008" cy="1062920"/>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5756" kern="0" dirty="0" err="1">
                <a:solidFill>
                  <a:srgbClr val="FFFFFF"/>
                </a:solidFill>
                <a:latin typeface="Courier"/>
                <a:cs typeface="Arial"/>
                <a:sym typeface="Courier"/>
              </a:rPr>
              <a:t>CPython</a:t>
            </a:r>
            <a:endParaRPr sz="933"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pic>
        <p:nvPicPr>
          <p:cNvPr id="10242" name="Picture 2" descr="Python Software Foundation logo">
            <a:extLst>
              <a:ext uri="{FF2B5EF4-FFF2-40B4-BE49-F238E27FC236}">
                <a16:creationId xmlns:a16="http://schemas.microsoft.com/office/drawing/2014/main" id="{D6C03433-10FA-229F-1DD9-195000F63D5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48250" y="5563121"/>
            <a:ext cx="2523250" cy="831663"/>
          </a:xfrm>
          <a:prstGeom prst="rect">
            <a:avLst/>
          </a:prstGeom>
          <a:noFill/>
          <a:extLst>
            <a:ext uri="{909E8E84-426E-40DD-AFC4-6F175D3DCCD1}">
              <a14:hiddenFill xmlns:a14="http://schemas.microsoft.com/office/drawing/2010/main">
                <a:solidFill>
                  <a:srgbClr val="FFFFFF"/>
                </a:solidFill>
              </a14:hiddenFill>
            </a:ext>
          </a:extLst>
        </p:spPr>
      </p:pic>
      <p:sp>
        <p:nvSpPr>
          <p:cNvPr id="3" name="Google Shape;649;p14">
            <a:extLst>
              <a:ext uri="{FF2B5EF4-FFF2-40B4-BE49-F238E27FC236}">
                <a16:creationId xmlns:a16="http://schemas.microsoft.com/office/drawing/2014/main" id="{99D6F85C-B51B-6618-5E8A-29B0E76DFB1D}"/>
              </a:ext>
            </a:extLst>
          </p:cNvPr>
          <p:cNvSpPr txBox="1"/>
          <p:nvPr/>
        </p:nvSpPr>
        <p:spPr>
          <a:xfrm>
            <a:off x="685800" y="2276162"/>
            <a:ext cx="9657840" cy="3447098"/>
          </a:xfrm>
          <a:prstGeom prst="rect">
            <a:avLst/>
          </a:prstGeom>
          <a:noFill/>
          <a:ln>
            <a:noFill/>
          </a:ln>
        </p:spPr>
        <p:txBody>
          <a:bodyPr spcFirstLastPara="1" wrap="square" lIns="0" tIns="0" rIns="0" bIns="0" anchor="t" anchorCtr="0">
            <a:spAutoFit/>
          </a:bodyPr>
          <a:lstStyle/>
          <a:p>
            <a:pPr marL="228611" indent="-228611" defTabSz="609630">
              <a:lnSpc>
                <a:spcPct val="139958"/>
              </a:lnSpc>
              <a:buClr>
                <a:srgbClr val="FFFFFF"/>
              </a:buClr>
              <a:buFont typeface="Arial" panose="020B0604020202020204" pitchFamily="34" charset="0"/>
              <a:buChar char="•"/>
            </a:pPr>
            <a:r>
              <a:rPr lang="en-US" sz="1600" kern="0" dirty="0" err="1">
                <a:solidFill>
                  <a:srgbClr val="FFFFFF"/>
                </a:solidFill>
                <a:latin typeface="Roboto Mono"/>
                <a:ea typeface="Roboto Mono"/>
                <a:cs typeface="Roboto Mono"/>
                <a:sym typeface="Roboto Mono"/>
              </a:rPr>
              <a:t>CPython</a:t>
            </a:r>
            <a:r>
              <a:rPr lang="en-US" sz="1600" kern="0" dirty="0">
                <a:solidFill>
                  <a:srgbClr val="FFFFFF"/>
                </a:solidFill>
                <a:latin typeface="Roboto Mono"/>
                <a:ea typeface="Roboto Mono"/>
                <a:cs typeface="Roboto Mono"/>
                <a:sym typeface="Roboto Mono"/>
              </a:rPr>
              <a:t> is the primary implementation of Python maintained by the Python Software Foundation (PSF).</a:t>
            </a:r>
          </a:p>
          <a:p>
            <a:pPr marL="228611" indent="-228611" defTabSz="609630">
              <a:lnSpc>
                <a:spcPct val="139958"/>
              </a:lnSpc>
              <a:buClr>
                <a:srgbClr val="FFFFFF"/>
              </a:buClr>
              <a:buFont typeface="Arial" panose="020B0604020202020204" pitchFamily="34" charset="0"/>
              <a:buChar char="•"/>
            </a:pPr>
            <a:r>
              <a:rPr lang="en-US" sz="1600" kern="0" dirty="0">
                <a:solidFill>
                  <a:srgbClr val="FFFFFF"/>
                </a:solidFill>
                <a:latin typeface="Roboto Mono"/>
                <a:ea typeface="Roboto Mono"/>
                <a:cs typeface="Roboto Mono"/>
                <a:sym typeface="Roboto Mono"/>
              </a:rPr>
              <a:t>Guido van Rossum, the creator of Python, implemented the first version of Python using the C programming language, and this approach continues to be used in </a:t>
            </a:r>
            <a:r>
              <a:rPr lang="en-US" sz="1600" kern="0" dirty="0" err="1">
                <a:solidFill>
                  <a:srgbClr val="FFFFFF"/>
                </a:solidFill>
                <a:latin typeface="Roboto Mono"/>
                <a:ea typeface="Roboto Mono"/>
                <a:cs typeface="Roboto Mono"/>
                <a:sym typeface="Roboto Mono"/>
              </a:rPr>
              <a:t>CPython</a:t>
            </a:r>
            <a:r>
              <a:rPr lang="en-US" sz="1600" kern="0" dirty="0">
                <a:solidFill>
                  <a:srgbClr val="FFFFFF"/>
                </a:solidFill>
                <a:latin typeface="Roboto Mono"/>
                <a:ea typeface="Roboto Mono"/>
                <a:cs typeface="Roboto Mono"/>
                <a:sym typeface="Roboto Mono"/>
              </a:rPr>
              <a:t>.</a:t>
            </a:r>
          </a:p>
          <a:p>
            <a:pPr marL="228611" indent="-228611" defTabSz="609630">
              <a:lnSpc>
                <a:spcPct val="139958"/>
              </a:lnSpc>
              <a:buClr>
                <a:srgbClr val="FFFFFF"/>
              </a:buClr>
              <a:buFont typeface="Arial" panose="020B0604020202020204" pitchFamily="34" charset="0"/>
              <a:buChar char="•"/>
            </a:pPr>
            <a:r>
              <a:rPr lang="en-US" sz="1600" kern="0" dirty="0" err="1">
                <a:solidFill>
                  <a:srgbClr val="FFFFFF"/>
                </a:solidFill>
                <a:latin typeface="Roboto Mono"/>
                <a:ea typeface="Roboto Mono"/>
                <a:cs typeface="Roboto Mono"/>
                <a:sym typeface="Roboto Mono"/>
              </a:rPr>
              <a:t>CPython</a:t>
            </a:r>
            <a:r>
              <a:rPr lang="en-US" sz="1600" kern="0" dirty="0">
                <a:solidFill>
                  <a:srgbClr val="FFFFFF"/>
                </a:solidFill>
                <a:latin typeface="Roboto Mono"/>
                <a:ea typeface="Roboto Mono"/>
                <a:cs typeface="Roboto Mono"/>
                <a:sym typeface="Roboto Mono"/>
              </a:rPr>
              <a:t> is considered the reference implementation of Python, as it follows all standards established by the PSF.</a:t>
            </a:r>
          </a:p>
          <a:p>
            <a:pPr marL="228611" indent="-228611" defTabSz="609630">
              <a:lnSpc>
                <a:spcPct val="139958"/>
              </a:lnSpc>
              <a:buClr>
                <a:srgbClr val="FFFFFF"/>
              </a:buClr>
              <a:buFont typeface="Arial" panose="020B0604020202020204" pitchFamily="34" charset="0"/>
              <a:buChar char="•"/>
            </a:pPr>
            <a:r>
              <a:rPr lang="en-US" sz="1600" kern="0" dirty="0" err="1">
                <a:solidFill>
                  <a:srgbClr val="FFFFFF"/>
                </a:solidFill>
                <a:latin typeface="Roboto Mono"/>
                <a:ea typeface="Roboto Mono"/>
                <a:cs typeface="Roboto Mono"/>
                <a:sym typeface="Roboto Mono"/>
              </a:rPr>
              <a:t>CPython</a:t>
            </a:r>
            <a:r>
              <a:rPr lang="en-US" sz="1600" kern="0" dirty="0">
                <a:solidFill>
                  <a:srgbClr val="FFFFFF"/>
                </a:solidFill>
                <a:latin typeface="Roboto Mono"/>
                <a:ea typeface="Roboto Mono"/>
                <a:cs typeface="Roboto Mono"/>
                <a:sym typeface="Roboto Mono"/>
              </a:rPr>
              <a:t> is highly influential and widely used, as it can be easily ported and migrated to various platforms with the ability to compile and run C language programs.</a:t>
            </a:r>
          </a:p>
        </p:txBody>
      </p:sp>
    </p:spTree>
    <p:extLst>
      <p:ext uri="{BB962C8B-B14F-4D97-AF65-F5344CB8AC3E}">
        <p14:creationId xmlns:p14="http://schemas.microsoft.com/office/powerpoint/2010/main" val="31726523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24042" y="217287"/>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solidFill>
              <a:srgbClr val="FF66C4"/>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60"/>
            <a:ext cx="10326008" cy="1062920"/>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5756" kern="0" dirty="0" err="1">
                <a:solidFill>
                  <a:srgbClr val="FFFFFF"/>
                </a:solidFill>
                <a:latin typeface="Courier"/>
                <a:cs typeface="Arial"/>
                <a:sym typeface="Courier"/>
              </a:rPr>
              <a:t>Cython</a:t>
            </a:r>
            <a:endParaRPr sz="933"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3" name="Google Shape;649;p14">
            <a:extLst>
              <a:ext uri="{FF2B5EF4-FFF2-40B4-BE49-F238E27FC236}">
                <a16:creationId xmlns:a16="http://schemas.microsoft.com/office/drawing/2014/main" id="{99D6F85C-B51B-6618-5E8A-29B0E76DFB1D}"/>
              </a:ext>
            </a:extLst>
          </p:cNvPr>
          <p:cNvSpPr txBox="1"/>
          <p:nvPr/>
        </p:nvSpPr>
        <p:spPr>
          <a:xfrm>
            <a:off x="685800" y="2276162"/>
            <a:ext cx="9657840" cy="3102388"/>
          </a:xfrm>
          <a:prstGeom prst="rect">
            <a:avLst/>
          </a:prstGeom>
          <a:noFill/>
          <a:ln>
            <a:noFill/>
          </a:ln>
        </p:spPr>
        <p:txBody>
          <a:bodyPr spcFirstLastPara="1" wrap="square" lIns="0" tIns="0" rIns="0" bIns="0" anchor="t" anchorCtr="0">
            <a:spAutoFit/>
          </a:bodyPr>
          <a:lstStyle/>
          <a:p>
            <a:pPr marL="228611" indent="-228611" defTabSz="609630">
              <a:lnSpc>
                <a:spcPct val="139958"/>
              </a:lnSpc>
              <a:buClr>
                <a:srgbClr val="FFFFFF"/>
              </a:buClr>
              <a:buFont typeface="Arial" panose="020B0604020202020204" pitchFamily="34" charset="0"/>
              <a:buChar char="•"/>
            </a:pPr>
            <a:r>
              <a:rPr lang="en-US" sz="1600" kern="0" dirty="0">
                <a:solidFill>
                  <a:srgbClr val="FF66C4"/>
                </a:solidFill>
                <a:latin typeface="Roboto Mono"/>
                <a:ea typeface="Roboto Mono"/>
                <a:cs typeface="Roboto Mono"/>
                <a:sym typeface="Roboto Mono"/>
              </a:rPr>
              <a:t>Purpose</a:t>
            </a:r>
            <a:r>
              <a:rPr lang="en-US" sz="1600" kern="0" dirty="0">
                <a:solidFill>
                  <a:srgbClr val="FFFFFF"/>
                </a:solidFill>
                <a:latin typeface="Roboto Mono"/>
                <a:ea typeface="Roboto Mono"/>
                <a:cs typeface="Roboto Mono"/>
                <a:sym typeface="Roboto Mono"/>
              </a:rPr>
              <a:t>: Addresses Python's lack of efficiency by translating Python code into C for faster execution.</a:t>
            </a:r>
          </a:p>
          <a:p>
            <a:pPr marL="228611" indent="-228611" defTabSz="609630">
              <a:lnSpc>
                <a:spcPct val="139958"/>
              </a:lnSpc>
              <a:buClr>
                <a:srgbClr val="FFFFFF"/>
              </a:buClr>
              <a:buFont typeface="Arial" panose="020B0604020202020204" pitchFamily="34" charset="0"/>
              <a:buChar char="•"/>
            </a:pPr>
            <a:r>
              <a:rPr lang="en-US" sz="1600" kern="0" dirty="0">
                <a:solidFill>
                  <a:srgbClr val="FF66C4"/>
                </a:solidFill>
                <a:latin typeface="Roboto Mono"/>
                <a:ea typeface="Roboto Mono"/>
                <a:cs typeface="Roboto Mono"/>
                <a:sym typeface="Roboto Mono"/>
              </a:rPr>
              <a:t>Problem</a:t>
            </a:r>
            <a:r>
              <a:rPr lang="en-US" sz="1600" kern="0" dirty="0">
                <a:solidFill>
                  <a:srgbClr val="FFFFFF"/>
                </a:solidFill>
                <a:latin typeface="Roboto Mono"/>
                <a:ea typeface="Roboto Mono"/>
                <a:cs typeface="Roboto Mono"/>
                <a:sym typeface="Roboto Mono"/>
              </a:rPr>
              <a:t>: Python can be slow for complex mathematical calculations.</a:t>
            </a:r>
          </a:p>
          <a:p>
            <a:pPr marL="228611" indent="-228611" defTabSz="609630">
              <a:lnSpc>
                <a:spcPct val="139958"/>
              </a:lnSpc>
              <a:buClr>
                <a:srgbClr val="FFFFFF"/>
              </a:buClr>
              <a:buFont typeface="Arial" panose="020B0604020202020204" pitchFamily="34" charset="0"/>
              <a:buChar char="•"/>
            </a:pPr>
            <a:r>
              <a:rPr lang="en-US" sz="1600" kern="0" dirty="0">
                <a:solidFill>
                  <a:srgbClr val="FF66C4"/>
                </a:solidFill>
                <a:latin typeface="Roboto Mono"/>
                <a:ea typeface="Roboto Mono"/>
                <a:cs typeface="Roboto Mono"/>
                <a:sym typeface="Roboto Mono"/>
              </a:rPr>
              <a:t>Solution</a:t>
            </a:r>
            <a:r>
              <a:rPr lang="en-US" sz="1600" kern="0" dirty="0">
                <a:solidFill>
                  <a:srgbClr val="FFFFFF"/>
                </a:solidFill>
                <a:latin typeface="Roboto Mono"/>
                <a:ea typeface="Roboto Mono"/>
                <a:cs typeface="Roboto Mono"/>
                <a:sym typeface="Roboto Mono"/>
              </a:rPr>
              <a:t>: Write code in Python, then use </a:t>
            </a:r>
            <a:r>
              <a:rPr lang="en-US" sz="1600" kern="0" dirty="0" err="1">
                <a:solidFill>
                  <a:srgbClr val="FFFFFF"/>
                </a:solidFill>
                <a:latin typeface="Roboto Mono"/>
                <a:ea typeface="Roboto Mono"/>
                <a:cs typeface="Roboto Mono"/>
                <a:sym typeface="Roboto Mono"/>
              </a:rPr>
              <a:t>Cython</a:t>
            </a:r>
            <a:r>
              <a:rPr lang="en-US" sz="1600" kern="0" dirty="0">
                <a:solidFill>
                  <a:srgbClr val="FFFFFF"/>
                </a:solidFill>
                <a:latin typeface="Roboto Mono"/>
                <a:ea typeface="Roboto Mono"/>
                <a:cs typeface="Roboto Mono"/>
                <a:sym typeface="Roboto Mono"/>
              </a:rPr>
              <a:t> to automatically translate it into C.</a:t>
            </a:r>
          </a:p>
          <a:p>
            <a:pPr marL="228611" indent="-228611" defTabSz="609630">
              <a:lnSpc>
                <a:spcPct val="139958"/>
              </a:lnSpc>
              <a:buClr>
                <a:srgbClr val="FFFFFF"/>
              </a:buClr>
              <a:buFont typeface="Arial" panose="020B0604020202020204" pitchFamily="34" charset="0"/>
              <a:buChar char="•"/>
            </a:pPr>
            <a:r>
              <a:rPr lang="en-US" sz="1600" kern="0" dirty="0">
                <a:solidFill>
                  <a:srgbClr val="FF66C4"/>
                </a:solidFill>
                <a:latin typeface="Roboto Mono"/>
                <a:ea typeface="Roboto Mono"/>
                <a:cs typeface="Roboto Mono"/>
                <a:sym typeface="Roboto Mono"/>
              </a:rPr>
              <a:t>Process</a:t>
            </a:r>
            <a:r>
              <a:rPr lang="en-US" sz="1600" kern="0" dirty="0">
                <a:solidFill>
                  <a:srgbClr val="FFFFFF"/>
                </a:solidFill>
                <a:latin typeface="Roboto Mono"/>
                <a:ea typeface="Roboto Mono"/>
                <a:cs typeface="Roboto Mono"/>
                <a:sym typeface="Roboto Mono"/>
              </a:rPr>
              <a:t>: Write Python code, compile with </a:t>
            </a:r>
            <a:r>
              <a:rPr lang="en-US" sz="1600" kern="0" dirty="0" err="1">
                <a:solidFill>
                  <a:srgbClr val="FFFFFF"/>
                </a:solidFill>
                <a:latin typeface="Roboto Mono"/>
                <a:ea typeface="Roboto Mono"/>
                <a:cs typeface="Roboto Mono"/>
                <a:sym typeface="Roboto Mono"/>
              </a:rPr>
              <a:t>Cython</a:t>
            </a:r>
            <a:r>
              <a:rPr lang="en-US" sz="1600" kern="0" dirty="0">
                <a:solidFill>
                  <a:srgbClr val="FFFFFF"/>
                </a:solidFill>
                <a:latin typeface="Roboto Mono"/>
                <a:ea typeface="Roboto Mono"/>
                <a:cs typeface="Roboto Mono"/>
                <a:sym typeface="Roboto Mono"/>
              </a:rPr>
              <a:t> into C, then compile C into a shared library or executable.</a:t>
            </a:r>
          </a:p>
          <a:p>
            <a:pPr marL="228611" indent="-228611" defTabSz="609630">
              <a:lnSpc>
                <a:spcPct val="139958"/>
              </a:lnSpc>
              <a:buClr>
                <a:srgbClr val="FFFFFF"/>
              </a:buClr>
              <a:buFont typeface="Arial" panose="020B0604020202020204" pitchFamily="34" charset="0"/>
              <a:buChar char="•"/>
            </a:pPr>
            <a:r>
              <a:rPr lang="en-US" sz="1600" kern="0" dirty="0">
                <a:solidFill>
                  <a:srgbClr val="FF66C4"/>
                </a:solidFill>
                <a:latin typeface="Roboto Mono"/>
                <a:ea typeface="Roboto Mono"/>
                <a:cs typeface="Roboto Mono"/>
                <a:sym typeface="Roboto Mono"/>
              </a:rPr>
              <a:t>Benefits</a:t>
            </a:r>
            <a:r>
              <a:rPr lang="en-US" sz="1600" kern="0" dirty="0">
                <a:solidFill>
                  <a:srgbClr val="FFFFFF"/>
                </a:solidFill>
                <a:latin typeface="Roboto Mono"/>
                <a:ea typeface="Roboto Mono"/>
                <a:cs typeface="Roboto Mono"/>
                <a:sym typeface="Roboto Mono"/>
              </a:rPr>
              <a:t>: Combines Python's ease of writing with C's efficiency, useful for performance-critical tasks and numerical computing. </a:t>
            </a:r>
          </a:p>
        </p:txBody>
      </p:sp>
      <p:pic>
        <p:nvPicPr>
          <p:cNvPr id="5" name="Picture 4" descr="Cython logo">
            <a:extLst>
              <a:ext uri="{FF2B5EF4-FFF2-40B4-BE49-F238E27FC236}">
                <a16:creationId xmlns:a16="http://schemas.microsoft.com/office/drawing/2014/main" id="{3051352D-0825-7E39-A309-D6490031A6A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80738" y="5543746"/>
            <a:ext cx="2230702" cy="9351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136357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24042" y="217287"/>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solidFill>
              <a:srgbClr val="FF66C4"/>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60"/>
            <a:ext cx="10326008" cy="1062920"/>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5756" kern="0" dirty="0" err="1">
                <a:solidFill>
                  <a:srgbClr val="FFFFFF"/>
                </a:solidFill>
                <a:latin typeface="Courier"/>
                <a:cs typeface="Arial"/>
                <a:sym typeface="Courier"/>
              </a:rPr>
              <a:t>Jython</a:t>
            </a:r>
            <a:endParaRPr sz="933"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3" name="Google Shape;649;p14">
            <a:extLst>
              <a:ext uri="{FF2B5EF4-FFF2-40B4-BE49-F238E27FC236}">
                <a16:creationId xmlns:a16="http://schemas.microsoft.com/office/drawing/2014/main" id="{99D6F85C-B51B-6618-5E8A-29B0E76DFB1D}"/>
              </a:ext>
            </a:extLst>
          </p:cNvPr>
          <p:cNvSpPr txBox="1"/>
          <p:nvPr/>
        </p:nvSpPr>
        <p:spPr>
          <a:xfrm>
            <a:off x="685800" y="2276162"/>
            <a:ext cx="9657840" cy="2757678"/>
          </a:xfrm>
          <a:prstGeom prst="rect">
            <a:avLst/>
          </a:prstGeom>
          <a:noFill/>
          <a:ln>
            <a:noFill/>
          </a:ln>
        </p:spPr>
        <p:txBody>
          <a:bodyPr spcFirstLastPara="1" wrap="square" lIns="0" tIns="0" rIns="0" bIns="0" anchor="t" anchorCtr="0">
            <a:spAutoFit/>
          </a:bodyPr>
          <a:lstStyle/>
          <a:p>
            <a:pPr marL="228611" indent="-228611" defTabSz="609630">
              <a:lnSpc>
                <a:spcPct val="139958"/>
              </a:lnSpc>
              <a:buClr>
                <a:srgbClr val="FFFFFF"/>
              </a:buClr>
              <a:buFont typeface="Arial" panose="020B0604020202020204" pitchFamily="34" charset="0"/>
              <a:buChar char="•"/>
            </a:pPr>
            <a:r>
              <a:rPr lang="en-US" sz="1600" kern="0" dirty="0">
                <a:solidFill>
                  <a:srgbClr val="FF66C4"/>
                </a:solidFill>
                <a:latin typeface="Roboto Mono"/>
                <a:ea typeface="Roboto Mono"/>
                <a:cs typeface="Roboto Mono"/>
                <a:sym typeface="Roboto Mono"/>
              </a:rPr>
              <a:t>Purpose</a:t>
            </a:r>
            <a:r>
              <a:rPr lang="en-US" sz="1600" kern="0" dirty="0">
                <a:solidFill>
                  <a:srgbClr val="FFFFFF"/>
                </a:solidFill>
                <a:latin typeface="Roboto Mono"/>
                <a:ea typeface="Roboto Mono"/>
                <a:cs typeface="Roboto Mono"/>
                <a:sym typeface="Roboto Mono"/>
              </a:rPr>
              <a:t>: A version of Python implemented in Java, allowing seamless integration with Java environments.</a:t>
            </a:r>
          </a:p>
          <a:p>
            <a:pPr marL="228611" indent="-228611" defTabSz="609630">
              <a:lnSpc>
                <a:spcPct val="139958"/>
              </a:lnSpc>
              <a:buClr>
                <a:srgbClr val="FFFFFF"/>
              </a:buClr>
              <a:buFont typeface="Arial" panose="020B0604020202020204" pitchFamily="34" charset="0"/>
              <a:buChar char="•"/>
            </a:pPr>
            <a:r>
              <a:rPr lang="en-US" sz="1600" kern="0" dirty="0">
                <a:solidFill>
                  <a:srgbClr val="FF66C4"/>
                </a:solidFill>
                <a:latin typeface="Roboto Mono"/>
                <a:ea typeface="Roboto Mono"/>
                <a:cs typeface="Roboto Mono"/>
                <a:sym typeface="Roboto Mono"/>
              </a:rPr>
              <a:t>Advantages</a:t>
            </a:r>
            <a:r>
              <a:rPr lang="en-US" sz="1600" kern="0" dirty="0">
                <a:solidFill>
                  <a:srgbClr val="FFFFFF"/>
                </a:solidFill>
                <a:latin typeface="Roboto Mono"/>
                <a:ea typeface="Roboto Mono"/>
                <a:cs typeface="Roboto Mono"/>
                <a:sym typeface="Roboto Mono"/>
              </a:rPr>
              <a:t>: Facilitates communication with existing Java infrastructure, making it useful for projects developed in Java.</a:t>
            </a:r>
          </a:p>
          <a:p>
            <a:pPr marL="228611" indent="-228611" defTabSz="609630">
              <a:lnSpc>
                <a:spcPct val="139958"/>
              </a:lnSpc>
              <a:buClr>
                <a:srgbClr val="FFFFFF"/>
              </a:buClr>
              <a:buFont typeface="Arial" panose="020B0604020202020204" pitchFamily="34" charset="0"/>
              <a:buChar char="•"/>
            </a:pPr>
            <a:r>
              <a:rPr lang="en-US" sz="1600" kern="0" dirty="0">
                <a:solidFill>
                  <a:srgbClr val="FF66C4"/>
                </a:solidFill>
                <a:latin typeface="Roboto Mono"/>
                <a:ea typeface="Roboto Mono"/>
                <a:cs typeface="Roboto Mono"/>
                <a:sym typeface="Roboto Mono"/>
              </a:rPr>
              <a:t>Use Cases</a:t>
            </a:r>
            <a:r>
              <a:rPr lang="en-US" sz="1600" kern="0" dirty="0">
                <a:solidFill>
                  <a:srgbClr val="FFFFFF"/>
                </a:solidFill>
                <a:latin typeface="Roboto Mono"/>
                <a:ea typeface="Roboto Mono"/>
                <a:cs typeface="Roboto Mono"/>
                <a:sym typeface="Roboto Mono"/>
              </a:rPr>
              <a:t>: Particularly beneficial for large and complex systems written entirely in Java that require Python flexibility.</a:t>
            </a:r>
          </a:p>
          <a:p>
            <a:pPr marL="228611" indent="-228611" defTabSz="609630">
              <a:lnSpc>
                <a:spcPct val="139958"/>
              </a:lnSpc>
              <a:buClr>
                <a:srgbClr val="FFFFFF"/>
              </a:buClr>
              <a:buFont typeface="Arial" panose="020B0604020202020204" pitchFamily="34" charset="0"/>
              <a:buChar char="•"/>
            </a:pPr>
            <a:r>
              <a:rPr lang="en-US" sz="1600" kern="0" dirty="0">
                <a:solidFill>
                  <a:srgbClr val="FF66C4"/>
                </a:solidFill>
                <a:latin typeface="Roboto Mono"/>
                <a:ea typeface="Roboto Mono"/>
                <a:cs typeface="Roboto Mono"/>
                <a:sym typeface="Roboto Mono"/>
              </a:rPr>
              <a:t>Compatibility</a:t>
            </a:r>
            <a:r>
              <a:rPr lang="en-US" sz="1600" kern="0" dirty="0">
                <a:solidFill>
                  <a:srgbClr val="FFFFFF"/>
                </a:solidFill>
                <a:latin typeface="Roboto Mono"/>
                <a:ea typeface="Roboto Mono"/>
                <a:cs typeface="Roboto Mono"/>
                <a:sym typeface="Roboto Mono"/>
              </a:rPr>
              <a:t>: Current </a:t>
            </a:r>
            <a:r>
              <a:rPr lang="en-US" sz="1600" kern="0" dirty="0" err="1">
                <a:solidFill>
                  <a:srgbClr val="FFFFFF"/>
                </a:solidFill>
                <a:latin typeface="Roboto Mono"/>
                <a:ea typeface="Roboto Mono"/>
                <a:cs typeface="Roboto Mono"/>
                <a:sym typeface="Roboto Mono"/>
              </a:rPr>
              <a:t>Jython</a:t>
            </a:r>
            <a:r>
              <a:rPr lang="en-US" sz="1600" kern="0" dirty="0">
                <a:solidFill>
                  <a:srgbClr val="FFFFFF"/>
                </a:solidFill>
                <a:latin typeface="Roboto Mono"/>
                <a:ea typeface="Roboto Mono"/>
                <a:cs typeface="Roboto Mono"/>
                <a:sym typeface="Roboto Mono"/>
              </a:rPr>
              <a:t> implementations follow Python 2 standards, with no </a:t>
            </a:r>
            <a:r>
              <a:rPr lang="en-US" sz="1600" kern="0" dirty="0" err="1">
                <a:solidFill>
                  <a:srgbClr val="FFFFFF"/>
                </a:solidFill>
                <a:latin typeface="Roboto Mono"/>
                <a:ea typeface="Roboto Mono"/>
                <a:cs typeface="Roboto Mono"/>
                <a:sym typeface="Roboto Mono"/>
              </a:rPr>
              <a:t>Jython</a:t>
            </a:r>
            <a:r>
              <a:rPr lang="en-US" sz="1600" kern="0" dirty="0">
                <a:solidFill>
                  <a:srgbClr val="FFFFFF"/>
                </a:solidFill>
                <a:latin typeface="Roboto Mono"/>
                <a:ea typeface="Roboto Mono"/>
                <a:cs typeface="Roboto Mono"/>
                <a:sym typeface="Roboto Mono"/>
              </a:rPr>
              <a:t> version conforming to Python 3 standards available yet. </a:t>
            </a:r>
          </a:p>
        </p:txBody>
      </p:sp>
      <p:pic>
        <p:nvPicPr>
          <p:cNvPr id="6" name="Picture 6" descr="Jython logo">
            <a:extLst>
              <a:ext uri="{FF2B5EF4-FFF2-40B4-BE49-F238E27FC236}">
                <a16:creationId xmlns:a16="http://schemas.microsoft.com/office/drawing/2014/main" id="{4A0FB482-B66A-4859-4C9E-B070ECB9C2A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99540" y="5078514"/>
            <a:ext cx="2371961" cy="13169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210495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24042" y="217287"/>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solidFill>
              <a:srgbClr val="FF66C4"/>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60"/>
            <a:ext cx="10326008" cy="1062920"/>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5756" kern="0" dirty="0" err="1">
                <a:solidFill>
                  <a:srgbClr val="FFFFFF"/>
                </a:solidFill>
                <a:latin typeface="Courier"/>
                <a:cs typeface="Arial"/>
                <a:sym typeface="Courier"/>
              </a:rPr>
              <a:t>PyPy</a:t>
            </a:r>
            <a:r>
              <a:rPr lang="en-US" sz="5756" kern="0" dirty="0">
                <a:solidFill>
                  <a:srgbClr val="FFFFFF"/>
                </a:solidFill>
                <a:latin typeface="Courier"/>
                <a:cs typeface="Arial"/>
                <a:sym typeface="Courier"/>
              </a:rPr>
              <a:t> and </a:t>
            </a:r>
            <a:r>
              <a:rPr lang="en-US" sz="5756" kern="0" dirty="0" err="1">
                <a:solidFill>
                  <a:srgbClr val="FFFFFF"/>
                </a:solidFill>
                <a:latin typeface="Courier"/>
                <a:cs typeface="Arial"/>
                <a:sym typeface="Courier"/>
              </a:rPr>
              <a:t>Rpython</a:t>
            </a:r>
            <a:endParaRPr sz="933"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3" name="Google Shape;649;p14">
            <a:extLst>
              <a:ext uri="{FF2B5EF4-FFF2-40B4-BE49-F238E27FC236}">
                <a16:creationId xmlns:a16="http://schemas.microsoft.com/office/drawing/2014/main" id="{99D6F85C-B51B-6618-5E8A-29B0E76DFB1D}"/>
              </a:ext>
            </a:extLst>
          </p:cNvPr>
          <p:cNvSpPr txBox="1"/>
          <p:nvPr/>
        </p:nvSpPr>
        <p:spPr>
          <a:xfrm>
            <a:off x="685800" y="2276161"/>
            <a:ext cx="9657840" cy="3102388"/>
          </a:xfrm>
          <a:prstGeom prst="rect">
            <a:avLst/>
          </a:prstGeom>
          <a:noFill/>
          <a:ln>
            <a:noFill/>
          </a:ln>
        </p:spPr>
        <p:txBody>
          <a:bodyPr spcFirstLastPara="1" wrap="square" lIns="0" tIns="0" rIns="0" bIns="0" anchor="t" anchorCtr="0">
            <a:spAutoFit/>
          </a:bodyPr>
          <a:lstStyle/>
          <a:p>
            <a:pPr marL="228611" indent="-228611" defTabSz="609630">
              <a:lnSpc>
                <a:spcPct val="139958"/>
              </a:lnSpc>
              <a:buClr>
                <a:srgbClr val="FFFFFF"/>
              </a:buClr>
              <a:buFont typeface="Arial" panose="020B0604020202020204" pitchFamily="34" charset="0"/>
              <a:buChar char="•"/>
            </a:pPr>
            <a:r>
              <a:rPr lang="en-US" sz="1600" kern="0" dirty="0" err="1">
                <a:solidFill>
                  <a:srgbClr val="FF66C4"/>
                </a:solidFill>
                <a:latin typeface="Roboto Mono"/>
                <a:ea typeface="Roboto Mono"/>
                <a:cs typeface="Roboto Mono"/>
                <a:sym typeface="Roboto Mono"/>
              </a:rPr>
              <a:t>PyPy</a:t>
            </a:r>
            <a:r>
              <a:rPr lang="en-US" sz="1600" kern="0" dirty="0">
                <a:solidFill>
                  <a:srgbClr val="FFFFFF"/>
                </a:solidFill>
                <a:latin typeface="Roboto Mono"/>
                <a:ea typeface="Roboto Mono"/>
                <a:cs typeface="Roboto Mono"/>
                <a:sym typeface="Roboto Mono"/>
              </a:rPr>
              <a:t>: A Python implementation written in </a:t>
            </a:r>
            <a:r>
              <a:rPr lang="en-US" sz="1600" kern="0" dirty="0" err="1">
                <a:solidFill>
                  <a:srgbClr val="FFFFFF"/>
                </a:solidFill>
                <a:latin typeface="Roboto Mono"/>
                <a:ea typeface="Roboto Mono"/>
                <a:cs typeface="Roboto Mono"/>
                <a:sym typeface="Roboto Mono"/>
              </a:rPr>
              <a:t>RPython</a:t>
            </a:r>
            <a:r>
              <a:rPr lang="en-US" sz="1600" kern="0" dirty="0">
                <a:solidFill>
                  <a:srgbClr val="FFFFFF"/>
                </a:solidFill>
                <a:latin typeface="Roboto Mono"/>
                <a:ea typeface="Roboto Mono"/>
                <a:cs typeface="Roboto Mono"/>
                <a:sym typeface="Roboto Mono"/>
              </a:rPr>
              <a:t>, a subset of Python.</a:t>
            </a:r>
          </a:p>
          <a:p>
            <a:pPr marL="228611" indent="-228611" defTabSz="609630">
              <a:lnSpc>
                <a:spcPct val="139958"/>
              </a:lnSpc>
              <a:buClr>
                <a:srgbClr val="FFFFFF"/>
              </a:buClr>
              <a:buFont typeface="Arial" panose="020B0604020202020204" pitchFamily="34" charset="0"/>
              <a:buChar char="•"/>
            </a:pPr>
            <a:r>
              <a:rPr lang="en-US" sz="1600" kern="0" dirty="0" err="1">
                <a:solidFill>
                  <a:srgbClr val="FF66C4"/>
                </a:solidFill>
                <a:latin typeface="Roboto Mono"/>
                <a:ea typeface="Roboto Mono"/>
                <a:cs typeface="Roboto Mono"/>
                <a:sym typeface="Roboto Mono"/>
              </a:rPr>
              <a:t>RPython</a:t>
            </a:r>
            <a:r>
              <a:rPr lang="en-US" sz="1600" kern="0" dirty="0">
                <a:solidFill>
                  <a:srgbClr val="FFFFFF"/>
                </a:solidFill>
                <a:latin typeface="Roboto Mono"/>
                <a:ea typeface="Roboto Mono"/>
                <a:cs typeface="Roboto Mono"/>
                <a:sym typeface="Roboto Mono"/>
              </a:rPr>
              <a:t>: A restricted subset of Python used to implement </a:t>
            </a:r>
            <a:r>
              <a:rPr lang="en-US" sz="1600" kern="0" dirty="0" err="1">
                <a:solidFill>
                  <a:srgbClr val="FFFFFF"/>
                </a:solidFill>
                <a:latin typeface="Roboto Mono"/>
                <a:ea typeface="Roboto Mono"/>
                <a:cs typeface="Roboto Mono"/>
                <a:sym typeface="Roboto Mono"/>
              </a:rPr>
              <a:t>PyPy</a:t>
            </a:r>
            <a:r>
              <a:rPr lang="en-US" sz="1600" kern="0" dirty="0">
                <a:solidFill>
                  <a:srgbClr val="FFFFFF"/>
                </a:solidFill>
                <a:latin typeface="Roboto Mono"/>
                <a:ea typeface="Roboto Mono"/>
                <a:cs typeface="Roboto Mono"/>
                <a:sym typeface="Roboto Mono"/>
              </a:rPr>
              <a:t>.</a:t>
            </a:r>
          </a:p>
          <a:p>
            <a:pPr marL="228611" indent="-228611" defTabSz="609630">
              <a:lnSpc>
                <a:spcPct val="139958"/>
              </a:lnSpc>
              <a:buClr>
                <a:srgbClr val="FFFFFF"/>
              </a:buClr>
              <a:buFont typeface="Arial" panose="020B0604020202020204" pitchFamily="34" charset="0"/>
              <a:buChar char="•"/>
            </a:pPr>
            <a:r>
              <a:rPr lang="en-US" sz="1600" kern="0" dirty="0">
                <a:solidFill>
                  <a:srgbClr val="FF66C4"/>
                </a:solidFill>
                <a:latin typeface="Roboto Mono"/>
                <a:ea typeface="Roboto Mono"/>
                <a:cs typeface="Roboto Mono"/>
                <a:sym typeface="Roboto Mono"/>
              </a:rPr>
              <a:t>Execution</a:t>
            </a:r>
            <a:r>
              <a:rPr lang="en-US" sz="1600" kern="0" dirty="0">
                <a:solidFill>
                  <a:srgbClr val="FFFFFF"/>
                </a:solidFill>
                <a:latin typeface="Roboto Mono"/>
                <a:ea typeface="Roboto Mono"/>
                <a:cs typeface="Roboto Mono"/>
                <a:sym typeface="Roboto Mono"/>
              </a:rPr>
              <a:t>: </a:t>
            </a:r>
            <a:r>
              <a:rPr lang="en-US" sz="1600" kern="0" dirty="0" err="1">
                <a:solidFill>
                  <a:srgbClr val="FFFFFF"/>
                </a:solidFill>
                <a:latin typeface="Roboto Mono"/>
                <a:ea typeface="Roboto Mono"/>
                <a:cs typeface="Roboto Mono"/>
                <a:sym typeface="Roboto Mono"/>
              </a:rPr>
              <a:t>PyPy</a:t>
            </a:r>
            <a:r>
              <a:rPr lang="en-US" sz="1600" kern="0" dirty="0">
                <a:solidFill>
                  <a:srgbClr val="FFFFFF"/>
                </a:solidFill>
                <a:latin typeface="Roboto Mono"/>
                <a:ea typeface="Roboto Mono"/>
                <a:cs typeface="Roboto Mono"/>
                <a:sym typeface="Roboto Mono"/>
              </a:rPr>
              <a:t> source code is translated into C and then executed separately, rather than being interpreted like </a:t>
            </a:r>
            <a:r>
              <a:rPr lang="en-US" sz="1600" kern="0" dirty="0" err="1">
                <a:solidFill>
                  <a:srgbClr val="FFFFFF"/>
                </a:solidFill>
                <a:latin typeface="Roboto Mono"/>
                <a:ea typeface="Roboto Mono"/>
                <a:cs typeface="Roboto Mono"/>
                <a:sym typeface="Roboto Mono"/>
              </a:rPr>
              <a:t>CPython</a:t>
            </a:r>
            <a:r>
              <a:rPr lang="en-US" sz="1600" kern="0" dirty="0">
                <a:solidFill>
                  <a:srgbClr val="FFFFFF"/>
                </a:solidFill>
                <a:latin typeface="Roboto Mono"/>
                <a:ea typeface="Roboto Mono"/>
                <a:cs typeface="Roboto Mono"/>
                <a:sym typeface="Roboto Mono"/>
              </a:rPr>
              <a:t>.</a:t>
            </a:r>
          </a:p>
          <a:p>
            <a:pPr marL="228611" indent="-228611" defTabSz="609630">
              <a:lnSpc>
                <a:spcPct val="139958"/>
              </a:lnSpc>
              <a:buClr>
                <a:srgbClr val="FFFFFF"/>
              </a:buClr>
              <a:buFont typeface="Arial" panose="020B0604020202020204" pitchFamily="34" charset="0"/>
              <a:buChar char="•"/>
            </a:pPr>
            <a:r>
              <a:rPr lang="en-US" sz="1600" kern="0" dirty="0">
                <a:solidFill>
                  <a:srgbClr val="FF66C4"/>
                </a:solidFill>
                <a:latin typeface="Roboto Mono"/>
                <a:ea typeface="Roboto Mono"/>
                <a:cs typeface="Roboto Mono"/>
                <a:sym typeface="Roboto Mono"/>
              </a:rPr>
              <a:t>Usefulness</a:t>
            </a:r>
            <a:r>
              <a:rPr lang="en-US" sz="1600" kern="0" dirty="0">
                <a:solidFill>
                  <a:srgbClr val="FFFFFF"/>
                </a:solidFill>
                <a:latin typeface="Roboto Mono"/>
                <a:ea typeface="Roboto Mono"/>
                <a:cs typeface="Roboto Mono"/>
                <a:sym typeface="Roboto Mono"/>
              </a:rPr>
              <a:t>: </a:t>
            </a:r>
            <a:r>
              <a:rPr lang="en-US" sz="1600" kern="0" dirty="0" err="1">
                <a:solidFill>
                  <a:srgbClr val="FFFFFF"/>
                </a:solidFill>
                <a:latin typeface="Roboto Mono"/>
                <a:ea typeface="Roboto Mono"/>
                <a:cs typeface="Roboto Mono"/>
                <a:sym typeface="Roboto Mono"/>
              </a:rPr>
              <a:t>PyPy</a:t>
            </a:r>
            <a:r>
              <a:rPr lang="en-US" sz="1600" kern="0" dirty="0">
                <a:solidFill>
                  <a:srgbClr val="FFFFFF"/>
                </a:solidFill>
                <a:latin typeface="Roboto Mono"/>
                <a:ea typeface="Roboto Mono"/>
                <a:cs typeface="Roboto Mono"/>
                <a:sym typeface="Roboto Mono"/>
              </a:rPr>
              <a:t> is useful for testing new features in Python implementations more easily than with </a:t>
            </a:r>
            <a:r>
              <a:rPr lang="en-US" sz="1600" kern="0" dirty="0" err="1">
                <a:solidFill>
                  <a:srgbClr val="FFFFFF"/>
                </a:solidFill>
                <a:latin typeface="Roboto Mono"/>
                <a:ea typeface="Roboto Mono"/>
                <a:cs typeface="Roboto Mono"/>
                <a:sym typeface="Roboto Mono"/>
              </a:rPr>
              <a:t>CPython</a:t>
            </a:r>
            <a:r>
              <a:rPr lang="en-US" sz="1600" kern="0" dirty="0">
                <a:solidFill>
                  <a:srgbClr val="FFFFFF"/>
                </a:solidFill>
                <a:latin typeface="Roboto Mono"/>
                <a:ea typeface="Roboto Mono"/>
                <a:cs typeface="Roboto Mono"/>
                <a:sym typeface="Roboto Mono"/>
              </a:rPr>
              <a:t>.</a:t>
            </a:r>
          </a:p>
          <a:p>
            <a:pPr marL="228611" indent="-228611" defTabSz="609630">
              <a:lnSpc>
                <a:spcPct val="139958"/>
              </a:lnSpc>
              <a:buClr>
                <a:srgbClr val="FFFFFF"/>
              </a:buClr>
              <a:buFont typeface="Arial" panose="020B0604020202020204" pitchFamily="34" charset="0"/>
              <a:buChar char="•"/>
            </a:pPr>
            <a:r>
              <a:rPr lang="en-US" sz="1600" kern="0" dirty="0">
                <a:solidFill>
                  <a:srgbClr val="FF66C4"/>
                </a:solidFill>
                <a:latin typeface="Roboto Mono"/>
                <a:ea typeface="Roboto Mono"/>
                <a:cs typeface="Roboto Mono"/>
                <a:sym typeface="Roboto Mono"/>
              </a:rPr>
              <a:t>Compatibility</a:t>
            </a:r>
            <a:r>
              <a:rPr lang="en-US" sz="1600" kern="0" dirty="0">
                <a:solidFill>
                  <a:srgbClr val="FFFFFF"/>
                </a:solidFill>
                <a:latin typeface="Roboto Mono"/>
                <a:ea typeface="Roboto Mono"/>
                <a:cs typeface="Roboto Mono"/>
                <a:sym typeface="Roboto Mono"/>
              </a:rPr>
              <a:t>: </a:t>
            </a:r>
            <a:r>
              <a:rPr lang="en-US" sz="1600" kern="0" dirty="0" err="1">
                <a:solidFill>
                  <a:srgbClr val="FFFFFF"/>
                </a:solidFill>
                <a:latin typeface="Roboto Mono"/>
                <a:ea typeface="Roboto Mono"/>
                <a:cs typeface="Roboto Mono"/>
                <a:sym typeface="Roboto Mono"/>
              </a:rPr>
              <a:t>PyPy</a:t>
            </a:r>
            <a:r>
              <a:rPr lang="en-US" sz="1600" kern="0" dirty="0">
                <a:solidFill>
                  <a:srgbClr val="FFFFFF"/>
                </a:solidFill>
                <a:latin typeface="Roboto Mono"/>
                <a:ea typeface="Roboto Mono"/>
                <a:cs typeface="Roboto Mono"/>
                <a:sym typeface="Roboto Mono"/>
              </a:rPr>
              <a:t> is compatible with Python 3 language features.</a:t>
            </a:r>
          </a:p>
          <a:p>
            <a:pPr marL="228611" indent="-228611" defTabSz="609630">
              <a:lnSpc>
                <a:spcPct val="139958"/>
              </a:lnSpc>
              <a:buClr>
                <a:srgbClr val="FFFFFF"/>
              </a:buClr>
              <a:buFont typeface="Arial" panose="020B0604020202020204" pitchFamily="34" charset="0"/>
              <a:buChar char="•"/>
            </a:pPr>
            <a:r>
              <a:rPr lang="en-US" sz="1600" kern="0" dirty="0">
                <a:solidFill>
                  <a:srgbClr val="FF66C4"/>
                </a:solidFill>
                <a:latin typeface="Roboto Mono"/>
                <a:ea typeface="Roboto Mono"/>
                <a:cs typeface="Roboto Mono"/>
                <a:sym typeface="Roboto Mono"/>
              </a:rPr>
              <a:t>Focus of the Course</a:t>
            </a:r>
            <a:r>
              <a:rPr lang="en-US" sz="1600" kern="0" dirty="0">
                <a:solidFill>
                  <a:srgbClr val="FFFFFF"/>
                </a:solidFill>
                <a:latin typeface="Roboto Mono"/>
                <a:ea typeface="Roboto Mono"/>
                <a:cs typeface="Roboto Mono"/>
                <a:sym typeface="Roboto Mono"/>
              </a:rPr>
              <a:t>: The course primarily focuses on </a:t>
            </a:r>
            <a:r>
              <a:rPr lang="en-US" sz="1600" kern="0" dirty="0" err="1">
                <a:solidFill>
                  <a:srgbClr val="FFFFFF"/>
                </a:solidFill>
                <a:latin typeface="Roboto Mono"/>
                <a:ea typeface="Roboto Mono"/>
                <a:cs typeface="Roboto Mono"/>
                <a:sym typeface="Roboto Mono"/>
              </a:rPr>
              <a:t>CPython</a:t>
            </a:r>
            <a:r>
              <a:rPr lang="en-US" sz="1600" kern="0" dirty="0">
                <a:solidFill>
                  <a:srgbClr val="FFFFFF"/>
                </a:solidFill>
                <a:latin typeface="Roboto Mono"/>
                <a:ea typeface="Roboto Mono"/>
                <a:cs typeface="Roboto Mono"/>
                <a:sym typeface="Roboto Mono"/>
              </a:rPr>
              <a:t>, but there are various other Python implementations in the world, including </a:t>
            </a:r>
            <a:r>
              <a:rPr lang="en-US" sz="1600" kern="0" dirty="0" err="1">
                <a:solidFill>
                  <a:srgbClr val="FFFFFF"/>
                </a:solidFill>
                <a:latin typeface="Roboto Mono"/>
                <a:ea typeface="Roboto Mono"/>
                <a:cs typeface="Roboto Mono"/>
                <a:sym typeface="Roboto Mono"/>
              </a:rPr>
              <a:t>PyPy</a:t>
            </a:r>
            <a:r>
              <a:rPr lang="en-US" sz="1600" kern="0" dirty="0">
                <a:solidFill>
                  <a:srgbClr val="FFFFFF"/>
                </a:solidFill>
                <a:latin typeface="Roboto Mono"/>
                <a:ea typeface="Roboto Mono"/>
                <a:cs typeface="Roboto Mono"/>
                <a:sym typeface="Roboto Mono"/>
              </a:rPr>
              <a:t>. </a:t>
            </a:r>
          </a:p>
        </p:txBody>
      </p:sp>
      <p:pic>
        <p:nvPicPr>
          <p:cNvPr id="4" name="Picture 8" descr="PyPy logo">
            <a:extLst>
              <a:ext uri="{FF2B5EF4-FFF2-40B4-BE49-F238E27FC236}">
                <a16:creationId xmlns:a16="http://schemas.microsoft.com/office/drawing/2014/main" id="{67CE946D-DBEF-B4CC-D6DE-1BC143882CF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53306" y="5429439"/>
            <a:ext cx="3572461" cy="10345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483790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24042" y="217287"/>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solidFill>
              <a:srgbClr val="FF66C4"/>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60"/>
            <a:ext cx="10326008" cy="1062920"/>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5756" kern="0" dirty="0">
                <a:solidFill>
                  <a:srgbClr val="FFFFFF"/>
                </a:solidFill>
                <a:latin typeface="Courier"/>
                <a:cs typeface="Arial"/>
                <a:sym typeface="Courier"/>
              </a:rPr>
              <a:t>GETTING STARTED</a:t>
            </a:r>
            <a:endParaRPr sz="933"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5" name="Google Shape;649;p14">
            <a:extLst>
              <a:ext uri="{FF2B5EF4-FFF2-40B4-BE49-F238E27FC236}">
                <a16:creationId xmlns:a16="http://schemas.microsoft.com/office/drawing/2014/main" id="{D56A383B-D645-00B0-DA03-D6916998B48A}"/>
              </a:ext>
            </a:extLst>
          </p:cNvPr>
          <p:cNvSpPr txBox="1"/>
          <p:nvPr/>
        </p:nvSpPr>
        <p:spPr>
          <a:xfrm>
            <a:off x="997460" y="2434590"/>
            <a:ext cx="9657840" cy="2297745"/>
          </a:xfrm>
          <a:prstGeom prst="rect">
            <a:avLst/>
          </a:prstGeom>
          <a:noFill/>
          <a:ln>
            <a:noFill/>
          </a:ln>
        </p:spPr>
        <p:txBody>
          <a:bodyPr spcFirstLastPara="1" wrap="square" lIns="0" tIns="0" rIns="0" bIns="0" anchor="t" anchorCtr="0">
            <a:spAutoFit/>
          </a:bodyPr>
          <a:lstStyle/>
          <a:p>
            <a:pPr marL="304815" indent="-304815" defTabSz="609630">
              <a:lnSpc>
                <a:spcPct val="139958"/>
              </a:lnSpc>
              <a:buClr>
                <a:srgbClr val="FFFFFF"/>
              </a:buClr>
              <a:buFont typeface="Arial" panose="020B0604020202020204" pitchFamily="34" charset="0"/>
              <a:buChar char="•"/>
            </a:pPr>
            <a:r>
              <a:rPr lang="en-US" sz="2133" kern="0" dirty="0">
                <a:solidFill>
                  <a:srgbClr val="FF66C4"/>
                </a:solidFill>
                <a:latin typeface="Roboto Mono"/>
                <a:ea typeface="Roboto Mono"/>
                <a:cs typeface="Arial"/>
                <a:sym typeface="Roboto Mono"/>
              </a:rPr>
              <a:t>Installing Python</a:t>
            </a:r>
          </a:p>
          <a:p>
            <a:pPr marL="304815" indent="-304815" defTabSz="609630">
              <a:lnSpc>
                <a:spcPct val="139958"/>
              </a:lnSpc>
              <a:buClr>
                <a:srgbClr val="FFFFFF"/>
              </a:buClr>
              <a:buFont typeface="Arial" panose="020B0604020202020204" pitchFamily="34" charset="0"/>
              <a:buChar char="•"/>
            </a:pPr>
            <a:r>
              <a:rPr lang="en-US" sz="2133" kern="0" dirty="0">
                <a:solidFill>
                  <a:srgbClr val="FF66C4"/>
                </a:solidFill>
                <a:latin typeface="Roboto Mono"/>
                <a:ea typeface="Roboto Mono"/>
                <a:cs typeface="Arial"/>
                <a:sym typeface="Roboto Mono"/>
              </a:rPr>
              <a:t>Using IDLE and the basic interactive mode</a:t>
            </a:r>
          </a:p>
          <a:p>
            <a:pPr marL="304815" indent="-304815" defTabSz="609630">
              <a:lnSpc>
                <a:spcPct val="139958"/>
              </a:lnSpc>
              <a:buClr>
                <a:srgbClr val="FFFFFF"/>
              </a:buClr>
              <a:buFont typeface="Arial" panose="020B0604020202020204" pitchFamily="34" charset="0"/>
              <a:buChar char="•"/>
            </a:pPr>
            <a:r>
              <a:rPr lang="en-US" sz="2133" kern="0" dirty="0">
                <a:solidFill>
                  <a:srgbClr val="FF66C4"/>
                </a:solidFill>
                <a:latin typeface="Roboto Mono"/>
                <a:ea typeface="Roboto Mono"/>
                <a:cs typeface="Arial"/>
                <a:sym typeface="Roboto Mono"/>
              </a:rPr>
              <a:t>Writing a simple program</a:t>
            </a:r>
          </a:p>
          <a:p>
            <a:pPr marL="304815" indent="-304815" defTabSz="609630">
              <a:lnSpc>
                <a:spcPct val="139958"/>
              </a:lnSpc>
              <a:buClr>
                <a:srgbClr val="FFFFFF"/>
              </a:buClr>
              <a:buFont typeface="Arial" panose="020B0604020202020204" pitchFamily="34" charset="0"/>
              <a:buChar char="•"/>
            </a:pPr>
            <a:r>
              <a:rPr lang="en-US" sz="2133" kern="0" dirty="0">
                <a:solidFill>
                  <a:srgbClr val="FF66C4"/>
                </a:solidFill>
                <a:latin typeface="Roboto Mono"/>
                <a:ea typeface="Roboto Mono"/>
                <a:cs typeface="Arial"/>
                <a:sym typeface="Roboto Mono"/>
              </a:rPr>
              <a:t>Using Python shell</a:t>
            </a:r>
          </a:p>
          <a:p>
            <a:pPr marL="304815" indent="-304815" defTabSz="609630">
              <a:lnSpc>
                <a:spcPct val="139958"/>
              </a:lnSpc>
              <a:buClr>
                <a:srgbClr val="FFFFFF"/>
              </a:buClr>
              <a:buFont typeface="Arial" panose="020B0604020202020204" pitchFamily="34" charset="0"/>
              <a:buChar char="•"/>
            </a:pPr>
            <a:r>
              <a:rPr lang="en-US" sz="2133" kern="0" dirty="0">
                <a:solidFill>
                  <a:srgbClr val="FF66C4"/>
                </a:solidFill>
                <a:latin typeface="Roboto Mono"/>
                <a:ea typeface="Roboto Mono"/>
                <a:cs typeface="Arial"/>
                <a:sym typeface="Roboto Mono"/>
              </a:rPr>
              <a:t>Installing and Using PyCharm</a:t>
            </a:r>
          </a:p>
        </p:txBody>
      </p:sp>
    </p:spTree>
    <p:extLst>
      <p:ext uri="{BB962C8B-B14F-4D97-AF65-F5344CB8AC3E}">
        <p14:creationId xmlns:p14="http://schemas.microsoft.com/office/powerpoint/2010/main" val="35133283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24042" y="217287"/>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solidFill>
              <a:srgbClr val="FF66C4"/>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60"/>
            <a:ext cx="10326008" cy="1062920"/>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5756" kern="0" dirty="0">
                <a:solidFill>
                  <a:srgbClr val="FFFFFF"/>
                </a:solidFill>
                <a:latin typeface="Courier"/>
                <a:cs typeface="Arial"/>
                <a:sym typeface="Courier"/>
              </a:rPr>
              <a:t>GETTING STARTED</a:t>
            </a:r>
            <a:endParaRPr sz="933"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5" name="Google Shape;649;p14">
            <a:extLst>
              <a:ext uri="{FF2B5EF4-FFF2-40B4-BE49-F238E27FC236}">
                <a16:creationId xmlns:a16="http://schemas.microsoft.com/office/drawing/2014/main" id="{D56A383B-D645-00B0-DA03-D6916998B48A}"/>
              </a:ext>
            </a:extLst>
          </p:cNvPr>
          <p:cNvSpPr txBox="1"/>
          <p:nvPr/>
        </p:nvSpPr>
        <p:spPr>
          <a:xfrm>
            <a:off x="997460" y="2434590"/>
            <a:ext cx="9657840" cy="919098"/>
          </a:xfrm>
          <a:prstGeom prst="rect">
            <a:avLst/>
          </a:prstGeom>
          <a:noFill/>
          <a:ln>
            <a:noFill/>
          </a:ln>
        </p:spPr>
        <p:txBody>
          <a:bodyPr spcFirstLastPara="1" wrap="square" lIns="0" tIns="0" rIns="0" bIns="0" anchor="t" anchorCtr="0">
            <a:spAutoFit/>
          </a:bodyPr>
          <a:lstStyle/>
          <a:p>
            <a:pPr marL="304815" indent="-304815" defTabSz="609630">
              <a:lnSpc>
                <a:spcPct val="139958"/>
              </a:lnSpc>
              <a:buClr>
                <a:srgbClr val="FFFFFF"/>
              </a:buClr>
              <a:buFont typeface="Arial" panose="020B0604020202020204" pitchFamily="34" charset="0"/>
              <a:buChar char="•"/>
            </a:pPr>
            <a:r>
              <a:rPr lang="en-US" sz="2133" kern="0" dirty="0">
                <a:solidFill>
                  <a:srgbClr val="FF66C4"/>
                </a:solidFill>
                <a:latin typeface="Roboto Mono"/>
                <a:ea typeface="Roboto Mono"/>
                <a:cs typeface="Arial"/>
                <a:sym typeface="Roboto Mono"/>
              </a:rPr>
              <a:t>Verify Python Installation:</a:t>
            </a:r>
          </a:p>
          <a:p>
            <a:pPr marL="0" lvl="3" defTabSz="609630">
              <a:lnSpc>
                <a:spcPct val="139958"/>
              </a:lnSpc>
              <a:buClr>
                <a:srgbClr val="FFFFFF"/>
              </a:buClr>
            </a:pPr>
            <a:r>
              <a:rPr lang="en-US" sz="2133" kern="0" dirty="0">
                <a:solidFill>
                  <a:srgbClr val="FFFFFF"/>
                </a:solidFill>
                <a:latin typeface="Roboto Mono"/>
                <a:ea typeface="Roboto Mono"/>
                <a:cs typeface="Arial"/>
                <a:sym typeface="Roboto Mono"/>
              </a:rPr>
              <a:t>On CMD: python --version / python</a:t>
            </a:r>
          </a:p>
        </p:txBody>
      </p:sp>
      <p:pic>
        <p:nvPicPr>
          <p:cNvPr id="4" name="Picture 3" descr="A computer screen with white text&#10;&#10;Description automatically generated">
            <a:extLst>
              <a:ext uri="{FF2B5EF4-FFF2-40B4-BE49-F238E27FC236}">
                <a16:creationId xmlns:a16="http://schemas.microsoft.com/office/drawing/2014/main" id="{DF1B962A-A6F3-ED33-BF9F-0D790EE9FB16}"/>
              </a:ext>
            </a:extLst>
          </p:cNvPr>
          <p:cNvPicPr>
            <a:picLocks noChangeAspect="1"/>
          </p:cNvPicPr>
          <p:nvPr/>
        </p:nvPicPr>
        <p:blipFill>
          <a:blip r:embed="rId3"/>
          <a:stretch>
            <a:fillRect/>
          </a:stretch>
        </p:blipFill>
        <p:spPr>
          <a:xfrm>
            <a:off x="997460" y="3644253"/>
            <a:ext cx="10566318" cy="2223352"/>
          </a:xfrm>
          <a:prstGeom prst="rect">
            <a:avLst/>
          </a:prstGeom>
        </p:spPr>
      </p:pic>
    </p:spTree>
    <p:extLst>
      <p:ext uri="{BB962C8B-B14F-4D97-AF65-F5344CB8AC3E}">
        <p14:creationId xmlns:p14="http://schemas.microsoft.com/office/powerpoint/2010/main" val="4533879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24042" y="217287"/>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solidFill>
              <a:srgbClr val="FF66C4"/>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60"/>
            <a:ext cx="10326008" cy="1062920"/>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5756" kern="0" dirty="0">
                <a:solidFill>
                  <a:srgbClr val="FFFFFF"/>
                </a:solidFill>
                <a:latin typeface="Courier"/>
                <a:cs typeface="Arial"/>
                <a:sym typeface="Courier"/>
              </a:rPr>
              <a:t>GETTING STARTED</a:t>
            </a:r>
            <a:endParaRPr sz="933"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5" name="Google Shape;649;p14">
            <a:extLst>
              <a:ext uri="{FF2B5EF4-FFF2-40B4-BE49-F238E27FC236}">
                <a16:creationId xmlns:a16="http://schemas.microsoft.com/office/drawing/2014/main" id="{D56A383B-D645-00B0-DA03-D6916998B48A}"/>
              </a:ext>
            </a:extLst>
          </p:cNvPr>
          <p:cNvSpPr txBox="1"/>
          <p:nvPr/>
        </p:nvSpPr>
        <p:spPr>
          <a:xfrm>
            <a:off x="997460" y="2434591"/>
            <a:ext cx="9657840" cy="2757293"/>
          </a:xfrm>
          <a:prstGeom prst="rect">
            <a:avLst/>
          </a:prstGeom>
          <a:noFill/>
          <a:ln>
            <a:noFill/>
          </a:ln>
        </p:spPr>
        <p:txBody>
          <a:bodyPr spcFirstLastPara="1" wrap="square" lIns="0" tIns="0" rIns="0" bIns="0" anchor="t" anchorCtr="0">
            <a:spAutoFit/>
          </a:bodyPr>
          <a:lstStyle/>
          <a:p>
            <a:pPr defTabSz="609630">
              <a:lnSpc>
                <a:spcPct val="139958"/>
              </a:lnSpc>
              <a:buClr>
                <a:srgbClr val="FFFFFF"/>
              </a:buClr>
            </a:pPr>
            <a:r>
              <a:rPr lang="en-US" sz="2133" kern="0" dirty="0">
                <a:solidFill>
                  <a:srgbClr val="FF66C4"/>
                </a:solidFill>
                <a:latin typeface="Roboto Mono"/>
                <a:ea typeface="Roboto Mono"/>
                <a:cs typeface="Arial"/>
                <a:sym typeface="Roboto Mono"/>
              </a:rPr>
              <a:t>Starting your Work:</a:t>
            </a:r>
          </a:p>
          <a:p>
            <a:pPr marL="304815" lvl="3" indent="-304815" defTabSz="609630">
              <a:lnSpc>
                <a:spcPct val="139958"/>
              </a:lnSpc>
              <a:buClr>
                <a:srgbClr val="FFFFFF"/>
              </a:buClr>
              <a:buFont typeface="Arial" panose="020B0604020202020204" pitchFamily="34" charset="0"/>
              <a:buChar char="•"/>
            </a:pPr>
            <a:r>
              <a:rPr lang="en-US" sz="2133" kern="0" dirty="0">
                <a:solidFill>
                  <a:srgbClr val="FF66C4"/>
                </a:solidFill>
                <a:latin typeface="Roboto Mono"/>
                <a:ea typeface="Roboto Mono"/>
                <a:cs typeface="Arial"/>
                <a:sym typeface="Roboto Mono"/>
              </a:rPr>
              <a:t>editor</a:t>
            </a:r>
            <a:r>
              <a:rPr lang="en-US" sz="2133" kern="0" dirty="0">
                <a:solidFill>
                  <a:srgbClr val="FFFFFF"/>
                </a:solidFill>
                <a:latin typeface="Roboto Mono"/>
                <a:ea typeface="Roboto Mono"/>
                <a:cs typeface="Arial"/>
                <a:sym typeface="Roboto Mono"/>
              </a:rPr>
              <a:t> which will support you in writing the code</a:t>
            </a:r>
          </a:p>
          <a:p>
            <a:pPr marL="304815" lvl="3" indent="-304815" defTabSz="609630">
              <a:lnSpc>
                <a:spcPct val="139958"/>
              </a:lnSpc>
              <a:buClr>
                <a:srgbClr val="FFFFFF"/>
              </a:buClr>
              <a:buFont typeface="Arial" panose="020B0604020202020204" pitchFamily="34" charset="0"/>
              <a:buChar char="•"/>
            </a:pPr>
            <a:r>
              <a:rPr lang="en-US" sz="2133" kern="0" dirty="0">
                <a:solidFill>
                  <a:srgbClr val="FF66C4"/>
                </a:solidFill>
                <a:latin typeface="Roboto Mono"/>
                <a:ea typeface="Roboto Mono"/>
                <a:cs typeface="Arial"/>
                <a:sym typeface="Roboto Mono"/>
              </a:rPr>
              <a:t>console</a:t>
            </a:r>
            <a:r>
              <a:rPr lang="en-US" sz="2133" kern="0" dirty="0">
                <a:solidFill>
                  <a:srgbClr val="FFFFFF"/>
                </a:solidFill>
                <a:latin typeface="Roboto Mono"/>
                <a:ea typeface="Roboto Mono"/>
                <a:cs typeface="Arial"/>
                <a:sym typeface="Roboto Mono"/>
              </a:rPr>
              <a:t> in which you can launch your newly written code and stop it forcibly when it gets out of control.</a:t>
            </a:r>
          </a:p>
          <a:p>
            <a:pPr marL="304815" lvl="3" indent="-304815" defTabSz="609630">
              <a:lnSpc>
                <a:spcPct val="139958"/>
              </a:lnSpc>
              <a:buClr>
                <a:srgbClr val="FFFFFF"/>
              </a:buClr>
              <a:buFont typeface="Arial" panose="020B0604020202020204" pitchFamily="34" charset="0"/>
              <a:buChar char="•"/>
            </a:pPr>
            <a:r>
              <a:rPr lang="en-US" sz="2133" kern="0" dirty="0">
                <a:solidFill>
                  <a:srgbClr val="FF66C4"/>
                </a:solidFill>
                <a:latin typeface="Roboto Mono"/>
                <a:ea typeface="Roboto Mono"/>
                <a:cs typeface="Arial"/>
                <a:sym typeface="Roboto Mono"/>
              </a:rPr>
              <a:t>debugger</a:t>
            </a:r>
            <a:r>
              <a:rPr lang="en-US" sz="2133" kern="0" dirty="0">
                <a:solidFill>
                  <a:srgbClr val="FFFFFF"/>
                </a:solidFill>
                <a:latin typeface="Roboto Mono"/>
                <a:ea typeface="Roboto Mono"/>
                <a:cs typeface="Arial"/>
                <a:sym typeface="Roboto Mono"/>
              </a:rPr>
              <a:t> able to launch your code step-by-step, which will allow you to inspect it at each moment of execution.</a:t>
            </a:r>
          </a:p>
        </p:txBody>
      </p:sp>
      <p:sp>
        <p:nvSpPr>
          <p:cNvPr id="3" name="Google Shape;649;p14">
            <a:extLst>
              <a:ext uri="{FF2B5EF4-FFF2-40B4-BE49-F238E27FC236}">
                <a16:creationId xmlns:a16="http://schemas.microsoft.com/office/drawing/2014/main" id="{B3B517C2-D838-D61D-A245-191DCAD25FE1}"/>
              </a:ext>
            </a:extLst>
          </p:cNvPr>
          <p:cNvSpPr txBox="1"/>
          <p:nvPr/>
        </p:nvSpPr>
        <p:spPr>
          <a:xfrm>
            <a:off x="1271735" y="5625465"/>
            <a:ext cx="9657840" cy="459549"/>
          </a:xfrm>
          <a:prstGeom prst="rect">
            <a:avLst/>
          </a:prstGeom>
          <a:noFill/>
          <a:ln>
            <a:noFill/>
          </a:ln>
        </p:spPr>
        <p:txBody>
          <a:bodyPr spcFirstLastPara="1" wrap="square" lIns="0" tIns="0" rIns="0" bIns="0" anchor="t" anchorCtr="0">
            <a:spAutoFit/>
          </a:bodyPr>
          <a:lstStyle/>
          <a:p>
            <a:pPr algn="ctr" defTabSz="609630">
              <a:lnSpc>
                <a:spcPct val="139958"/>
              </a:lnSpc>
              <a:buClr>
                <a:srgbClr val="FFFFFF"/>
              </a:buClr>
            </a:pPr>
            <a:r>
              <a:rPr lang="en-US" sz="2133" b="1" kern="0" dirty="0">
                <a:solidFill>
                  <a:srgbClr val="FF66C4"/>
                </a:solidFill>
                <a:latin typeface="Roboto Mono"/>
                <a:ea typeface="Roboto Mono"/>
                <a:cs typeface="Arial"/>
                <a:sym typeface="Roboto Mono"/>
              </a:rPr>
              <a:t>IDLE</a:t>
            </a:r>
            <a:r>
              <a:rPr lang="en-US" sz="2133" kern="0" dirty="0">
                <a:solidFill>
                  <a:srgbClr val="FF66C4"/>
                </a:solidFill>
                <a:latin typeface="Roboto Mono"/>
                <a:ea typeface="Roboto Mono"/>
                <a:cs typeface="Arial"/>
                <a:sym typeface="Roboto Mono"/>
              </a:rPr>
              <a:t>: Integrated Development and Learning Environment</a:t>
            </a:r>
            <a:endParaRPr lang="en-US" sz="2133" kern="0" dirty="0">
              <a:solidFill>
                <a:srgbClr val="FFFFFF"/>
              </a:solidFill>
              <a:latin typeface="Roboto Mono"/>
              <a:ea typeface="Roboto Mono"/>
              <a:cs typeface="Arial"/>
              <a:sym typeface="Roboto Mono"/>
            </a:endParaRPr>
          </a:p>
        </p:txBody>
      </p:sp>
    </p:spTree>
    <p:extLst>
      <p:ext uri="{BB962C8B-B14F-4D97-AF65-F5344CB8AC3E}">
        <p14:creationId xmlns:p14="http://schemas.microsoft.com/office/powerpoint/2010/main" val="237885473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624">
          <a:extLst>
            <a:ext uri="{FF2B5EF4-FFF2-40B4-BE49-F238E27FC236}">
              <a16:creationId xmlns:a16="http://schemas.microsoft.com/office/drawing/2014/main" id="{A2E7E425-EF93-62FA-E418-DB2168A8A386}"/>
            </a:ext>
          </a:extLst>
        </p:cNvPr>
        <p:cNvGrpSpPr/>
        <p:nvPr/>
      </p:nvGrpSpPr>
      <p:grpSpPr>
        <a:xfrm>
          <a:off x="0" y="0"/>
          <a:ext cx="0" cy="0"/>
          <a:chOff x="0" y="0"/>
          <a:chExt cx="0" cy="0"/>
        </a:xfrm>
      </p:grpSpPr>
      <p:grpSp>
        <p:nvGrpSpPr>
          <p:cNvPr id="625" name="Google Shape;625;p14">
            <a:extLst>
              <a:ext uri="{FF2B5EF4-FFF2-40B4-BE49-F238E27FC236}">
                <a16:creationId xmlns:a16="http://schemas.microsoft.com/office/drawing/2014/main" id="{C34B7DCD-C397-E0B0-37E9-6F55660DAA59}"/>
              </a:ext>
            </a:extLst>
          </p:cNvPr>
          <p:cNvGrpSpPr/>
          <p:nvPr/>
        </p:nvGrpSpPr>
        <p:grpSpPr>
          <a:xfrm>
            <a:off x="324042" y="217287"/>
            <a:ext cx="11543917" cy="6302879"/>
            <a:chOff x="0" y="-241102"/>
            <a:chExt cx="23087835" cy="12605759"/>
          </a:xfrm>
        </p:grpSpPr>
        <p:grpSp>
          <p:nvGrpSpPr>
            <p:cNvPr id="626" name="Google Shape;626;p14">
              <a:extLst>
                <a:ext uri="{FF2B5EF4-FFF2-40B4-BE49-F238E27FC236}">
                  <a16:creationId xmlns:a16="http://schemas.microsoft.com/office/drawing/2014/main" id="{5B0B77C5-0E00-61B4-5EDE-5FA8B9B1A6D1}"/>
                </a:ext>
              </a:extLst>
            </p:cNvPr>
            <p:cNvGrpSpPr/>
            <p:nvPr/>
          </p:nvGrpSpPr>
          <p:grpSpPr>
            <a:xfrm>
              <a:off x="0" y="-241102"/>
              <a:ext cx="23069216" cy="12605759"/>
              <a:chOff x="0" y="-47625"/>
              <a:chExt cx="4556882" cy="2490026"/>
            </a:xfrm>
          </p:grpSpPr>
          <p:sp>
            <p:nvSpPr>
              <p:cNvPr id="627" name="Google Shape;627;p14">
                <a:extLst>
                  <a:ext uri="{FF2B5EF4-FFF2-40B4-BE49-F238E27FC236}">
                    <a16:creationId xmlns:a16="http://schemas.microsoft.com/office/drawing/2014/main" id="{1AC6120D-3591-FE8F-4892-583E60A81642}"/>
                  </a:ext>
                </a:extLst>
              </p:cNvPr>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a:extLst>
                  <a:ext uri="{FF2B5EF4-FFF2-40B4-BE49-F238E27FC236}">
                    <a16:creationId xmlns:a16="http://schemas.microsoft.com/office/drawing/2014/main" id="{D27950B7-4CD7-476D-B5F4-9336FEDB29B1}"/>
                  </a:ext>
                </a:extLst>
              </p:cNvPr>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a:extLst>
                <a:ext uri="{FF2B5EF4-FFF2-40B4-BE49-F238E27FC236}">
                  <a16:creationId xmlns:a16="http://schemas.microsoft.com/office/drawing/2014/main" id="{4B316975-9795-D4B3-1FF0-15CAFE228D15}"/>
                </a:ext>
              </a:extLst>
            </p:cNvPr>
            <p:cNvGrpSpPr/>
            <p:nvPr/>
          </p:nvGrpSpPr>
          <p:grpSpPr>
            <a:xfrm>
              <a:off x="18619" y="-241102"/>
              <a:ext cx="23069216" cy="12605759"/>
              <a:chOff x="0" y="-47625"/>
              <a:chExt cx="4556882" cy="2490026"/>
            </a:xfrm>
          </p:grpSpPr>
          <p:sp>
            <p:nvSpPr>
              <p:cNvPr id="630" name="Google Shape;630;p14">
                <a:extLst>
                  <a:ext uri="{FF2B5EF4-FFF2-40B4-BE49-F238E27FC236}">
                    <a16:creationId xmlns:a16="http://schemas.microsoft.com/office/drawing/2014/main" id="{D1C99370-196F-2025-3F5D-21F1AD1F7DDE}"/>
                  </a:ext>
                </a:extLst>
              </p:cNvPr>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a:extLst>
                  <a:ext uri="{FF2B5EF4-FFF2-40B4-BE49-F238E27FC236}">
                    <a16:creationId xmlns:a16="http://schemas.microsoft.com/office/drawing/2014/main" id="{37E7F330-7B35-8264-B22D-533238165A71}"/>
                  </a:ext>
                </a:extLst>
              </p:cNvPr>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cxnSp>
          <p:nvCxnSpPr>
            <p:cNvPr id="632" name="Google Shape;632;p14">
              <a:extLst>
                <a:ext uri="{FF2B5EF4-FFF2-40B4-BE49-F238E27FC236}">
                  <a16:creationId xmlns:a16="http://schemas.microsoft.com/office/drawing/2014/main" id="{5F636144-4387-A792-8FA9-AE4E5C6805DD}"/>
                </a:ext>
              </a:extLst>
            </p:cNvPr>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a:extLst>
                <a:ext uri="{FF2B5EF4-FFF2-40B4-BE49-F238E27FC236}">
                  <a16:creationId xmlns:a16="http://schemas.microsoft.com/office/drawing/2014/main" id="{4B590A81-D470-A387-3770-207A4D6A9FE0}"/>
                </a:ext>
              </a:extLst>
            </p:cNvPr>
            <p:cNvGrpSpPr/>
            <p:nvPr/>
          </p:nvGrpSpPr>
          <p:grpSpPr>
            <a:xfrm>
              <a:off x="318466" y="201915"/>
              <a:ext cx="394763" cy="394763"/>
              <a:chOff x="0" y="0"/>
              <a:chExt cx="812800" cy="812800"/>
            </a:xfrm>
          </p:grpSpPr>
          <p:sp>
            <p:nvSpPr>
              <p:cNvPr id="634" name="Google Shape;634;p14">
                <a:extLst>
                  <a:ext uri="{FF2B5EF4-FFF2-40B4-BE49-F238E27FC236}">
                    <a16:creationId xmlns:a16="http://schemas.microsoft.com/office/drawing/2014/main" id="{BC8C212B-F319-371C-D6C4-23C2BEE23C50}"/>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a:extLst>
                  <a:ext uri="{FF2B5EF4-FFF2-40B4-BE49-F238E27FC236}">
                    <a16:creationId xmlns:a16="http://schemas.microsoft.com/office/drawing/2014/main" id="{5E7051D4-3EF0-63A1-ABB0-D548A0BDC704}"/>
                  </a:ext>
                </a:extLst>
              </p:cNvPr>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a:extLst>
                <a:ext uri="{FF2B5EF4-FFF2-40B4-BE49-F238E27FC236}">
                  <a16:creationId xmlns:a16="http://schemas.microsoft.com/office/drawing/2014/main" id="{66FDAAA9-0A73-EFA3-E654-7D385E6AD563}"/>
                </a:ext>
              </a:extLst>
            </p:cNvPr>
            <p:cNvGrpSpPr/>
            <p:nvPr/>
          </p:nvGrpSpPr>
          <p:grpSpPr>
            <a:xfrm>
              <a:off x="989083" y="201915"/>
              <a:ext cx="394763" cy="394763"/>
              <a:chOff x="0" y="0"/>
              <a:chExt cx="812800" cy="812800"/>
            </a:xfrm>
          </p:grpSpPr>
          <p:sp>
            <p:nvSpPr>
              <p:cNvPr id="637" name="Google Shape;637;p14">
                <a:extLst>
                  <a:ext uri="{FF2B5EF4-FFF2-40B4-BE49-F238E27FC236}">
                    <a16:creationId xmlns:a16="http://schemas.microsoft.com/office/drawing/2014/main" id="{27AEB4B3-F9CF-4020-543D-332165E7A6BD}"/>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a:extLst>
                  <a:ext uri="{FF2B5EF4-FFF2-40B4-BE49-F238E27FC236}">
                    <a16:creationId xmlns:a16="http://schemas.microsoft.com/office/drawing/2014/main" id="{DD1F0859-8FEC-768F-979C-52E8E05F59D0}"/>
                  </a:ext>
                </a:extLst>
              </p:cNvPr>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a:extLst>
                <a:ext uri="{FF2B5EF4-FFF2-40B4-BE49-F238E27FC236}">
                  <a16:creationId xmlns:a16="http://schemas.microsoft.com/office/drawing/2014/main" id="{4CB42C68-B9CD-58A3-5832-2E8520CEE29C}"/>
                </a:ext>
              </a:extLst>
            </p:cNvPr>
            <p:cNvGrpSpPr/>
            <p:nvPr/>
          </p:nvGrpSpPr>
          <p:grpSpPr>
            <a:xfrm>
              <a:off x="1663247" y="201915"/>
              <a:ext cx="394763" cy="394763"/>
              <a:chOff x="0" y="0"/>
              <a:chExt cx="812800" cy="812800"/>
            </a:xfrm>
          </p:grpSpPr>
          <p:sp>
            <p:nvSpPr>
              <p:cNvPr id="640" name="Google Shape;640;p14">
                <a:extLst>
                  <a:ext uri="{FF2B5EF4-FFF2-40B4-BE49-F238E27FC236}">
                    <a16:creationId xmlns:a16="http://schemas.microsoft.com/office/drawing/2014/main" id="{6DD0E517-2134-FF3A-F4AF-30D822583499}"/>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a:extLst>
                  <a:ext uri="{FF2B5EF4-FFF2-40B4-BE49-F238E27FC236}">
                    <a16:creationId xmlns:a16="http://schemas.microsoft.com/office/drawing/2014/main" id="{611C4D67-4319-ED5E-9E79-A035761AAD40}"/>
                  </a:ext>
                </a:extLst>
              </p:cNvPr>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a:extLst>
              <a:ext uri="{FF2B5EF4-FFF2-40B4-BE49-F238E27FC236}">
                <a16:creationId xmlns:a16="http://schemas.microsoft.com/office/drawing/2014/main" id="{9EDEA90B-2EEC-75E1-EED6-9FBB60DA429B}"/>
              </a:ext>
            </a:extLst>
          </p:cNvPr>
          <p:cNvGrpSpPr/>
          <p:nvPr/>
        </p:nvGrpSpPr>
        <p:grpSpPr>
          <a:xfrm>
            <a:off x="685800" y="879048"/>
            <a:ext cx="10562908" cy="1109071"/>
            <a:chOff x="0" y="-47625"/>
            <a:chExt cx="4517902" cy="474365"/>
          </a:xfrm>
        </p:grpSpPr>
        <p:sp>
          <p:nvSpPr>
            <p:cNvPr id="643" name="Google Shape;643;p14">
              <a:extLst>
                <a:ext uri="{FF2B5EF4-FFF2-40B4-BE49-F238E27FC236}">
                  <a16:creationId xmlns:a16="http://schemas.microsoft.com/office/drawing/2014/main" id="{AB2DF6DC-3C32-9853-FF78-07D57921FAA1}"/>
                </a:ext>
              </a:extLst>
            </p:cNvPr>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solidFill>
              <a:srgbClr val="FF66C4"/>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a:extLst>
                <a:ext uri="{FF2B5EF4-FFF2-40B4-BE49-F238E27FC236}">
                  <a16:creationId xmlns:a16="http://schemas.microsoft.com/office/drawing/2014/main" id="{D7A21D3F-BF18-A43E-E9B9-7BC0B50E49BE}"/>
                </a:ext>
              </a:extLst>
            </p:cNvPr>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a:extLst>
              <a:ext uri="{FF2B5EF4-FFF2-40B4-BE49-F238E27FC236}">
                <a16:creationId xmlns:a16="http://schemas.microsoft.com/office/drawing/2014/main" id="{6F1C7F43-8236-1B06-114B-85506F1A566D}"/>
              </a:ext>
            </a:extLst>
          </p:cNvPr>
          <p:cNvGrpSpPr/>
          <p:nvPr/>
        </p:nvGrpSpPr>
        <p:grpSpPr>
          <a:xfrm>
            <a:off x="1008592" y="1041878"/>
            <a:ext cx="10562908" cy="1109071"/>
            <a:chOff x="0" y="-47625"/>
            <a:chExt cx="4517902" cy="474365"/>
          </a:xfrm>
        </p:grpSpPr>
        <p:sp>
          <p:nvSpPr>
            <p:cNvPr id="646" name="Google Shape;646;p14">
              <a:extLst>
                <a:ext uri="{FF2B5EF4-FFF2-40B4-BE49-F238E27FC236}">
                  <a16:creationId xmlns:a16="http://schemas.microsoft.com/office/drawing/2014/main" id="{F9C00945-6052-1054-A21B-D6110FC93CBB}"/>
                </a:ext>
              </a:extLst>
            </p:cNvPr>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a:extLst>
                <a:ext uri="{FF2B5EF4-FFF2-40B4-BE49-F238E27FC236}">
                  <a16:creationId xmlns:a16="http://schemas.microsoft.com/office/drawing/2014/main" id="{A6C86226-4D10-D6A7-9FC7-1BA14473193A}"/>
                </a:ext>
              </a:extLst>
            </p:cNvPr>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a:extLst>
              <a:ext uri="{FF2B5EF4-FFF2-40B4-BE49-F238E27FC236}">
                <a16:creationId xmlns:a16="http://schemas.microsoft.com/office/drawing/2014/main" id="{348CC7A9-9D5F-793E-0BC0-FF7D87583578}"/>
              </a:ext>
            </a:extLst>
          </p:cNvPr>
          <p:cNvSpPr txBox="1"/>
          <p:nvPr/>
        </p:nvSpPr>
        <p:spPr>
          <a:xfrm>
            <a:off x="1127042" y="1162460"/>
            <a:ext cx="10326008" cy="1062920"/>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5756" kern="0" dirty="0">
                <a:solidFill>
                  <a:srgbClr val="FFFFFF"/>
                </a:solidFill>
                <a:latin typeface="Courier"/>
                <a:cs typeface="Arial"/>
                <a:sym typeface="Courier"/>
              </a:rPr>
              <a:t>VIRTUAL ENVIRONMENT</a:t>
            </a:r>
            <a:endParaRPr sz="933"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9BD1630C-5096-2FE4-DE9B-DA17BB11FD0E}"/>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5" name="Google Shape;649;p14">
            <a:extLst>
              <a:ext uri="{FF2B5EF4-FFF2-40B4-BE49-F238E27FC236}">
                <a16:creationId xmlns:a16="http://schemas.microsoft.com/office/drawing/2014/main" id="{3801CD95-CDB4-A8AB-C01C-A19D542B0F1E}"/>
              </a:ext>
            </a:extLst>
          </p:cNvPr>
          <p:cNvSpPr txBox="1"/>
          <p:nvPr/>
        </p:nvSpPr>
        <p:spPr>
          <a:xfrm>
            <a:off x="997460" y="2434590"/>
            <a:ext cx="9657840" cy="2757293"/>
          </a:xfrm>
          <a:prstGeom prst="rect">
            <a:avLst/>
          </a:prstGeom>
          <a:noFill/>
          <a:ln>
            <a:noFill/>
          </a:ln>
        </p:spPr>
        <p:txBody>
          <a:bodyPr spcFirstLastPara="1" wrap="square" lIns="0" tIns="0" rIns="0" bIns="0" anchor="t" anchorCtr="0">
            <a:spAutoFit/>
          </a:bodyPr>
          <a:lstStyle/>
          <a:p>
            <a:pPr defTabSz="609630">
              <a:lnSpc>
                <a:spcPct val="139958"/>
              </a:lnSpc>
              <a:buClr>
                <a:srgbClr val="FFFFFF"/>
              </a:buClr>
            </a:pPr>
            <a:r>
              <a:rPr lang="en-US" sz="2133" kern="0" dirty="0">
                <a:solidFill>
                  <a:srgbClr val="FF66C4"/>
                </a:solidFill>
                <a:latin typeface="Roboto Mono"/>
                <a:ea typeface="Roboto Mono"/>
                <a:cs typeface="Arial"/>
                <a:sym typeface="Roboto Mono"/>
              </a:rPr>
              <a:t>A virtual environment in Python is a self-contained directory that contains a Python interpreter and a set of libraries. </a:t>
            </a:r>
          </a:p>
          <a:p>
            <a:pPr defTabSz="609630">
              <a:lnSpc>
                <a:spcPct val="139958"/>
              </a:lnSpc>
              <a:buClr>
                <a:srgbClr val="FFFFFF"/>
              </a:buClr>
            </a:pPr>
            <a:endParaRPr lang="en-US" sz="2133" kern="0" dirty="0">
              <a:solidFill>
                <a:srgbClr val="FF66C4"/>
              </a:solidFill>
              <a:latin typeface="Roboto Mono"/>
              <a:ea typeface="Roboto Mono"/>
              <a:cs typeface="Arial"/>
              <a:sym typeface="Roboto Mono"/>
            </a:endParaRPr>
          </a:p>
          <a:p>
            <a:pPr defTabSz="609630">
              <a:lnSpc>
                <a:spcPct val="139958"/>
              </a:lnSpc>
              <a:buClr>
                <a:srgbClr val="FFFFFF"/>
              </a:buClr>
            </a:pPr>
            <a:r>
              <a:rPr lang="en-US" sz="2133" kern="0" dirty="0">
                <a:solidFill>
                  <a:srgbClr val="FF66C4"/>
                </a:solidFill>
                <a:latin typeface="Roboto Mono"/>
                <a:ea typeface="Roboto Mono"/>
                <a:cs typeface="Arial"/>
                <a:sym typeface="Roboto Mono"/>
              </a:rPr>
              <a:t>It allows you to isolate dependencies for different projects so they don’t interfere with each other.</a:t>
            </a:r>
            <a:endParaRPr lang="en-US" sz="2133" kern="0" dirty="0">
              <a:solidFill>
                <a:srgbClr val="FFFFFF"/>
              </a:solidFill>
              <a:latin typeface="Roboto Mono"/>
              <a:ea typeface="Roboto Mono"/>
              <a:cs typeface="Arial"/>
              <a:sym typeface="Roboto Mono"/>
            </a:endParaRPr>
          </a:p>
        </p:txBody>
      </p:sp>
    </p:spTree>
    <p:extLst>
      <p:ext uri="{BB962C8B-B14F-4D97-AF65-F5344CB8AC3E}">
        <p14:creationId xmlns:p14="http://schemas.microsoft.com/office/powerpoint/2010/main" val="297996559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24042" y="217287"/>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solidFill>
              <a:srgbClr val="FF66C4"/>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60"/>
            <a:ext cx="10326008" cy="1062920"/>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5756" kern="0" dirty="0">
                <a:solidFill>
                  <a:srgbClr val="FFFFFF"/>
                </a:solidFill>
                <a:latin typeface="Courier"/>
                <a:cs typeface="Arial"/>
                <a:sym typeface="Courier"/>
              </a:rPr>
              <a:t>HELLO WORLD</a:t>
            </a:r>
            <a:endParaRPr sz="933"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6" name="TextBox 5">
            <a:extLst>
              <a:ext uri="{FF2B5EF4-FFF2-40B4-BE49-F238E27FC236}">
                <a16:creationId xmlns:a16="http://schemas.microsoft.com/office/drawing/2014/main" id="{61A45FE8-C8C6-5851-1694-BAB715D26B4F}"/>
              </a:ext>
            </a:extLst>
          </p:cNvPr>
          <p:cNvSpPr txBox="1"/>
          <p:nvPr/>
        </p:nvSpPr>
        <p:spPr>
          <a:xfrm>
            <a:off x="3043345" y="3651151"/>
            <a:ext cx="6096000" cy="769441"/>
          </a:xfrm>
          <a:prstGeom prst="rect">
            <a:avLst/>
          </a:prstGeom>
          <a:noFill/>
        </p:spPr>
        <p:txBody>
          <a:bodyPr wrap="square">
            <a:spAutoFit/>
          </a:bodyPr>
          <a:lstStyle/>
          <a:p>
            <a:pPr algn="ctr" defTabSz="609630">
              <a:buClr>
                <a:srgbClr val="000000"/>
              </a:buClr>
            </a:pPr>
            <a:r>
              <a:rPr lang="en-MY" sz="4400" kern="0" dirty="0">
                <a:solidFill>
                  <a:srgbClr val="FFFFFF"/>
                </a:solidFill>
                <a:latin typeface="Arial"/>
                <a:cs typeface="Arial"/>
                <a:sym typeface="Arial"/>
              </a:rPr>
              <a:t>print("Hello, World!")</a:t>
            </a:r>
          </a:p>
        </p:txBody>
      </p:sp>
    </p:spTree>
    <p:extLst>
      <p:ext uri="{BB962C8B-B14F-4D97-AF65-F5344CB8AC3E}">
        <p14:creationId xmlns:p14="http://schemas.microsoft.com/office/powerpoint/2010/main" val="173455621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24042" y="217287"/>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solidFill>
              <a:srgbClr val="FF66C4"/>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60"/>
            <a:ext cx="10326008" cy="1062920"/>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5756" kern="0" dirty="0">
                <a:solidFill>
                  <a:srgbClr val="FFFFFF"/>
                </a:solidFill>
                <a:latin typeface="Courier"/>
                <a:cs typeface="Arial"/>
                <a:sym typeface="Courier"/>
              </a:rPr>
              <a:t>Print() Function</a:t>
            </a:r>
            <a:endParaRPr sz="933"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3" name="Google Shape;649;p14">
            <a:extLst>
              <a:ext uri="{FF2B5EF4-FFF2-40B4-BE49-F238E27FC236}">
                <a16:creationId xmlns:a16="http://schemas.microsoft.com/office/drawing/2014/main" id="{E0CD31BB-4E5B-1632-D5EB-FDD94B03EC76}"/>
              </a:ext>
            </a:extLst>
          </p:cNvPr>
          <p:cNvSpPr txBox="1"/>
          <p:nvPr/>
        </p:nvSpPr>
        <p:spPr>
          <a:xfrm>
            <a:off x="997460" y="2345823"/>
            <a:ext cx="9657840" cy="4135940"/>
          </a:xfrm>
          <a:prstGeom prst="rect">
            <a:avLst/>
          </a:prstGeom>
          <a:noFill/>
          <a:ln>
            <a:noFill/>
          </a:ln>
        </p:spPr>
        <p:txBody>
          <a:bodyPr spcFirstLastPara="1" wrap="square" lIns="0" tIns="0" rIns="0" bIns="0" anchor="t" anchorCtr="0">
            <a:spAutoFit/>
          </a:bodyPr>
          <a:lstStyle/>
          <a:p>
            <a:pPr marL="304815" indent="-304815" defTabSz="609630">
              <a:lnSpc>
                <a:spcPct val="139958"/>
              </a:lnSpc>
              <a:buClr>
                <a:srgbClr val="FFFFFF"/>
              </a:buClr>
              <a:buFont typeface="Arial" panose="020B0604020202020204" pitchFamily="34" charset="0"/>
              <a:buChar char="•"/>
            </a:pPr>
            <a:r>
              <a:rPr lang="en-US" sz="2133" kern="0" dirty="0">
                <a:solidFill>
                  <a:srgbClr val="FFFFFF"/>
                </a:solidFill>
                <a:latin typeface="Roboto Mono"/>
                <a:ea typeface="Roboto Mono"/>
                <a:cs typeface="Arial"/>
                <a:sym typeface="Roboto Mono"/>
              </a:rPr>
              <a:t>print() Function: A built-in function that outputs specified messages to the screen.</a:t>
            </a:r>
          </a:p>
          <a:p>
            <a:pPr marL="304815" indent="-304815" defTabSz="609630">
              <a:lnSpc>
                <a:spcPct val="139958"/>
              </a:lnSpc>
              <a:buClr>
                <a:srgbClr val="FFFFFF"/>
              </a:buClr>
              <a:buFont typeface="Arial" panose="020B0604020202020204" pitchFamily="34" charset="0"/>
              <a:buChar char="•"/>
            </a:pPr>
            <a:r>
              <a:rPr lang="en-US" sz="2133" kern="0" dirty="0">
                <a:solidFill>
                  <a:srgbClr val="FFFFFF"/>
                </a:solidFill>
                <a:latin typeface="Roboto Mono"/>
                <a:ea typeface="Roboto Mono"/>
                <a:cs typeface="Arial"/>
                <a:sym typeface="Roboto Mono"/>
              </a:rPr>
              <a:t>To call a function (this process is known as </a:t>
            </a:r>
            <a:r>
              <a:rPr lang="en-US" sz="2133" b="1" kern="0" dirty="0">
                <a:solidFill>
                  <a:srgbClr val="FFFFFF"/>
                </a:solidFill>
                <a:latin typeface="Roboto Mono"/>
                <a:ea typeface="Roboto Mono"/>
                <a:cs typeface="Arial"/>
                <a:sym typeface="Roboto Mono"/>
              </a:rPr>
              <a:t>function invocation</a:t>
            </a:r>
            <a:r>
              <a:rPr lang="en-US" sz="2133" kern="0" dirty="0">
                <a:solidFill>
                  <a:srgbClr val="FFFFFF"/>
                </a:solidFill>
                <a:latin typeface="Roboto Mono"/>
                <a:ea typeface="Roboto Mono"/>
                <a:cs typeface="Arial"/>
                <a:sym typeface="Roboto Mono"/>
              </a:rPr>
              <a:t> or </a:t>
            </a:r>
            <a:r>
              <a:rPr lang="en-US" sz="2133" b="1" kern="0" dirty="0">
                <a:solidFill>
                  <a:srgbClr val="FFFFFF"/>
                </a:solidFill>
                <a:latin typeface="Roboto Mono"/>
                <a:ea typeface="Roboto Mono"/>
                <a:cs typeface="Arial"/>
                <a:sym typeface="Roboto Mono"/>
              </a:rPr>
              <a:t>function call</a:t>
            </a:r>
          </a:p>
          <a:p>
            <a:pPr marL="304815" indent="-304815" defTabSz="609630">
              <a:lnSpc>
                <a:spcPct val="139958"/>
              </a:lnSpc>
              <a:buClr>
                <a:srgbClr val="FFFFFF"/>
              </a:buClr>
              <a:buFont typeface="Arial" panose="020B0604020202020204" pitchFamily="34" charset="0"/>
              <a:buChar char="•"/>
            </a:pPr>
            <a:r>
              <a:rPr lang="en-US" sz="2133" kern="0" dirty="0">
                <a:solidFill>
                  <a:srgbClr val="FFFFFF"/>
                </a:solidFill>
                <a:latin typeface="Roboto Mono"/>
                <a:ea typeface="Roboto Mono"/>
                <a:cs typeface="Arial"/>
                <a:sym typeface="Roboto Mono"/>
              </a:rPr>
              <a:t>Escape Character: The backslash </a:t>
            </a:r>
            <a:r>
              <a:rPr lang="en-US" sz="2133" kern="0" dirty="0">
                <a:solidFill>
                  <a:srgbClr val="FF66C4"/>
                </a:solidFill>
                <a:latin typeface="Roboto Mono"/>
                <a:ea typeface="Roboto Mono"/>
                <a:cs typeface="Arial"/>
                <a:sym typeface="Roboto Mono"/>
              </a:rPr>
              <a:t>\</a:t>
            </a:r>
            <a:r>
              <a:rPr lang="en-US" sz="2133" kern="0" dirty="0">
                <a:solidFill>
                  <a:srgbClr val="FFFFFF"/>
                </a:solidFill>
                <a:latin typeface="Roboto Mono"/>
                <a:ea typeface="Roboto Mono"/>
                <a:cs typeface="Arial"/>
                <a:sym typeface="Roboto Mono"/>
              </a:rPr>
              <a:t> is used to introduce special characters like \n for a newline.</a:t>
            </a:r>
          </a:p>
          <a:p>
            <a:pPr marL="304815" indent="-304815" defTabSz="609630">
              <a:lnSpc>
                <a:spcPct val="139958"/>
              </a:lnSpc>
              <a:buClr>
                <a:srgbClr val="FFFFFF"/>
              </a:buClr>
              <a:buFont typeface="Arial" panose="020B0604020202020204" pitchFamily="34" charset="0"/>
              <a:buChar char="•"/>
            </a:pPr>
            <a:r>
              <a:rPr lang="en-US" sz="2133" kern="0" dirty="0">
                <a:solidFill>
                  <a:srgbClr val="FFFFFF"/>
                </a:solidFill>
                <a:latin typeface="Roboto Mono"/>
                <a:ea typeface="Roboto Mono"/>
                <a:cs typeface="Arial"/>
                <a:sym typeface="Roboto Mono"/>
              </a:rPr>
              <a:t>Formatting with print(): The ‘</a:t>
            </a:r>
            <a:r>
              <a:rPr lang="en-US" sz="2133" kern="0" dirty="0" err="1">
                <a:solidFill>
                  <a:srgbClr val="FF66C4"/>
                </a:solidFill>
                <a:latin typeface="Roboto Mono"/>
                <a:ea typeface="Roboto Mono"/>
                <a:cs typeface="Arial"/>
                <a:sym typeface="Roboto Mono"/>
              </a:rPr>
              <a:t>sep</a:t>
            </a:r>
            <a:r>
              <a:rPr lang="en-US" sz="2133" kern="0" dirty="0">
                <a:solidFill>
                  <a:srgbClr val="FFFFFF"/>
                </a:solidFill>
                <a:latin typeface="Roboto Mono"/>
                <a:ea typeface="Roboto Mono"/>
                <a:cs typeface="Arial"/>
                <a:sym typeface="Roboto Mono"/>
              </a:rPr>
              <a:t>’ parameter specifies the separator between arguments, and the ‘</a:t>
            </a:r>
            <a:r>
              <a:rPr lang="en-US" sz="2133" kern="0" dirty="0">
                <a:solidFill>
                  <a:srgbClr val="FF66C4"/>
                </a:solidFill>
                <a:latin typeface="Roboto Mono"/>
                <a:ea typeface="Roboto Mono"/>
                <a:cs typeface="Arial"/>
                <a:sym typeface="Roboto Mono"/>
              </a:rPr>
              <a:t>end</a:t>
            </a:r>
            <a:r>
              <a:rPr lang="en-US" sz="2133" kern="0" dirty="0">
                <a:solidFill>
                  <a:srgbClr val="FFFFFF"/>
                </a:solidFill>
                <a:latin typeface="Roboto Mono"/>
                <a:ea typeface="Roboto Mono"/>
                <a:cs typeface="Arial"/>
                <a:sym typeface="Roboto Mono"/>
              </a:rPr>
              <a:t>’ parameter defines what is printed at the end of the output</a:t>
            </a:r>
          </a:p>
        </p:txBody>
      </p:sp>
    </p:spTree>
    <p:extLst>
      <p:ext uri="{BB962C8B-B14F-4D97-AF65-F5344CB8AC3E}">
        <p14:creationId xmlns:p14="http://schemas.microsoft.com/office/powerpoint/2010/main" val="16419647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24042" y="217287"/>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solidFill>
              <a:srgbClr val="FF66C4"/>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60"/>
            <a:ext cx="10326008" cy="1062920"/>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5756" kern="0" dirty="0">
                <a:solidFill>
                  <a:srgbClr val="FFFFFF"/>
                </a:solidFill>
                <a:latin typeface="Courier"/>
                <a:cs typeface="Arial"/>
                <a:sym typeface="Courier"/>
              </a:rPr>
              <a:t>Literal</a:t>
            </a:r>
            <a:endParaRPr sz="933"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3" name="Google Shape;649;p14">
            <a:extLst>
              <a:ext uri="{FF2B5EF4-FFF2-40B4-BE49-F238E27FC236}">
                <a16:creationId xmlns:a16="http://schemas.microsoft.com/office/drawing/2014/main" id="{E0CD31BB-4E5B-1632-D5EB-FDD94B03EC76}"/>
              </a:ext>
            </a:extLst>
          </p:cNvPr>
          <p:cNvSpPr txBox="1"/>
          <p:nvPr/>
        </p:nvSpPr>
        <p:spPr>
          <a:xfrm>
            <a:off x="997460" y="2345823"/>
            <a:ext cx="9657840" cy="1838196"/>
          </a:xfrm>
          <a:prstGeom prst="rect">
            <a:avLst/>
          </a:prstGeom>
          <a:noFill/>
          <a:ln>
            <a:noFill/>
          </a:ln>
        </p:spPr>
        <p:txBody>
          <a:bodyPr spcFirstLastPara="1" wrap="square" lIns="0" tIns="0" rIns="0" bIns="0" anchor="t" anchorCtr="0">
            <a:spAutoFit/>
          </a:bodyPr>
          <a:lstStyle/>
          <a:p>
            <a:pPr marL="304815" indent="-304815" defTabSz="609630">
              <a:lnSpc>
                <a:spcPct val="139958"/>
              </a:lnSpc>
              <a:buClr>
                <a:srgbClr val="FFFFFF"/>
              </a:buClr>
              <a:buFont typeface="Arial" panose="020B0604020202020204" pitchFamily="34" charset="0"/>
              <a:buChar char="•"/>
            </a:pPr>
            <a:r>
              <a:rPr lang="en-US" sz="2133" kern="0" dirty="0">
                <a:solidFill>
                  <a:srgbClr val="FFFFFF"/>
                </a:solidFill>
                <a:latin typeface="Roboto Mono"/>
                <a:ea typeface="Roboto Mono"/>
                <a:cs typeface="Arial"/>
                <a:sym typeface="Roboto Mono"/>
              </a:rPr>
              <a:t>A literal in programming is a fixed value that you write directly in your code. It's a specific value that doesn't change, as opposed to variables which can hold different values over time.</a:t>
            </a:r>
          </a:p>
        </p:txBody>
      </p:sp>
    </p:spTree>
    <p:extLst>
      <p:ext uri="{BB962C8B-B14F-4D97-AF65-F5344CB8AC3E}">
        <p14:creationId xmlns:p14="http://schemas.microsoft.com/office/powerpoint/2010/main" val="347143624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24042" y="217287"/>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solidFill>
              <a:srgbClr val="FF66C4"/>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60"/>
            <a:ext cx="10326008" cy="1062920"/>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5756" kern="0" dirty="0">
                <a:solidFill>
                  <a:srgbClr val="FFFFFF"/>
                </a:solidFill>
                <a:latin typeface="Courier"/>
                <a:cs typeface="Arial"/>
                <a:sym typeface="Courier"/>
              </a:rPr>
              <a:t>Literal</a:t>
            </a:r>
            <a:endParaRPr sz="933"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3" name="Google Shape;649;p14">
            <a:extLst>
              <a:ext uri="{FF2B5EF4-FFF2-40B4-BE49-F238E27FC236}">
                <a16:creationId xmlns:a16="http://schemas.microsoft.com/office/drawing/2014/main" id="{E0CD31BB-4E5B-1632-D5EB-FDD94B03EC76}"/>
              </a:ext>
            </a:extLst>
          </p:cNvPr>
          <p:cNvSpPr txBox="1"/>
          <p:nvPr/>
        </p:nvSpPr>
        <p:spPr>
          <a:xfrm>
            <a:off x="997460" y="2345823"/>
            <a:ext cx="9657840" cy="4251357"/>
          </a:xfrm>
          <a:prstGeom prst="rect">
            <a:avLst/>
          </a:prstGeom>
          <a:noFill/>
          <a:ln>
            <a:noFill/>
          </a:ln>
        </p:spPr>
        <p:txBody>
          <a:bodyPr spcFirstLastPara="1" wrap="square" lIns="0" tIns="0" rIns="0" bIns="0" anchor="t" anchorCtr="0">
            <a:spAutoFit/>
          </a:bodyPr>
          <a:lstStyle/>
          <a:p>
            <a:pPr marL="304815" indent="-304815" defTabSz="609630">
              <a:lnSpc>
                <a:spcPct val="139958"/>
              </a:lnSpc>
              <a:buClr>
                <a:srgbClr val="FFFFFF"/>
              </a:buClr>
              <a:buFont typeface="Arial" panose="020B0604020202020204" pitchFamily="34" charset="0"/>
              <a:buChar char="•"/>
            </a:pPr>
            <a:r>
              <a:rPr lang="en-US" sz="1600" kern="0" dirty="0">
                <a:solidFill>
                  <a:srgbClr val="FFFFFF"/>
                </a:solidFill>
                <a:latin typeface="Roboto Mono"/>
                <a:ea typeface="Roboto Mono"/>
                <a:cs typeface="Arial"/>
                <a:sym typeface="Roboto Mono"/>
              </a:rPr>
              <a:t>Integer Literals: Numbers without a decimal point.</a:t>
            </a:r>
          </a:p>
          <a:p>
            <a:pPr defTabSz="609630">
              <a:lnSpc>
                <a:spcPct val="139958"/>
              </a:lnSpc>
              <a:buClr>
                <a:srgbClr val="FFFFFF"/>
              </a:buClr>
            </a:pPr>
            <a:r>
              <a:rPr lang="en-US" sz="1600" kern="0" dirty="0">
                <a:solidFill>
                  <a:srgbClr val="FFFFFF"/>
                </a:solidFill>
                <a:latin typeface="Roboto Mono"/>
                <a:ea typeface="Roboto Mono"/>
                <a:cs typeface="Arial"/>
                <a:sym typeface="Roboto Mono"/>
              </a:rPr>
              <a:t>Example: 123, 0, -456</a:t>
            </a:r>
          </a:p>
          <a:p>
            <a:pPr defTabSz="609630">
              <a:lnSpc>
                <a:spcPct val="139958"/>
              </a:lnSpc>
              <a:buClr>
                <a:srgbClr val="FFFFFF"/>
              </a:buClr>
            </a:pPr>
            <a:endParaRPr lang="en-US" sz="1600" kern="0" dirty="0">
              <a:solidFill>
                <a:srgbClr val="FFFFFF"/>
              </a:solidFill>
              <a:latin typeface="Roboto Mono"/>
              <a:ea typeface="Roboto Mono"/>
              <a:cs typeface="Arial"/>
              <a:sym typeface="Roboto Mono"/>
            </a:endParaRPr>
          </a:p>
          <a:p>
            <a:pPr marL="304815" indent="-304815" defTabSz="609630">
              <a:lnSpc>
                <a:spcPct val="139958"/>
              </a:lnSpc>
              <a:buClr>
                <a:srgbClr val="FFFFFF"/>
              </a:buClr>
              <a:buFont typeface="Arial" panose="020B0604020202020204" pitchFamily="34" charset="0"/>
              <a:buChar char="•"/>
            </a:pPr>
            <a:r>
              <a:rPr lang="en-US" sz="1600" kern="0" dirty="0">
                <a:solidFill>
                  <a:srgbClr val="FFFFFF"/>
                </a:solidFill>
                <a:latin typeface="Roboto Mono"/>
                <a:ea typeface="Roboto Mono"/>
                <a:cs typeface="Arial"/>
                <a:sym typeface="Roboto Mono"/>
              </a:rPr>
              <a:t>Floating-Point Literals: Numbers with a decimal point.</a:t>
            </a:r>
          </a:p>
          <a:p>
            <a:pPr defTabSz="609630">
              <a:lnSpc>
                <a:spcPct val="139958"/>
              </a:lnSpc>
              <a:buClr>
                <a:srgbClr val="FFFFFF"/>
              </a:buClr>
            </a:pPr>
            <a:r>
              <a:rPr lang="en-US" sz="1600" kern="0" dirty="0">
                <a:solidFill>
                  <a:srgbClr val="FFFFFF"/>
                </a:solidFill>
                <a:latin typeface="Roboto Mono"/>
                <a:ea typeface="Roboto Mono"/>
                <a:cs typeface="Arial"/>
                <a:sym typeface="Roboto Mono"/>
              </a:rPr>
              <a:t>Example: 3.14, 0.001, -7.5</a:t>
            </a:r>
          </a:p>
          <a:p>
            <a:pPr defTabSz="609630">
              <a:lnSpc>
                <a:spcPct val="139958"/>
              </a:lnSpc>
              <a:buClr>
                <a:srgbClr val="FFFFFF"/>
              </a:buClr>
            </a:pPr>
            <a:endParaRPr lang="en-US" sz="1600" kern="0" dirty="0">
              <a:solidFill>
                <a:srgbClr val="FFFFFF"/>
              </a:solidFill>
              <a:latin typeface="Roboto Mono"/>
              <a:ea typeface="Roboto Mono"/>
              <a:cs typeface="Arial"/>
              <a:sym typeface="Roboto Mono"/>
            </a:endParaRPr>
          </a:p>
          <a:p>
            <a:pPr marL="304815" indent="-304815" defTabSz="609630">
              <a:lnSpc>
                <a:spcPct val="139958"/>
              </a:lnSpc>
              <a:buClr>
                <a:srgbClr val="FFFFFF"/>
              </a:buClr>
              <a:buFont typeface="Arial" panose="020B0604020202020204" pitchFamily="34" charset="0"/>
              <a:buChar char="•"/>
            </a:pPr>
            <a:r>
              <a:rPr lang="en-US" sz="1600" kern="0" dirty="0">
                <a:solidFill>
                  <a:srgbClr val="FFFFFF"/>
                </a:solidFill>
                <a:latin typeface="Roboto Mono"/>
                <a:ea typeface="Roboto Mono"/>
                <a:cs typeface="Arial"/>
                <a:sym typeface="Roboto Mono"/>
              </a:rPr>
              <a:t>String Literals: Text enclosed in quotes.</a:t>
            </a:r>
          </a:p>
          <a:p>
            <a:pPr defTabSz="609630">
              <a:lnSpc>
                <a:spcPct val="139958"/>
              </a:lnSpc>
              <a:buClr>
                <a:srgbClr val="FFFFFF"/>
              </a:buClr>
            </a:pPr>
            <a:r>
              <a:rPr lang="en-US" sz="1600" kern="0" dirty="0">
                <a:solidFill>
                  <a:srgbClr val="FFFFFF"/>
                </a:solidFill>
                <a:latin typeface="Roboto Mono"/>
                <a:ea typeface="Roboto Mono"/>
                <a:cs typeface="Arial"/>
                <a:sym typeface="Roboto Mono"/>
              </a:rPr>
              <a:t>Example: "Hello, world!", 'Python', "I'm learning“</a:t>
            </a:r>
          </a:p>
          <a:p>
            <a:pPr defTabSz="609630">
              <a:lnSpc>
                <a:spcPct val="139958"/>
              </a:lnSpc>
              <a:buClr>
                <a:srgbClr val="FFFFFF"/>
              </a:buClr>
            </a:pPr>
            <a:endParaRPr lang="en-US" sz="1600" kern="0" dirty="0">
              <a:solidFill>
                <a:srgbClr val="FFFFFF"/>
              </a:solidFill>
              <a:latin typeface="Roboto Mono"/>
              <a:ea typeface="Roboto Mono"/>
              <a:cs typeface="Arial"/>
              <a:sym typeface="Roboto Mono"/>
            </a:endParaRPr>
          </a:p>
          <a:p>
            <a:pPr marL="304815" indent="-304815" defTabSz="609630">
              <a:lnSpc>
                <a:spcPct val="139958"/>
              </a:lnSpc>
              <a:buClr>
                <a:srgbClr val="FFFFFF"/>
              </a:buClr>
              <a:buFont typeface="Arial" panose="020B0604020202020204" pitchFamily="34" charset="0"/>
              <a:buChar char="•"/>
            </a:pPr>
            <a:r>
              <a:rPr lang="en-US" sz="1600" kern="0" dirty="0">
                <a:solidFill>
                  <a:srgbClr val="FFFFFF"/>
                </a:solidFill>
                <a:latin typeface="Roboto Mono"/>
                <a:ea typeface="Roboto Mono"/>
                <a:cs typeface="Arial"/>
                <a:sym typeface="Roboto Mono"/>
              </a:rPr>
              <a:t>Boolean Literals: The values True and False.</a:t>
            </a:r>
          </a:p>
          <a:p>
            <a:pPr defTabSz="609630">
              <a:lnSpc>
                <a:spcPct val="139958"/>
              </a:lnSpc>
              <a:buClr>
                <a:srgbClr val="FFFFFF"/>
              </a:buClr>
            </a:pPr>
            <a:r>
              <a:rPr lang="en-US" sz="1600" kern="0" dirty="0">
                <a:solidFill>
                  <a:srgbClr val="FFFFFF"/>
                </a:solidFill>
                <a:latin typeface="Roboto Mono"/>
                <a:ea typeface="Roboto Mono"/>
                <a:cs typeface="Arial"/>
                <a:sym typeface="Roboto Mono"/>
              </a:rPr>
              <a:t>Example: True, False</a:t>
            </a:r>
          </a:p>
          <a:p>
            <a:pPr defTabSz="609630">
              <a:lnSpc>
                <a:spcPct val="139958"/>
              </a:lnSpc>
              <a:buClr>
                <a:srgbClr val="FFFFFF"/>
              </a:buClr>
            </a:pPr>
            <a:endParaRPr lang="en-US" sz="2133" kern="0" dirty="0">
              <a:solidFill>
                <a:srgbClr val="FFFFFF"/>
              </a:solidFill>
              <a:latin typeface="Roboto Mono"/>
              <a:ea typeface="Roboto Mono"/>
              <a:cs typeface="Arial"/>
              <a:sym typeface="Roboto Mono"/>
            </a:endParaRPr>
          </a:p>
        </p:txBody>
      </p:sp>
    </p:spTree>
    <p:extLst>
      <p:ext uri="{BB962C8B-B14F-4D97-AF65-F5344CB8AC3E}">
        <p14:creationId xmlns:p14="http://schemas.microsoft.com/office/powerpoint/2010/main" val="368472173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24042" y="217287"/>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solidFill>
              <a:srgbClr val="FF66C4"/>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60"/>
            <a:ext cx="10326008" cy="1062920"/>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5756" kern="0" dirty="0">
                <a:solidFill>
                  <a:srgbClr val="FFFFFF"/>
                </a:solidFill>
                <a:latin typeface="Courier"/>
                <a:cs typeface="Arial"/>
                <a:sym typeface="Courier"/>
              </a:rPr>
              <a:t>Operator</a:t>
            </a:r>
            <a:endParaRPr sz="933"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3" name="Google Shape;649;p14">
            <a:extLst>
              <a:ext uri="{FF2B5EF4-FFF2-40B4-BE49-F238E27FC236}">
                <a16:creationId xmlns:a16="http://schemas.microsoft.com/office/drawing/2014/main" id="{E0CD31BB-4E5B-1632-D5EB-FDD94B03EC76}"/>
              </a:ext>
            </a:extLst>
          </p:cNvPr>
          <p:cNvSpPr txBox="1"/>
          <p:nvPr/>
        </p:nvSpPr>
        <p:spPr>
          <a:xfrm>
            <a:off x="997460" y="2345823"/>
            <a:ext cx="9657840" cy="3216843"/>
          </a:xfrm>
          <a:prstGeom prst="rect">
            <a:avLst/>
          </a:prstGeom>
          <a:noFill/>
          <a:ln>
            <a:noFill/>
          </a:ln>
        </p:spPr>
        <p:txBody>
          <a:bodyPr spcFirstLastPara="1" wrap="square" lIns="0" tIns="0" rIns="0" bIns="0" anchor="t" anchorCtr="0">
            <a:spAutoFit/>
          </a:bodyPr>
          <a:lstStyle/>
          <a:p>
            <a:pPr marL="304815" indent="-304815" defTabSz="609630">
              <a:lnSpc>
                <a:spcPct val="139958"/>
              </a:lnSpc>
              <a:buClr>
                <a:srgbClr val="FFFFFF"/>
              </a:buClr>
              <a:buFont typeface="Arial" panose="020B0604020202020204" pitchFamily="34" charset="0"/>
              <a:buChar char="•"/>
            </a:pPr>
            <a:r>
              <a:rPr lang="en-US" sz="2133" kern="0" dirty="0">
                <a:solidFill>
                  <a:srgbClr val="FFFFFF"/>
                </a:solidFill>
                <a:latin typeface="Roboto Mono"/>
                <a:ea typeface="Roboto Mono"/>
                <a:cs typeface="Arial"/>
                <a:sym typeface="Roboto Mono"/>
              </a:rPr>
              <a:t>+= Addition</a:t>
            </a:r>
          </a:p>
          <a:p>
            <a:pPr marL="304815" indent="-304815" defTabSz="609630">
              <a:lnSpc>
                <a:spcPct val="139958"/>
              </a:lnSpc>
              <a:buClr>
                <a:srgbClr val="FFFFFF"/>
              </a:buClr>
              <a:buFont typeface="Arial" panose="020B0604020202020204" pitchFamily="34" charset="0"/>
              <a:buChar char="•"/>
            </a:pPr>
            <a:r>
              <a:rPr lang="en-US" sz="2133" kern="0" dirty="0">
                <a:solidFill>
                  <a:srgbClr val="FFFFFF"/>
                </a:solidFill>
                <a:latin typeface="Roboto Mono"/>
                <a:ea typeface="Roboto Mono"/>
                <a:cs typeface="Arial"/>
                <a:sym typeface="Roboto Mono"/>
              </a:rPr>
              <a:t>-= </a:t>
            </a:r>
            <a:r>
              <a:rPr lang="en-US" sz="2133" kern="0" dirty="0" err="1">
                <a:solidFill>
                  <a:srgbClr val="FFFFFF"/>
                </a:solidFill>
                <a:latin typeface="Roboto Mono"/>
                <a:ea typeface="Roboto Mono"/>
                <a:cs typeface="Arial"/>
                <a:sym typeface="Roboto Mono"/>
              </a:rPr>
              <a:t>Substraction</a:t>
            </a:r>
            <a:endParaRPr lang="en-US" sz="2133" kern="0" dirty="0">
              <a:solidFill>
                <a:srgbClr val="FFFFFF"/>
              </a:solidFill>
              <a:latin typeface="Roboto Mono"/>
              <a:ea typeface="Roboto Mono"/>
              <a:cs typeface="Arial"/>
              <a:sym typeface="Roboto Mono"/>
            </a:endParaRPr>
          </a:p>
          <a:p>
            <a:pPr marL="304815" indent="-304815" defTabSz="609630">
              <a:lnSpc>
                <a:spcPct val="139958"/>
              </a:lnSpc>
              <a:buClr>
                <a:srgbClr val="FFFFFF"/>
              </a:buClr>
              <a:buFont typeface="Arial" panose="020B0604020202020204" pitchFamily="34" charset="0"/>
              <a:buChar char="•"/>
            </a:pPr>
            <a:r>
              <a:rPr lang="en-US" sz="2133" kern="0" dirty="0">
                <a:solidFill>
                  <a:srgbClr val="FFFFFF"/>
                </a:solidFill>
                <a:latin typeface="Roboto Mono"/>
                <a:ea typeface="Roboto Mono"/>
                <a:cs typeface="Arial"/>
                <a:sym typeface="Roboto Mono"/>
              </a:rPr>
              <a:t>*= Multiplication</a:t>
            </a:r>
          </a:p>
          <a:p>
            <a:pPr marL="304815" indent="-304815" defTabSz="609630">
              <a:lnSpc>
                <a:spcPct val="139958"/>
              </a:lnSpc>
              <a:buClr>
                <a:srgbClr val="FFFFFF"/>
              </a:buClr>
              <a:buFont typeface="Arial" panose="020B0604020202020204" pitchFamily="34" charset="0"/>
              <a:buChar char="•"/>
            </a:pPr>
            <a:r>
              <a:rPr lang="en-US" sz="2133" kern="0" dirty="0">
                <a:solidFill>
                  <a:srgbClr val="FFFFFF"/>
                </a:solidFill>
                <a:latin typeface="Roboto Mono"/>
                <a:ea typeface="Roboto Mono"/>
                <a:cs typeface="Arial"/>
                <a:sym typeface="Roboto Mono"/>
              </a:rPr>
              <a:t>/= Division</a:t>
            </a:r>
          </a:p>
          <a:p>
            <a:pPr marL="304815" indent="-304815" defTabSz="609630">
              <a:lnSpc>
                <a:spcPct val="139958"/>
              </a:lnSpc>
              <a:buClr>
                <a:srgbClr val="FFFFFF"/>
              </a:buClr>
              <a:buFont typeface="Arial" panose="020B0604020202020204" pitchFamily="34" charset="0"/>
              <a:buChar char="•"/>
            </a:pPr>
            <a:r>
              <a:rPr lang="en-US" sz="2133" kern="0" dirty="0">
                <a:solidFill>
                  <a:srgbClr val="FFFFFF"/>
                </a:solidFill>
                <a:latin typeface="Roboto Mono"/>
                <a:ea typeface="Roboto Mono"/>
                <a:cs typeface="Arial"/>
                <a:sym typeface="Roboto Mono"/>
              </a:rPr>
              <a:t>//= Floor Division</a:t>
            </a:r>
          </a:p>
          <a:p>
            <a:pPr marL="304815" indent="-304815" defTabSz="609630">
              <a:lnSpc>
                <a:spcPct val="139958"/>
              </a:lnSpc>
              <a:buClr>
                <a:srgbClr val="FFFFFF"/>
              </a:buClr>
              <a:buFont typeface="Arial" panose="020B0604020202020204" pitchFamily="34" charset="0"/>
              <a:buChar char="•"/>
            </a:pPr>
            <a:r>
              <a:rPr lang="en-US" sz="2133" kern="0" dirty="0">
                <a:solidFill>
                  <a:srgbClr val="FFFFFF"/>
                </a:solidFill>
                <a:latin typeface="Roboto Mono"/>
                <a:ea typeface="Roboto Mono"/>
                <a:cs typeface="Arial"/>
                <a:sym typeface="Roboto Mono"/>
              </a:rPr>
              <a:t>%= Modulus</a:t>
            </a:r>
          </a:p>
          <a:p>
            <a:pPr marL="304815" indent="-304815" defTabSz="609630">
              <a:lnSpc>
                <a:spcPct val="139958"/>
              </a:lnSpc>
              <a:buClr>
                <a:srgbClr val="FFFFFF"/>
              </a:buClr>
              <a:buFont typeface="Arial" panose="020B0604020202020204" pitchFamily="34" charset="0"/>
              <a:buChar char="•"/>
            </a:pPr>
            <a:r>
              <a:rPr lang="en-US" sz="2133" kern="0" dirty="0">
                <a:solidFill>
                  <a:srgbClr val="FFFFFF"/>
                </a:solidFill>
                <a:latin typeface="Roboto Mono"/>
                <a:ea typeface="Roboto Mono"/>
                <a:cs typeface="Arial"/>
                <a:sym typeface="Roboto Mono"/>
              </a:rPr>
              <a:t>**= Exponentiation</a:t>
            </a:r>
          </a:p>
        </p:txBody>
      </p:sp>
    </p:spTree>
    <p:extLst>
      <p:ext uri="{BB962C8B-B14F-4D97-AF65-F5344CB8AC3E}">
        <p14:creationId xmlns:p14="http://schemas.microsoft.com/office/powerpoint/2010/main" val="360643314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24042" y="217287"/>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solidFill>
              <a:srgbClr val="FF66C4"/>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60"/>
            <a:ext cx="10326008" cy="1062920"/>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5756" kern="0" dirty="0">
                <a:solidFill>
                  <a:srgbClr val="FFFFFF"/>
                </a:solidFill>
                <a:latin typeface="Courier"/>
                <a:cs typeface="Arial"/>
                <a:sym typeface="Courier"/>
              </a:rPr>
              <a:t>Operator</a:t>
            </a:r>
            <a:endParaRPr sz="933"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3" name="Google Shape;649;p14">
            <a:extLst>
              <a:ext uri="{FF2B5EF4-FFF2-40B4-BE49-F238E27FC236}">
                <a16:creationId xmlns:a16="http://schemas.microsoft.com/office/drawing/2014/main" id="{E0CD31BB-4E5B-1632-D5EB-FDD94B03EC76}"/>
              </a:ext>
            </a:extLst>
          </p:cNvPr>
          <p:cNvSpPr txBox="1"/>
          <p:nvPr/>
        </p:nvSpPr>
        <p:spPr>
          <a:xfrm>
            <a:off x="997460" y="2345823"/>
            <a:ext cx="9657840" cy="1838196"/>
          </a:xfrm>
          <a:prstGeom prst="rect">
            <a:avLst/>
          </a:prstGeom>
          <a:noFill/>
          <a:ln>
            <a:noFill/>
          </a:ln>
        </p:spPr>
        <p:txBody>
          <a:bodyPr spcFirstLastPara="1" wrap="square" lIns="0" tIns="0" rIns="0" bIns="0" anchor="t" anchorCtr="0">
            <a:spAutoFit/>
          </a:bodyPr>
          <a:lstStyle/>
          <a:p>
            <a:pPr defTabSz="609630">
              <a:lnSpc>
                <a:spcPct val="139958"/>
              </a:lnSpc>
              <a:buClr>
                <a:srgbClr val="FFFFFF"/>
              </a:buClr>
            </a:pPr>
            <a:r>
              <a:rPr lang="en-US" sz="2133" kern="0" dirty="0">
                <a:solidFill>
                  <a:srgbClr val="FFFFFF"/>
                </a:solidFill>
                <a:latin typeface="Roboto Mono"/>
                <a:ea typeface="Roboto Mono"/>
                <a:cs typeface="Arial"/>
                <a:sym typeface="Roboto Mono"/>
              </a:rPr>
              <a:t>Binary Operator</a:t>
            </a:r>
          </a:p>
          <a:p>
            <a:pPr marL="304815" indent="-304815" defTabSz="609630">
              <a:lnSpc>
                <a:spcPct val="139958"/>
              </a:lnSpc>
              <a:buClr>
                <a:srgbClr val="FFFFFF"/>
              </a:buClr>
              <a:buFont typeface="Arial" panose="020B0604020202020204" pitchFamily="34" charset="0"/>
              <a:buChar char="•"/>
            </a:pPr>
            <a:r>
              <a:rPr lang="en-US" sz="2133" kern="0" dirty="0">
                <a:solidFill>
                  <a:srgbClr val="FFFFFF"/>
                </a:solidFill>
                <a:latin typeface="Roboto Mono"/>
                <a:ea typeface="Roboto Mono"/>
                <a:cs typeface="Arial"/>
                <a:sym typeface="Roboto Mono"/>
              </a:rPr>
              <a:t>In subtracting applications, the minus operator expects two arguments: the left (a minuend in arithmetical terms) and right (a subtrahend). </a:t>
            </a:r>
            <a:r>
              <a:rPr lang="en-US" sz="2133" kern="0" dirty="0">
                <a:solidFill>
                  <a:srgbClr val="FF66C4"/>
                </a:solidFill>
                <a:latin typeface="Roboto Mono"/>
                <a:ea typeface="Roboto Mono"/>
                <a:cs typeface="Arial"/>
                <a:sym typeface="Roboto Mono"/>
              </a:rPr>
              <a:t>Subtraction consider Binary</a:t>
            </a:r>
          </a:p>
        </p:txBody>
      </p:sp>
      <p:sp>
        <p:nvSpPr>
          <p:cNvPr id="4" name="Google Shape;649;p14">
            <a:extLst>
              <a:ext uri="{FF2B5EF4-FFF2-40B4-BE49-F238E27FC236}">
                <a16:creationId xmlns:a16="http://schemas.microsoft.com/office/drawing/2014/main" id="{840C1A8C-5DC1-4FD0-1202-52373634616E}"/>
              </a:ext>
            </a:extLst>
          </p:cNvPr>
          <p:cNvSpPr txBox="1"/>
          <p:nvPr/>
        </p:nvSpPr>
        <p:spPr>
          <a:xfrm>
            <a:off x="917273" y="4346071"/>
            <a:ext cx="9657840" cy="1378647"/>
          </a:xfrm>
          <a:prstGeom prst="rect">
            <a:avLst/>
          </a:prstGeom>
          <a:noFill/>
          <a:ln>
            <a:noFill/>
          </a:ln>
        </p:spPr>
        <p:txBody>
          <a:bodyPr spcFirstLastPara="1" wrap="square" lIns="0" tIns="0" rIns="0" bIns="0" anchor="t" anchorCtr="0">
            <a:spAutoFit/>
          </a:bodyPr>
          <a:lstStyle/>
          <a:p>
            <a:pPr defTabSz="609630">
              <a:lnSpc>
                <a:spcPct val="139958"/>
              </a:lnSpc>
              <a:buClr>
                <a:srgbClr val="FFFFFF"/>
              </a:buClr>
            </a:pPr>
            <a:r>
              <a:rPr lang="en-US" sz="2133" kern="0" dirty="0">
                <a:solidFill>
                  <a:srgbClr val="FFFFFF"/>
                </a:solidFill>
                <a:latin typeface="Roboto Mono"/>
                <a:ea typeface="Roboto Mono"/>
                <a:cs typeface="Arial"/>
                <a:sym typeface="Roboto Mono"/>
              </a:rPr>
              <a:t>Unary Operator</a:t>
            </a:r>
          </a:p>
          <a:p>
            <a:pPr marL="304815" indent="-304815" defTabSz="609630">
              <a:lnSpc>
                <a:spcPct val="139958"/>
              </a:lnSpc>
              <a:buClr>
                <a:srgbClr val="FFFFFF"/>
              </a:buClr>
              <a:buFont typeface="Arial" panose="020B0604020202020204" pitchFamily="34" charset="0"/>
              <a:buChar char="•"/>
            </a:pPr>
            <a:r>
              <a:rPr lang="en-US" sz="2133" kern="0" dirty="0">
                <a:solidFill>
                  <a:srgbClr val="FFFFFF"/>
                </a:solidFill>
                <a:latin typeface="Roboto Mono"/>
                <a:ea typeface="Roboto Mono"/>
                <a:cs typeface="Arial"/>
                <a:sym typeface="Roboto Mono"/>
              </a:rPr>
              <a:t>+2</a:t>
            </a:r>
          </a:p>
          <a:p>
            <a:pPr marL="304815" indent="-304815" defTabSz="609630">
              <a:lnSpc>
                <a:spcPct val="139958"/>
              </a:lnSpc>
              <a:buClr>
                <a:srgbClr val="FFFFFF"/>
              </a:buClr>
              <a:buFont typeface="Arial" panose="020B0604020202020204" pitchFamily="34" charset="0"/>
              <a:buChar char="•"/>
            </a:pPr>
            <a:r>
              <a:rPr lang="en-US" sz="2133" kern="0" dirty="0">
                <a:solidFill>
                  <a:srgbClr val="FFFFFF"/>
                </a:solidFill>
                <a:latin typeface="Roboto Mono"/>
                <a:ea typeface="Roboto Mono"/>
                <a:cs typeface="Arial"/>
                <a:sym typeface="Roboto Mono"/>
              </a:rPr>
              <a:t>-2</a:t>
            </a:r>
          </a:p>
        </p:txBody>
      </p:sp>
    </p:spTree>
    <p:extLst>
      <p:ext uri="{BB962C8B-B14F-4D97-AF65-F5344CB8AC3E}">
        <p14:creationId xmlns:p14="http://schemas.microsoft.com/office/powerpoint/2010/main" val="80804728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24042" y="217287"/>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solidFill>
              <a:srgbClr val="FF66C4"/>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60"/>
            <a:ext cx="10326008" cy="1062920"/>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5756" kern="0" dirty="0">
                <a:solidFill>
                  <a:srgbClr val="FFFFFF"/>
                </a:solidFill>
                <a:latin typeface="Courier"/>
                <a:cs typeface="Arial"/>
                <a:sym typeface="Courier"/>
              </a:rPr>
              <a:t>Operator</a:t>
            </a:r>
            <a:endParaRPr sz="933"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3" name="Google Shape;649;p14">
            <a:extLst>
              <a:ext uri="{FF2B5EF4-FFF2-40B4-BE49-F238E27FC236}">
                <a16:creationId xmlns:a16="http://schemas.microsoft.com/office/drawing/2014/main" id="{E0CD31BB-4E5B-1632-D5EB-FDD94B03EC76}"/>
              </a:ext>
            </a:extLst>
          </p:cNvPr>
          <p:cNvSpPr txBox="1"/>
          <p:nvPr/>
        </p:nvSpPr>
        <p:spPr>
          <a:xfrm>
            <a:off x="997460" y="2345823"/>
            <a:ext cx="9657840" cy="919098"/>
          </a:xfrm>
          <a:prstGeom prst="rect">
            <a:avLst/>
          </a:prstGeom>
          <a:noFill/>
          <a:ln>
            <a:noFill/>
          </a:ln>
        </p:spPr>
        <p:txBody>
          <a:bodyPr spcFirstLastPara="1" wrap="square" lIns="0" tIns="0" rIns="0" bIns="0" anchor="t" anchorCtr="0">
            <a:spAutoFit/>
          </a:bodyPr>
          <a:lstStyle/>
          <a:p>
            <a:pPr defTabSz="609630">
              <a:lnSpc>
                <a:spcPct val="139958"/>
              </a:lnSpc>
              <a:buClr>
                <a:srgbClr val="FFFFFF"/>
              </a:buClr>
            </a:pPr>
            <a:r>
              <a:rPr lang="en-US" sz="2133" kern="0" dirty="0">
                <a:solidFill>
                  <a:srgbClr val="FFFFFF"/>
                </a:solidFill>
                <a:latin typeface="Roboto Mono"/>
                <a:ea typeface="Roboto Mono"/>
                <a:cs typeface="Arial"/>
                <a:sym typeface="Roboto Mono"/>
              </a:rPr>
              <a:t>the hierarchy of priorities:</a:t>
            </a:r>
          </a:p>
          <a:p>
            <a:pPr defTabSz="609630">
              <a:lnSpc>
                <a:spcPct val="139958"/>
              </a:lnSpc>
              <a:buClr>
                <a:srgbClr val="FFFFFF"/>
              </a:buClr>
            </a:pPr>
            <a:r>
              <a:rPr lang="en-US" sz="2133" kern="0" dirty="0">
                <a:solidFill>
                  <a:srgbClr val="FFFFFF"/>
                </a:solidFill>
                <a:latin typeface="Roboto Mono"/>
                <a:ea typeface="Roboto Mono"/>
                <a:cs typeface="Arial"/>
                <a:sym typeface="Roboto Mono"/>
              </a:rPr>
              <a:t>2+3*5 (Multiplication Precede Additions)</a:t>
            </a:r>
          </a:p>
        </p:txBody>
      </p:sp>
      <p:sp>
        <p:nvSpPr>
          <p:cNvPr id="5" name="Google Shape;649;p14">
            <a:extLst>
              <a:ext uri="{FF2B5EF4-FFF2-40B4-BE49-F238E27FC236}">
                <a16:creationId xmlns:a16="http://schemas.microsoft.com/office/drawing/2014/main" id="{143490C8-5002-FD11-B3DE-2579D02FE4C7}"/>
              </a:ext>
            </a:extLst>
          </p:cNvPr>
          <p:cNvSpPr txBox="1"/>
          <p:nvPr/>
        </p:nvSpPr>
        <p:spPr>
          <a:xfrm>
            <a:off x="1127042" y="5924964"/>
            <a:ext cx="9657840" cy="689420"/>
          </a:xfrm>
          <a:prstGeom prst="rect">
            <a:avLst/>
          </a:prstGeom>
          <a:noFill/>
          <a:ln>
            <a:noFill/>
          </a:ln>
        </p:spPr>
        <p:txBody>
          <a:bodyPr spcFirstLastPara="1" wrap="square" lIns="0" tIns="0" rIns="0" bIns="0" anchor="t" anchorCtr="0">
            <a:spAutoFit/>
          </a:bodyPr>
          <a:lstStyle/>
          <a:p>
            <a:pPr algn="ctr" defTabSz="609630">
              <a:lnSpc>
                <a:spcPct val="139958"/>
              </a:lnSpc>
              <a:buClr>
                <a:srgbClr val="FFFFFF"/>
              </a:buClr>
            </a:pPr>
            <a:r>
              <a:rPr lang="en-US" sz="3200" kern="0" dirty="0">
                <a:solidFill>
                  <a:srgbClr val="FF66C4"/>
                </a:solidFill>
                <a:latin typeface="Roboto Mono"/>
                <a:ea typeface="Roboto Mono"/>
                <a:cs typeface="Arial"/>
                <a:sym typeface="Roboto Mono"/>
              </a:rPr>
              <a:t>BODMAS</a:t>
            </a:r>
          </a:p>
        </p:txBody>
      </p:sp>
      <p:sp>
        <p:nvSpPr>
          <p:cNvPr id="6" name="Google Shape;649;p14">
            <a:extLst>
              <a:ext uri="{FF2B5EF4-FFF2-40B4-BE49-F238E27FC236}">
                <a16:creationId xmlns:a16="http://schemas.microsoft.com/office/drawing/2014/main" id="{C89B37BC-F31D-B044-0549-CCA6D5809CDC}"/>
              </a:ext>
            </a:extLst>
          </p:cNvPr>
          <p:cNvSpPr txBox="1"/>
          <p:nvPr/>
        </p:nvSpPr>
        <p:spPr>
          <a:xfrm>
            <a:off x="997460" y="3709933"/>
            <a:ext cx="9657840" cy="2872325"/>
          </a:xfrm>
          <a:prstGeom prst="rect">
            <a:avLst/>
          </a:prstGeom>
          <a:noFill/>
          <a:ln>
            <a:noFill/>
          </a:ln>
        </p:spPr>
        <p:txBody>
          <a:bodyPr spcFirstLastPara="1" wrap="square" lIns="0" tIns="0" rIns="0" bIns="0" anchor="t" anchorCtr="0">
            <a:spAutoFit/>
          </a:bodyPr>
          <a:lstStyle/>
          <a:p>
            <a:pPr defTabSz="609630">
              <a:lnSpc>
                <a:spcPct val="139958"/>
              </a:lnSpc>
              <a:buClr>
                <a:srgbClr val="FFFFFF"/>
              </a:buClr>
            </a:pPr>
            <a:r>
              <a:rPr lang="en-US" sz="2133" kern="0" dirty="0">
                <a:solidFill>
                  <a:srgbClr val="FFFFFF"/>
                </a:solidFill>
                <a:latin typeface="Roboto Mono"/>
                <a:ea typeface="Roboto Mono"/>
                <a:cs typeface="Arial"/>
                <a:sym typeface="Roboto Mono"/>
              </a:rPr>
              <a:t>Bindings: (Most are </a:t>
            </a:r>
            <a:r>
              <a:rPr lang="en-US" sz="2133" kern="0" dirty="0">
                <a:solidFill>
                  <a:srgbClr val="FF66C4"/>
                </a:solidFill>
                <a:latin typeface="Roboto Mono"/>
                <a:ea typeface="Roboto Mono"/>
                <a:cs typeface="Arial"/>
                <a:sym typeface="Roboto Mono"/>
              </a:rPr>
              <a:t>LEFT-SIDED BINDING</a:t>
            </a:r>
            <a:r>
              <a:rPr lang="en-US" sz="2133" kern="0" dirty="0">
                <a:solidFill>
                  <a:srgbClr val="FFFFFF"/>
                </a:solidFill>
                <a:latin typeface="Roboto Mono"/>
                <a:ea typeface="Roboto Mono"/>
                <a:cs typeface="Arial"/>
                <a:sym typeface="Roboto Mono"/>
              </a:rPr>
              <a:t>)</a:t>
            </a:r>
          </a:p>
          <a:p>
            <a:pPr defTabSz="609630">
              <a:lnSpc>
                <a:spcPct val="139958"/>
              </a:lnSpc>
              <a:buClr>
                <a:srgbClr val="FFFFFF"/>
              </a:buClr>
            </a:pPr>
            <a:r>
              <a:rPr lang="en-US" sz="2133" kern="0" dirty="0">
                <a:solidFill>
                  <a:srgbClr val="FFFFFF"/>
                </a:solidFill>
                <a:latin typeface="Roboto Mono"/>
                <a:ea typeface="Roboto Mono"/>
                <a:cs typeface="Arial"/>
                <a:sym typeface="Roboto Mono"/>
              </a:rPr>
              <a:t>Print(9 % 6 % 2)</a:t>
            </a:r>
          </a:p>
          <a:p>
            <a:pPr defTabSz="609630">
              <a:lnSpc>
                <a:spcPct val="139958"/>
              </a:lnSpc>
              <a:buClr>
                <a:srgbClr val="FFFFFF"/>
              </a:buClr>
            </a:pPr>
            <a:r>
              <a:rPr lang="en-US" sz="1600" kern="0" dirty="0">
                <a:solidFill>
                  <a:srgbClr val="FFFFFF"/>
                </a:solidFill>
                <a:latin typeface="Roboto Mono"/>
                <a:ea typeface="Roboto Mono"/>
                <a:cs typeface="Arial"/>
                <a:sym typeface="Roboto Mono"/>
              </a:rPr>
              <a:t>There are two possible ways of evaluating this expression:</a:t>
            </a:r>
          </a:p>
          <a:p>
            <a:pPr defTabSz="609630">
              <a:lnSpc>
                <a:spcPct val="139958"/>
              </a:lnSpc>
              <a:buClr>
                <a:srgbClr val="FFFFFF"/>
              </a:buClr>
            </a:pPr>
            <a:r>
              <a:rPr lang="en-US" sz="1600" kern="0" dirty="0">
                <a:solidFill>
                  <a:srgbClr val="FF66C4"/>
                </a:solidFill>
                <a:latin typeface="Roboto Mono"/>
                <a:ea typeface="Roboto Mono"/>
                <a:cs typeface="Arial"/>
                <a:sym typeface="Roboto Mono"/>
              </a:rPr>
              <a:t>from left to right: first 9 % 6 gives 3, and then 3 % 2 gives 1;</a:t>
            </a:r>
          </a:p>
          <a:p>
            <a:pPr defTabSz="609630">
              <a:lnSpc>
                <a:spcPct val="139958"/>
              </a:lnSpc>
              <a:buClr>
                <a:srgbClr val="FFFFFF"/>
              </a:buClr>
            </a:pPr>
            <a:r>
              <a:rPr lang="en-US" sz="1600" kern="0" dirty="0">
                <a:solidFill>
                  <a:srgbClr val="FF66C4"/>
                </a:solidFill>
                <a:latin typeface="Roboto Mono"/>
                <a:ea typeface="Roboto Mono"/>
                <a:cs typeface="Arial"/>
                <a:sym typeface="Roboto Mono"/>
              </a:rPr>
              <a:t>from right to left: first 6 % 2 gives 0, and then 9 % 0 causes a fatal error</a:t>
            </a:r>
            <a:r>
              <a:rPr lang="en-US" sz="1600" kern="0" dirty="0">
                <a:solidFill>
                  <a:srgbClr val="FFFFFF"/>
                </a:solidFill>
                <a:latin typeface="Roboto Mono"/>
                <a:ea typeface="Roboto Mono"/>
                <a:cs typeface="Arial"/>
                <a:sym typeface="Roboto Mono"/>
              </a:rPr>
              <a:t>.</a:t>
            </a:r>
          </a:p>
          <a:p>
            <a:pPr defTabSz="609630">
              <a:lnSpc>
                <a:spcPct val="139958"/>
              </a:lnSpc>
              <a:buClr>
                <a:srgbClr val="FFFFFF"/>
              </a:buClr>
            </a:pPr>
            <a:endParaRPr lang="en-US" sz="2133" kern="0" dirty="0">
              <a:solidFill>
                <a:srgbClr val="FFFFFF"/>
              </a:solidFill>
              <a:latin typeface="Roboto Mono"/>
              <a:ea typeface="Roboto Mono"/>
              <a:cs typeface="Arial"/>
              <a:sym typeface="Roboto Mono"/>
            </a:endParaRPr>
          </a:p>
          <a:p>
            <a:pPr defTabSz="609630">
              <a:lnSpc>
                <a:spcPct val="139958"/>
              </a:lnSpc>
              <a:buClr>
                <a:srgbClr val="FFFFFF"/>
              </a:buClr>
            </a:pPr>
            <a:endParaRPr lang="en-US" sz="2133" kern="0" dirty="0">
              <a:solidFill>
                <a:srgbClr val="FFFFFF"/>
              </a:solidFill>
              <a:latin typeface="Roboto Mono"/>
              <a:ea typeface="Roboto Mono"/>
              <a:cs typeface="Arial"/>
              <a:sym typeface="Roboto Mono"/>
            </a:endParaRPr>
          </a:p>
        </p:txBody>
      </p:sp>
      <p:sp>
        <p:nvSpPr>
          <p:cNvPr id="7" name="Rectangle 1">
            <a:extLst>
              <a:ext uri="{FF2B5EF4-FFF2-40B4-BE49-F238E27FC236}">
                <a16:creationId xmlns:a16="http://schemas.microsoft.com/office/drawing/2014/main" id="{20F41085-CE44-7E37-23E2-A522BDCBBFCD}"/>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Tree>
    <p:extLst>
      <p:ext uri="{BB962C8B-B14F-4D97-AF65-F5344CB8AC3E}">
        <p14:creationId xmlns:p14="http://schemas.microsoft.com/office/powerpoint/2010/main" val="334321983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24042" y="217287"/>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solidFill>
              <a:srgbClr val="FF66C4"/>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60"/>
            <a:ext cx="10326008" cy="1062920"/>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5756" kern="0" dirty="0">
                <a:solidFill>
                  <a:srgbClr val="FFFFFF"/>
                </a:solidFill>
                <a:latin typeface="Courier"/>
                <a:cs typeface="Arial"/>
                <a:sym typeface="Courier"/>
              </a:rPr>
              <a:t>Operator</a:t>
            </a:r>
            <a:endParaRPr sz="933"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6" name="Google Shape;649;p14">
            <a:extLst>
              <a:ext uri="{FF2B5EF4-FFF2-40B4-BE49-F238E27FC236}">
                <a16:creationId xmlns:a16="http://schemas.microsoft.com/office/drawing/2014/main" id="{C89B37BC-F31D-B044-0549-CCA6D5809CDC}"/>
              </a:ext>
            </a:extLst>
          </p:cNvPr>
          <p:cNvSpPr txBox="1"/>
          <p:nvPr/>
        </p:nvSpPr>
        <p:spPr>
          <a:xfrm>
            <a:off x="997460" y="2438836"/>
            <a:ext cx="9657840" cy="1723357"/>
          </a:xfrm>
          <a:prstGeom prst="rect">
            <a:avLst/>
          </a:prstGeom>
          <a:noFill/>
          <a:ln>
            <a:noFill/>
          </a:ln>
        </p:spPr>
        <p:txBody>
          <a:bodyPr spcFirstLastPara="1" wrap="square" lIns="0" tIns="0" rIns="0" bIns="0" anchor="t" anchorCtr="0">
            <a:spAutoFit/>
          </a:bodyPr>
          <a:lstStyle/>
          <a:p>
            <a:pPr defTabSz="609630">
              <a:lnSpc>
                <a:spcPct val="139958"/>
              </a:lnSpc>
              <a:buClr>
                <a:srgbClr val="FFFFFF"/>
              </a:buClr>
            </a:pPr>
            <a:r>
              <a:rPr lang="en-US" sz="2133" kern="0" dirty="0">
                <a:solidFill>
                  <a:srgbClr val="FFFFFF"/>
                </a:solidFill>
                <a:latin typeface="Roboto Mono"/>
                <a:ea typeface="Roboto Mono"/>
                <a:cs typeface="Arial"/>
                <a:sym typeface="Roboto Mono"/>
              </a:rPr>
              <a:t>Bindings for Exponentiation:</a:t>
            </a:r>
          </a:p>
          <a:p>
            <a:pPr defTabSz="609630">
              <a:lnSpc>
                <a:spcPct val="139958"/>
              </a:lnSpc>
              <a:buClr>
                <a:srgbClr val="FFFFFF"/>
              </a:buClr>
            </a:pPr>
            <a:r>
              <a:rPr lang="en-US" sz="2133" kern="0" dirty="0">
                <a:solidFill>
                  <a:srgbClr val="FFFFFF"/>
                </a:solidFill>
                <a:latin typeface="Roboto Mono"/>
                <a:ea typeface="Roboto Mono"/>
                <a:cs typeface="Arial"/>
                <a:sym typeface="Roboto Mono"/>
              </a:rPr>
              <a:t>Print(2 ** 2 ** 3)</a:t>
            </a:r>
          </a:p>
          <a:p>
            <a:pPr defTabSz="609630">
              <a:lnSpc>
                <a:spcPct val="139958"/>
              </a:lnSpc>
              <a:buClr>
                <a:srgbClr val="FFFFFF"/>
              </a:buClr>
            </a:pPr>
            <a:r>
              <a:rPr lang="en-US" sz="1600" kern="0" dirty="0">
                <a:solidFill>
                  <a:srgbClr val="FFFFFF"/>
                </a:solidFill>
                <a:latin typeface="Roboto Mono"/>
                <a:ea typeface="Roboto Mono"/>
                <a:cs typeface="Arial"/>
                <a:sym typeface="Roboto Mono"/>
              </a:rPr>
              <a:t>the exponentiation operator uses </a:t>
            </a:r>
            <a:r>
              <a:rPr lang="en-US" sz="1600" kern="0" dirty="0">
                <a:solidFill>
                  <a:srgbClr val="FF66C4"/>
                </a:solidFill>
                <a:latin typeface="Roboto Mono"/>
                <a:ea typeface="Roboto Mono"/>
                <a:cs typeface="Arial"/>
                <a:sym typeface="Roboto Mono"/>
              </a:rPr>
              <a:t>right-sided binding</a:t>
            </a:r>
            <a:r>
              <a:rPr lang="en-US" sz="1600" kern="0" dirty="0">
                <a:solidFill>
                  <a:srgbClr val="FFFFFF"/>
                </a:solidFill>
                <a:latin typeface="Roboto Mono"/>
                <a:ea typeface="Roboto Mono"/>
                <a:cs typeface="Arial"/>
                <a:sym typeface="Roboto Mono"/>
              </a:rPr>
              <a:t>.</a:t>
            </a:r>
            <a:endParaRPr lang="en-US" sz="2133" kern="0" dirty="0">
              <a:solidFill>
                <a:srgbClr val="FFFFFF"/>
              </a:solidFill>
              <a:latin typeface="Roboto Mono"/>
              <a:ea typeface="Roboto Mono"/>
              <a:cs typeface="Arial"/>
              <a:sym typeface="Roboto Mono"/>
            </a:endParaRPr>
          </a:p>
          <a:p>
            <a:pPr defTabSz="609630">
              <a:lnSpc>
                <a:spcPct val="139958"/>
              </a:lnSpc>
              <a:buClr>
                <a:srgbClr val="FFFFFF"/>
              </a:buClr>
            </a:pPr>
            <a:endParaRPr lang="en-US" sz="2133" kern="0" dirty="0">
              <a:solidFill>
                <a:srgbClr val="FFFFFF"/>
              </a:solidFill>
              <a:latin typeface="Roboto Mono"/>
              <a:ea typeface="Roboto Mono"/>
              <a:cs typeface="Arial"/>
              <a:sym typeface="Roboto Mono"/>
            </a:endParaRPr>
          </a:p>
        </p:txBody>
      </p:sp>
      <p:sp>
        <p:nvSpPr>
          <p:cNvPr id="7" name="Rectangle 1">
            <a:extLst>
              <a:ext uri="{FF2B5EF4-FFF2-40B4-BE49-F238E27FC236}">
                <a16:creationId xmlns:a16="http://schemas.microsoft.com/office/drawing/2014/main" id="{20F41085-CE44-7E37-23E2-A522BDCBBFCD}"/>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Tree>
    <p:extLst>
      <p:ext uri="{BB962C8B-B14F-4D97-AF65-F5344CB8AC3E}">
        <p14:creationId xmlns:p14="http://schemas.microsoft.com/office/powerpoint/2010/main" val="390000418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24042" y="217287"/>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solidFill>
              <a:srgbClr val="FF66C4"/>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60"/>
            <a:ext cx="10326008" cy="1062920"/>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5756" kern="0" dirty="0">
                <a:solidFill>
                  <a:srgbClr val="FFFFFF"/>
                </a:solidFill>
                <a:latin typeface="Courier"/>
                <a:cs typeface="Arial"/>
                <a:sym typeface="Courier"/>
              </a:rPr>
              <a:t>Operator</a:t>
            </a:r>
            <a:endParaRPr sz="933"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7" name="Rectangle 1">
            <a:extLst>
              <a:ext uri="{FF2B5EF4-FFF2-40B4-BE49-F238E27FC236}">
                <a16:creationId xmlns:a16="http://schemas.microsoft.com/office/drawing/2014/main" id="{20F41085-CE44-7E37-23E2-A522BDCBBFCD}"/>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pic>
        <p:nvPicPr>
          <p:cNvPr id="4" name="Picture 3" descr="A screenshot of a computer&#10;&#10;Description automatically generated">
            <a:extLst>
              <a:ext uri="{FF2B5EF4-FFF2-40B4-BE49-F238E27FC236}">
                <a16:creationId xmlns:a16="http://schemas.microsoft.com/office/drawing/2014/main" id="{427047F0-31AC-A066-FF4F-982E3FA223DA}"/>
              </a:ext>
            </a:extLst>
          </p:cNvPr>
          <p:cNvPicPr>
            <a:picLocks noChangeAspect="1"/>
          </p:cNvPicPr>
          <p:nvPr/>
        </p:nvPicPr>
        <p:blipFill>
          <a:blip r:embed="rId3"/>
          <a:stretch>
            <a:fillRect/>
          </a:stretch>
        </p:blipFill>
        <p:spPr>
          <a:xfrm>
            <a:off x="3794064" y="2523261"/>
            <a:ext cx="4603873" cy="3589204"/>
          </a:xfrm>
          <a:prstGeom prst="rect">
            <a:avLst/>
          </a:prstGeom>
        </p:spPr>
      </p:pic>
    </p:spTree>
    <p:extLst>
      <p:ext uri="{BB962C8B-B14F-4D97-AF65-F5344CB8AC3E}">
        <p14:creationId xmlns:p14="http://schemas.microsoft.com/office/powerpoint/2010/main" val="290195794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24042" y="217287"/>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solidFill>
              <a:srgbClr val="FF66C4"/>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60"/>
            <a:ext cx="10326008" cy="1062920"/>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5756" kern="0" dirty="0">
                <a:solidFill>
                  <a:srgbClr val="FFFFFF"/>
                </a:solidFill>
                <a:latin typeface="Courier"/>
                <a:cs typeface="Arial"/>
                <a:sym typeface="Courier"/>
              </a:rPr>
              <a:t>Operator</a:t>
            </a:r>
            <a:endParaRPr sz="933"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7" name="Rectangle 1">
            <a:extLst>
              <a:ext uri="{FF2B5EF4-FFF2-40B4-BE49-F238E27FC236}">
                <a16:creationId xmlns:a16="http://schemas.microsoft.com/office/drawing/2014/main" id="{20F41085-CE44-7E37-23E2-A522BDCBBFCD}"/>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3" name="Google Shape;649;p14">
            <a:extLst>
              <a:ext uri="{FF2B5EF4-FFF2-40B4-BE49-F238E27FC236}">
                <a16:creationId xmlns:a16="http://schemas.microsoft.com/office/drawing/2014/main" id="{324F3ADD-2EB9-B6CF-1493-29FEFF1C3CDE}"/>
              </a:ext>
            </a:extLst>
          </p:cNvPr>
          <p:cNvSpPr txBox="1"/>
          <p:nvPr/>
        </p:nvSpPr>
        <p:spPr>
          <a:xfrm>
            <a:off x="997460" y="2699273"/>
            <a:ext cx="10574040" cy="919098"/>
          </a:xfrm>
          <a:prstGeom prst="rect">
            <a:avLst/>
          </a:prstGeom>
          <a:noFill/>
          <a:ln>
            <a:noFill/>
          </a:ln>
        </p:spPr>
        <p:txBody>
          <a:bodyPr spcFirstLastPara="1" wrap="square" lIns="0" tIns="0" rIns="0" bIns="0" anchor="t" anchorCtr="0">
            <a:spAutoFit/>
          </a:bodyPr>
          <a:lstStyle/>
          <a:p>
            <a:pPr defTabSz="609630">
              <a:lnSpc>
                <a:spcPct val="139958"/>
              </a:lnSpc>
              <a:buClr>
                <a:srgbClr val="FFFFFF"/>
              </a:buClr>
            </a:pPr>
            <a:r>
              <a:rPr lang="en-US" sz="2133" kern="0" dirty="0">
                <a:solidFill>
                  <a:srgbClr val="FFFFFF"/>
                </a:solidFill>
                <a:latin typeface="Roboto Mono"/>
                <a:ea typeface="Roboto Mono"/>
                <a:cs typeface="Arial"/>
                <a:sym typeface="Roboto Mono"/>
              </a:rPr>
              <a:t>Example:</a:t>
            </a:r>
          </a:p>
          <a:p>
            <a:pPr marL="304815" indent="-304815" defTabSz="609630">
              <a:lnSpc>
                <a:spcPct val="139958"/>
              </a:lnSpc>
              <a:buClr>
                <a:srgbClr val="FFFFFF"/>
              </a:buClr>
              <a:buFont typeface="Arial" panose="020B0604020202020204" pitchFamily="34" charset="0"/>
              <a:buChar char="•"/>
            </a:pPr>
            <a:r>
              <a:rPr lang="en-US" sz="2133" kern="0" dirty="0">
                <a:solidFill>
                  <a:srgbClr val="FFFFFF"/>
                </a:solidFill>
                <a:latin typeface="Roboto Mono"/>
                <a:ea typeface="Roboto Mono"/>
                <a:cs typeface="Arial"/>
                <a:sym typeface="Roboto Mono"/>
              </a:rPr>
              <a:t>print(2 * 3 % 5) # If same priority it will start </a:t>
            </a:r>
            <a:r>
              <a:rPr lang="en-US" sz="2133" kern="0" dirty="0">
                <a:solidFill>
                  <a:srgbClr val="FF66C4"/>
                </a:solidFill>
                <a:latin typeface="Roboto Mono"/>
                <a:ea typeface="Roboto Mono"/>
                <a:cs typeface="Arial"/>
                <a:sym typeface="Roboto Mono"/>
              </a:rPr>
              <a:t>left-binding</a:t>
            </a:r>
          </a:p>
        </p:txBody>
      </p:sp>
      <p:sp>
        <p:nvSpPr>
          <p:cNvPr id="5" name="Google Shape;649;p14">
            <a:extLst>
              <a:ext uri="{FF2B5EF4-FFF2-40B4-BE49-F238E27FC236}">
                <a16:creationId xmlns:a16="http://schemas.microsoft.com/office/drawing/2014/main" id="{4080CEAE-16D8-671E-C068-EA92AE8A8154}"/>
              </a:ext>
            </a:extLst>
          </p:cNvPr>
          <p:cNvSpPr txBox="1"/>
          <p:nvPr/>
        </p:nvSpPr>
        <p:spPr>
          <a:xfrm>
            <a:off x="997460" y="4029572"/>
            <a:ext cx="10574040" cy="1378647"/>
          </a:xfrm>
          <a:prstGeom prst="rect">
            <a:avLst/>
          </a:prstGeom>
          <a:noFill/>
          <a:ln>
            <a:noFill/>
          </a:ln>
        </p:spPr>
        <p:txBody>
          <a:bodyPr spcFirstLastPara="1" wrap="square" lIns="0" tIns="0" rIns="0" bIns="0" anchor="t" anchorCtr="0">
            <a:spAutoFit/>
          </a:bodyPr>
          <a:lstStyle/>
          <a:p>
            <a:pPr defTabSz="609630">
              <a:lnSpc>
                <a:spcPct val="139958"/>
              </a:lnSpc>
              <a:buClr>
                <a:srgbClr val="FFFFFF"/>
              </a:buClr>
            </a:pPr>
            <a:r>
              <a:rPr lang="en-US" sz="2133" kern="0" dirty="0">
                <a:solidFill>
                  <a:srgbClr val="FFFFFF"/>
                </a:solidFill>
                <a:latin typeface="Roboto Mono"/>
                <a:ea typeface="Roboto Mono"/>
                <a:cs typeface="Arial"/>
                <a:sym typeface="Roboto Mono"/>
              </a:rPr>
              <a:t>Parentheses </a:t>
            </a:r>
            <a:r>
              <a:rPr lang="en-US" sz="2133" kern="0" dirty="0">
                <a:solidFill>
                  <a:srgbClr val="FF66C4"/>
                </a:solidFill>
                <a:latin typeface="Roboto Mono"/>
                <a:ea typeface="Roboto Mono"/>
                <a:cs typeface="Arial"/>
                <a:sym typeface="Roboto Mono"/>
              </a:rPr>
              <a:t>subexpressions in parentheses are always calculated first</a:t>
            </a:r>
            <a:r>
              <a:rPr lang="en-US" sz="2133" kern="0" dirty="0">
                <a:solidFill>
                  <a:srgbClr val="FFFFFF"/>
                </a:solidFill>
                <a:latin typeface="Roboto Mono"/>
                <a:ea typeface="Roboto Mono"/>
                <a:cs typeface="Arial"/>
                <a:sym typeface="Roboto Mono"/>
              </a:rPr>
              <a:t>.:</a:t>
            </a:r>
          </a:p>
          <a:p>
            <a:pPr marL="304815" indent="-304815" defTabSz="609630">
              <a:lnSpc>
                <a:spcPct val="139958"/>
              </a:lnSpc>
              <a:buClr>
                <a:srgbClr val="FFFFFF"/>
              </a:buClr>
              <a:buFont typeface="Arial" panose="020B0604020202020204" pitchFamily="34" charset="0"/>
              <a:buChar char="•"/>
            </a:pPr>
            <a:r>
              <a:rPr lang="en-US" sz="2133" kern="0" dirty="0">
                <a:solidFill>
                  <a:srgbClr val="FFFFFF"/>
                </a:solidFill>
                <a:latin typeface="Roboto Mono"/>
                <a:ea typeface="Roboto Mono"/>
                <a:cs typeface="Arial"/>
                <a:sym typeface="Roboto Mono"/>
              </a:rPr>
              <a:t>print((5 * ((25 % 13) + 100) / (2 * 13)) // 2)</a:t>
            </a:r>
            <a:endParaRPr lang="en-US" sz="2133" kern="0" dirty="0">
              <a:solidFill>
                <a:srgbClr val="FF66C4"/>
              </a:solidFill>
              <a:latin typeface="Roboto Mono"/>
              <a:ea typeface="Roboto Mono"/>
              <a:cs typeface="Arial"/>
              <a:sym typeface="Roboto Mono"/>
            </a:endParaRPr>
          </a:p>
        </p:txBody>
      </p:sp>
    </p:spTree>
    <p:extLst>
      <p:ext uri="{BB962C8B-B14F-4D97-AF65-F5344CB8AC3E}">
        <p14:creationId xmlns:p14="http://schemas.microsoft.com/office/powerpoint/2010/main" val="184267551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24042" y="217287"/>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solidFill>
              <a:srgbClr val="FF66C4"/>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60"/>
            <a:ext cx="10326008" cy="1062920"/>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5756" kern="0" dirty="0">
                <a:solidFill>
                  <a:srgbClr val="FFFFFF"/>
                </a:solidFill>
                <a:latin typeface="Courier"/>
                <a:cs typeface="Arial"/>
                <a:sym typeface="Courier"/>
              </a:rPr>
              <a:t>Variables</a:t>
            </a:r>
            <a:endParaRPr sz="933"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7" name="Rectangle 1">
            <a:extLst>
              <a:ext uri="{FF2B5EF4-FFF2-40B4-BE49-F238E27FC236}">
                <a16:creationId xmlns:a16="http://schemas.microsoft.com/office/drawing/2014/main" id="{20F41085-CE44-7E37-23E2-A522BDCBBFCD}"/>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pic>
        <p:nvPicPr>
          <p:cNvPr id="5122" name="Picture 2" descr="The concept of variables as a box">
            <a:extLst>
              <a:ext uri="{FF2B5EF4-FFF2-40B4-BE49-F238E27FC236}">
                <a16:creationId xmlns:a16="http://schemas.microsoft.com/office/drawing/2014/main" id="{9A1F5F07-DA94-92F3-BCC1-1F378DCB46E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05813" y="4179153"/>
            <a:ext cx="2168467" cy="1887434"/>
          </a:xfrm>
          <a:prstGeom prst="rect">
            <a:avLst/>
          </a:prstGeom>
          <a:noFill/>
          <a:extLst>
            <a:ext uri="{909E8E84-426E-40DD-AFC4-6F175D3DCCD1}">
              <a14:hiddenFill xmlns:a14="http://schemas.microsoft.com/office/drawing/2010/main">
                <a:solidFill>
                  <a:srgbClr val="FFFFFF"/>
                </a:solidFill>
              </a14:hiddenFill>
            </a:ext>
          </a:extLst>
        </p:spPr>
      </p:pic>
      <p:sp>
        <p:nvSpPr>
          <p:cNvPr id="4" name="Google Shape;649;p14">
            <a:extLst>
              <a:ext uri="{FF2B5EF4-FFF2-40B4-BE49-F238E27FC236}">
                <a16:creationId xmlns:a16="http://schemas.microsoft.com/office/drawing/2014/main" id="{D5B5617B-357A-7325-6B2B-F3C557E016FB}"/>
              </a:ext>
            </a:extLst>
          </p:cNvPr>
          <p:cNvSpPr txBox="1"/>
          <p:nvPr/>
        </p:nvSpPr>
        <p:spPr>
          <a:xfrm>
            <a:off x="1368680" y="2328669"/>
            <a:ext cx="9657840" cy="1838196"/>
          </a:xfrm>
          <a:prstGeom prst="rect">
            <a:avLst/>
          </a:prstGeom>
          <a:noFill/>
          <a:ln>
            <a:noFill/>
          </a:ln>
        </p:spPr>
        <p:txBody>
          <a:bodyPr spcFirstLastPara="1" wrap="square" lIns="0" tIns="0" rIns="0" bIns="0" anchor="t" anchorCtr="0">
            <a:spAutoFit/>
          </a:bodyPr>
          <a:lstStyle/>
          <a:p>
            <a:pPr algn="ctr" defTabSz="609630">
              <a:lnSpc>
                <a:spcPct val="139958"/>
              </a:lnSpc>
              <a:buClr>
                <a:srgbClr val="FFFFFF"/>
              </a:buClr>
            </a:pPr>
            <a:r>
              <a:rPr lang="en-US" sz="2133" kern="0" dirty="0">
                <a:solidFill>
                  <a:srgbClr val="FFFFFF"/>
                </a:solidFill>
                <a:latin typeface="Roboto Mono"/>
                <a:ea typeface="Roboto Mono"/>
                <a:cs typeface="Arial"/>
                <a:sym typeface="Roboto Mono"/>
              </a:rPr>
              <a:t>Key Features:</a:t>
            </a:r>
          </a:p>
          <a:p>
            <a:pPr algn="ctr" defTabSz="609630">
              <a:lnSpc>
                <a:spcPct val="139958"/>
              </a:lnSpc>
              <a:buClr>
                <a:srgbClr val="FFFFFF"/>
              </a:buClr>
            </a:pPr>
            <a:r>
              <a:rPr lang="en-US" sz="2133" kern="0" dirty="0">
                <a:solidFill>
                  <a:srgbClr val="FF66C4"/>
                </a:solidFill>
                <a:latin typeface="Roboto Mono"/>
                <a:ea typeface="Roboto Mono"/>
                <a:cs typeface="Arial"/>
                <a:sym typeface="Roboto Mono"/>
              </a:rPr>
              <a:t>NAME &amp; VALUE</a:t>
            </a:r>
          </a:p>
          <a:p>
            <a:pPr algn="ctr" defTabSz="609630">
              <a:lnSpc>
                <a:spcPct val="139958"/>
              </a:lnSpc>
              <a:buClr>
                <a:srgbClr val="FFFFFF"/>
              </a:buClr>
            </a:pPr>
            <a:r>
              <a:rPr lang="en-US" sz="2133" kern="0" dirty="0">
                <a:solidFill>
                  <a:srgbClr val="FF66C4"/>
                </a:solidFill>
                <a:latin typeface="Roboto Mono"/>
                <a:ea typeface="Roboto Mono"/>
                <a:cs typeface="Arial"/>
                <a:sym typeface="Roboto Mono"/>
              </a:rPr>
              <a:t>num = 34</a:t>
            </a:r>
          </a:p>
          <a:p>
            <a:pPr defTabSz="609630">
              <a:lnSpc>
                <a:spcPct val="139958"/>
              </a:lnSpc>
              <a:buClr>
                <a:srgbClr val="FFFFFF"/>
              </a:buClr>
            </a:pPr>
            <a:endParaRPr lang="en-US" sz="2133" kern="0" dirty="0">
              <a:solidFill>
                <a:srgbClr val="FFFFFF"/>
              </a:solidFill>
              <a:latin typeface="Roboto Mono"/>
              <a:ea typeface="Roboto Mono"/>
              <a:cs typeface="Arial"/>
              <a:sym typeface="Roboto Mono"/>
            </a:endParaRPr>
          </a:p>
        </p:txBody>
      </p:sp>
    </p:spTree>
    <p:extLst>
      <p:ext uri="{BB962C8B-B14F-4D97-AF65-F5344CB8AC3E}">
        <p14:creationId xmlns:p14="http://schemas.microsoft.com/office/powerpoint/2010/main" val="78213800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24042" y="217287"/>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solidFill>
              <a:srgbClr val="FF66C4"/>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60"/>
            <a:ext cx="10326008" cy="1062920"/>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5756" kern="0" dirty="0">
                <a:solidFill>
                  <a:srgbClr val="FFFFFF"/>
                </a:solidFill>
                <a:latin typeface="Courier"/>
                <a:cs typeface="Arial"/>
                <a:sym typeface="Courier"/>
              </a:rPr>
              <a:t>Variables</a:t>
            </a:r>
            <a:endParaRPr sz="933"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7" name="Rectangle 1">
            <a:extLst>
              <a:ext uri="{FF2B5EF4-FFF2-40B4-BE49-F238E27FC236}">
                <a16:creationId xmlns:a16="http://schemas.microsoft.com/office/drawing/2014/main" id="{20F41085-CE44-7E37-23E2-A522BDCBBFCD}"/>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6" name="Google Shape;649;p14">
            <a:extLst>
              <a:ext uri="{FF2B5EF4-FFF2-40B4-BE49-F238E27FC236}">
                <a16:creationId xmlns:a16="http://schemas.microsoft.com/office/drawing/2014/main" id="{E3BB16DC-967E-47C6-3CF3-8F532C8FEA25}"/>
              </a:ext>
            </a:extLst>
          </p:cNvPr>
          <p:cNvSpPr txBox="1"/>
          <p:nvPr/>
        </p:nvSpPr>
        <p:spPr>
          <a:xfrm>
            <a:off x="685800" y="2313779"/>
            <a:ext cx="9657840" cy="919098"/>
          </a:xfrm>
          <a:prstGeom prst="rect">
            <a:avLst/>
          </a:prstGeom>
          <a:noFill/>
          <a:ln>
            <a:noFill/>
          </a:ln>
        </p:spPr>
        <p:txBody>
          <a:bodyPr spcFirstLastPara="1" wrap="square" lIns="0" tIns="0" rIns="0" bIns="0" anchor="t" anchorCtr="0">
            <a:spAutoFit/>
          </a:bodyPr>
          <a:lstStyle/>
          <a:p>
            <a:pPr defTabSz="609630">
              <a:lnSpc>
                <a:spcPct val="139958"/>
              </a:lnSpc>
              <a:buClr>
                <a:srgbClr val="FFFFFF"/>
              </a:buClr>
            </a:pPr>
            <a:r>
              <a:rPr lang="en-US" sz="2133" kern="0" dirty="0">
                <a:solidFill>
                  <a:srgbClr val="FFFFFF"/>
                </a:solidFill>
                <a:latin typeface="Roboto Mono"/>
                <a:ea typeface="Roboto Mono"/>
                <a:cs typeface="Arial"/>
                <a:sym typeface="Roboto Mono"/>
              </a:rPr>
              <a:t>Python is Dynamically-Typed Language:</a:t>
            </a:r>
          </a:p>
          <a:p>
            <a:pPr marL="304815" indent="-304815" defTabSz="609630">
              <a:lnSpc>
                <a:spcPct val="139958"/>
              </a:lnSpc>
              <a:buClr>
                <a:srgbClr val="FFFFFF"/>
              </a:buClr>
              <a:buFont typeface="Arial" panose="020B0604020202020204" pitchFamily="34" charset="0"/>
              <a:buChar char="•"/>
            </a:pPr>
            <a:endParaRPr lang="en-US" sz="2133" kern="0" dirty="0">
              <a:solidFill>
                <a:srgbClr val="FFFFFF"/>
              </a:solidFill>
              <a:latin typeface="Roboto Mono"/>
              <a:ea typeface="Roboto Mono"/>
              <a:cs typeface="Arial"/>
              <a:sym typeface="Roboto Mono"/>
            </a:endParaRPr>
          </a:p>
        </p:txBody>
      </p:sp>
      <p:pic>
        <p:nvPicPr>
          <p:cNvPr id="5" name="Picture 4" descr="A screenshot of a computer&#10;&#10;Description automatically generated">
            <a:extLst>
              <a:ext uri="{FF2B5EF4-FFF2-40B4-BE49-F238E27FC236}">
                <a16:creationId xmlns:a16="http://schemas.microsoft.com/office/drawing/2014/main" id="{734CBB4D-D4BB-EE15-A51C-8026F11308BD}"/>
              </a:ext>
            </a:extLst>
          </p:cNvPr>
          <p:cNvPicPr>
            <a:picLocks noChangeAspect="1"/>
          </p:cNvPicPr>
          <p:nvPr/>
        </p:nvPicPr>
        <p:blipFill>
          <a:blip r:embed="rId3"/>
          <a:stretch>
            <a:fillRect/>
          </a:stretch>
        </p:blipFill>
        <p:spPr>
          <a:xfrm>
            <a:off x="662152" y="2926337"/>
            <a:ext cx="5535449" cy="1709548"/>
          </a:xfrm>
          <a:prstGeom prst="rect">
            <a:avLst/>
          </a:prstGeom>
        </p:spPr>
      </p:pic>
      <p:pic>
        <p:nvPicPr>
          <p:cNvPr id="9" name="Picture 8" descr="A screenshot of a computer&#10;&#10;Description automatically generated">
            <a:extLst>
              <a:ext uri="{FF2B5EF4-FFF2-40B4-BE49-F238E27FC236}">
                <a16:creationId xmlns:a16="http://schemas.microsoft.com/office/drawing/2014/main" id="{D6F86BD2-E092-4603-E3C6-30A9A3104886}"/>
              </a:ext>
            </a:extLst>
          </p:cNvPr>
          <p:cNvPicPr>
            <a:picLocks noChangeAspect="1"/>
          </p:cNvPicPr>
          <p:nvPr/>
        </p:nvPicPr>
        <p:blipFill>
          <a:blip r:embed="rId4"/>
          <a:stretch>
            <a:fillRect/>
          </a:stretch>
        </p:blipFill>
        <p:spPr>
          <a:xfrm>
            <a:off x="6526400" y="2926337"/>
            <a:ext cx="5168294" cy="1753553"/>
          </a:xfrm>
          <a:prstGeom prst="rect">
            <a:avLst/>
          </a:prstGeom>
        </p:spPr>
      </p:pic>
    </p:spTree>
    <p:extLst>
      <p:ext uri="{BB962C8B-B14F-4D97-AF65-F5344CB8AC3E}">
        <p14:creationId xmlns:p14="http://schemas.microsoft.com/office/powerpoint/2010/main" val="59806512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24042" y="217287"/>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solidFill>
              <a:srgbClr val="FF66C4"/>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60"/>
            <a:ext cx="10326008" cy="1062920"/>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5756" kern="0" dirty="0">
                <a:solidFill>
                  <a:srgbClr val="FFFFFF"/>
                </a:solidFill>
                <a:latin typeface="Courier"/>
                <a:cs typeface="Arial"/>
                <a:sym typeface="Courier"/>
              </a:rPr>
              <a:t>Variables</a:t>
            </a:r>
            <a:endParaRPr sz="933"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7" name="Rectangle 1">
            <a:extLst>
              <a:ext uri="{FF2B5EF4-FFF2-40B4-BE49-F238E27FC236}">
                <a16:creationId xmlns:a16="http://schemas.microsoft.com/office/drawing/2014/main" id="{20F41085-CE44-7E37-23E2-A522BDCBBFCD}"/>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6" name="Google Shape;649;p14">
            <a:extLst>
              <a:ext uri="{FF2B5EF4-FFF2-40B4-BE49-F238E27FC236}">
                <a16:creationId xmlns:a16="http://schemas.microsoft.com/office/drawing/2014/main" id="{E3BB16DC-967E-47C6-3CF3-8F532C8FEA25}"/>
              </a:ext>
            </a:extLst>
          </p:cNvPr>
          <p:cNvSpPr txBox="1"/>
          <p:nvPr/>
        </p:nvSpPr>
        <p:spPr>
          <a:xfrm>
            <a:off x="685800" y="2313779"/>
            <a:ext cx="9657840" cy="1838196"/>
          </a:xfrm>
          <a:prstGeom prst="rect">
            <a:avLst/>
          </a:prstGeom>
          <a:noFill/>
          <a:ln>
            <a:noFill/>
          </a:ln>
        </p:spPr>
        <p:txBody>
          <a:bodyPr spcFirstLastPara="1" wrap="square" lIns="0" tIns="0" rIns="0" bIns="0" anchor="t" anchorCtr="0">
            <a:spAutoFit/>
          </a:bodyPr>
          <a:lstStyle/>
          <a:p>
            <a:pPr defTabSz="609630">
              <a:lnSpc>
                <a:spcPct val="139958"/>
              </a:lnSpc>
              <a:buClr>
                <a:srgbClr val="FFFFFF"/>
              </a:buClr>
            </a:pPr>
            <a:r>
              <a:rPr lang="en-US" sz="2133" kern="0" dirty="0">
                <a:solidFill>
                  <a:srgbClr val="FFFFFF"/>
                </a:solidFill>
                <a:latin typeface="Roboto Mono"/>
                <a:ea typeface="Roboto Mono"/>
                <a:cs typeface="Arial"/>
                <a:sym typeface="Roboto Mono"/>
              </a:rPr>
              <a:t>Multiple Assignment:</a:t>
            </a:r>
          </a:p>
          <a:p>
            <a:pPr defTabSz="609630">
              <a:lnSpc>
                <a:spcPct val="139958"/>
              </a:lnSpc>
              <a:buClr>
                <a:srgbClr val="FFFFFF"/>
              </a:buClr>
            </a:pPr>
            <a:r>
              <a:rPr lang="en-US" sz="2133" kern="0" dirty="0">
                <a:solidFill>
                  <a:srgbClr val="FFFFFF"/>
                </a:solidFill>
                <a:latin typeface="Roboto Mono"/>
                <a:ea typeface="Roboto Mono"/>
                <a:cs typeface="Arial"/>
                <a:sym typeface="Roboto Mono"/>
              </a:rPr>
              <a:t>Allow us to assign multiple variables at the same time in one line of code</a:t>
            </a:r>
          </a:p>
          <a:p>
            <a:pPr marL="304815" indent="-304815" defTabSz="609630">
              <a:lnSpc>
                <a:spcPct val="139958"/>
              </a:lnSpc>
              <a:buClr>
                <a:srgbClr val="FFFFFF"/>
              </a:buClr>
              <a:buFont typeface="Arial" panose="020B0604020202020204" pitchFamily="34" charset="0"/>
              <a:buChar char="•"/>
            </a:pPr>
            <a:endParaRPr lang="en-US" sz="2133" kern="0" dirty="0">
              <a:solidFill>
                <a:srgbClr val="FFFFFF"/>
              </a:solidFill>
              <a:latin typeface="Roboto Mono"/>
              <a:ea typeface="Roboto Mono"/>
              <a:cs typeface="Arial"/>
              <a:sym typeface="Roboto Mono"/>
            </a:endParaRPr>
          </a:p>
        </p:txBody>
      </p:sp>
      <p:pic>
        <p:nvPicPr>
          <p:cNvPr id="4" name="Picture 3" descr="A screenshot of a computer&#10;&#10;Description automatically generated">
            <a:extLst>
              <a:ext uri="{FF2B5EF4-FFF2-40B4-BE49-F238E27FC236}">
                <a16:creationId xmlns:a16="http://schemas.microsoft.com/office/drawing/2014/main" id="{04AA99A4-2285-CEF4-6C9C-497937547EA2}"/>
              </a:ext>
            </a:extLst>
          </p:cNvPr>
          <p:cNvPicPr>
            <a:picLocks noChangeAspect="1"/>
          </p:cNvPicPr>
          <p:nvPr/>
        </p:nvPicPr>
        <p:blipFill>
          <a:blip r:embed="rId3"/>
          <a:stretch>
            <a:fillRect/>
          </a:stretch>
        </p:blipFill>
        <p:spPr>
          <a:xfrm>
            <a:off x="3457424" y="3796548"/>
            <a:ext cx="5480353" cy="2491069"/>
          </a:xfrm>
          <a:prstGeom prst="rect">
            <a:avLst/>
          </a:prstGeom>
        </p:spPr>
      </p:pic>
    </p:spTree>
    <p:extLst>
      <p:ext uri="{BB962C8B-B14F-4D97-AF65-F5344CB8AC3E}">
        <p14:creationId xmlns:p14="http://schemas.microsoft.com/office/powerpoint/2010/main" val="59412371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24042" y="217287"/>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solidFill>
              <a:srgbClr val="FF66C4"/>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60"/>
            <a:ext cx="10326008" cy="1062920"/>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5756" kern="0" dirty="0">
                <a:solidFill>
                  <a:srgbClr val="FFFFFF"/>
                </a:solidFill>
                <a:latin typeface="Courier"/>
                <a:cs typeface="Arial"/>
                <a:sym typeface="Courier"/>
              </a:rPr>
              <a:t>Variables</a:t>
            </a:r>
            <a:endParaRPr sz="933"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7" name="Rectangle 1">
            <a:extLst>
              <a:ext uri="{FF2B5EF4-FFF2-40B4-BE49-F238E27FC236}">
                <a16:creationId xmlns:a16="http://schemas.microsoft.com/office/drawing/2014/main" id="{20F41085-CE44-7E37-23E2-A522BDCBBFCD}"/>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6" name="Google Shape;649;p14">
            <a:extLst>
              <a:ext uri="{FF2B5EF4-FFF2-40B4-BE49-F238E27FC236}">
                <a16:creationId xmlns:a16="http://schemas.microsoft.com/office/drawing/2014/main" id="{E3BB16DC-967E-47C6-3CF3-8F532C8FEA25}"/>
              </a:ext>
            </a:extLst>
          </p:cNvPr>
          <p:cNvSpPr txBox="1"/>
          <p:nvPr/>
        </p:nvSpPr>
        <p:spPr>
          <a:xfrm>
            <a:off x="685800" y="2313779"/>
            <a:ext cx="9657840" cy="4595489"/>
          </a:xfrm>
          <a:prstGeom prst="rect">
            <a:avLst/>
          </a:prstGeom>
          <a:noFill/>
          <a:ln>
            <a:noFill/>
          </a:ln>
        </p:spPr>
        <p:txBody>
          <a:bodyPr spcFirstLastPara="1" wrap="square" lIns="0" tIns="0" rIns="0" bIns="0" anchor="t" anchorCtr="0">
            <a:spAutoFit/>
          </a:bodyPr>
          <a:lstStyle/>
          <a:p>
            <a:pPr defTabSz="609630">
              <a:lnSpc>
                <a:spcPct val="139958"/>
              </a:lnSpc>
              <a:buClr>
                <a:srgbClr val="FFFFFF"/>
              </a:buClr>
            </a:pPr>
            <a:r>
              <a:rPr lang="en-US" sz="2133" kern="0" dirty="0">
                <a:solidFill>
                  <a:srgbClr val="FFFFFF"/>
                </a:solidFill>
                <a:latin typeface="Roboto Mono"/>
                <a:ea typeface="Roboto Mono"/>
                <a:cs typeface="Arial"/>
                <a:sym typeface="Roboto Mono"/>
              </a:rPr>
              <a:t>Naming Rules for Variables:</a:t>
            </a:r>
          </a:p>
          <a:p>
            <a:pPr marL="304815" indent="-304815" defTabSz="609630">
              <a:lnSpc>
                <a:spcPct val="139958"/>
              </a:lnSpc>
              <a:buClr>
                <a:srgbClr val="FFFFFF"/>
              </a:buClr>
              <a:buFont typeface="Arial" panose="020B0604020202020204" pitchFamily="34" charset="0"/>
              <a:buChar char="•"/>
            </a:pPr>
            <a:r>
              <a:rPr lang="en-US" sz="2133" kern="0" dirty="0">
                <a:solidFill>
                  <a:srgbClr val="FFFFFF"/>
                </a:solidFill>
                <a:latin typeface="Roboto Mono"/>
                <a:ea typeface="Roboto Mono"/>
                <a:cs typeface="Arial"/>
                <a:sym typeface="Roboto Mono"/>
              </a:rPr>
              <a:t>made up of letters (upper-case or lower-case), digits, and the underscore (_) character.</a:t>
            </a:r>
          </a:p>
          <a:p>
            <a:pPr marL="304815" indent="-304815" defTabSz="609630">
              <a:lnSpc>
                <a:spcPct val="139958"/>
              </a:lnSpc>
              <a:buClr>
                <a:srgbClr val="FFFFFF"/>
              </a:buClr>
              <a:buFont typeface="Arial" panose="020B0604020202020204" pitchFamily="34" charset="0"/>
              <a:buChar char="•"/>
            </a:pPr>
            <a:r>
              <a:rPr lang="en-US" sz="2133" kern="0" dirty="0">
                <a:solidFill>
                  <a:srgbClr val="FFFFFF"/>
                </a:solidFill>
                <a:latin typeface="Roboto Mono"/>
                <a:ea typeface="Roboto Mono"/>
                <a:cs typeface="Arial"/>
                <a:sym typeface="Roboto Mono"/>
              </a:rPr>
              <a:t>must begin with a letter (either upper-case or lower-case) or an underscore.</a:t>
            </a:r>
          </a:p>
          <a:p>
            <a:pPr marL="304815" indent="-304815" defTabSz="609630">
              <a:lnSpc>
                <a:spcPct val="139958"/>
              </a:lnSpc>
              <a:buClr>
                <a:srgbClr val="FFFFFF"/>
              </a:buClr>
              <a:buFont typeface="Arial" panose="020B0604020202020204" pitchFamily="34" charset="0"/>
              <a:buChar char="•"/>
            </a:pPr>
            <a:r>
              <a:rPr lang="en-US" sz="2133" kern="0" dirty="0">
                <a:solidFill>
                  <a:srgbClr val="FFFFFF"/>
                </a:solidFill>
                <a:latin typeface="Roboto Mono"/>
                <a:ea typeface="Roboto Mono"/>
                <a:cs typeface="Arial"/>
                <a:sym typeface="Roboto Mono"/>
              </a:rPr>
              <a:t>Python treats upper-case and lower-case letters as different, so var and Var are two different variables. </a:t>
            </a:r>
          </a:p>
          <a:p>
            <a:pPr marL="304815" indent="-304815" defTabSz="609630">
              <a:lnSpc>
                <a:spcPct val="139958"/>
              </a:lnSpc>
              <a:buClr>
                <a:srgbClr val="FFFFFF"/>
              </a:buClr>
              <a:buFont typeface="Arial" panose="020B0604020202020204" pitchFamily="34" charset="0"/>
              <a:buChar char="•"/>
            </a:pPr>
            <a:r>
              <a:rPr lang="en-US" sz="2133" kern="0" dirty="0">
                <a:solidFill>
                  <a:srgbClr val="FFFFFF"/>
                </a:solidFill>
                <a:latin typeface="Roboto Mono"/>
                <a:ea typeface="Roboto Mono"/>
                <a:cs typeface="Arial"/>
                <a:sym typeface="Roboto Mono"/>
              </a:rPr>
              <a:t>Variable names must not be any of Python's reserved words (keywords).</a:t>
            </a:r>
          </a:p>
          <a:p>
            <a:pPr marL="304815" indent="-304815" defTabSz="609630">
              <a:lnSpc>
                <a:spcPct val="139958"/>
              </a:lnSpc>
              <a:buClr>
                <a:srgbClr val="FFFFFF"/>
              </a:buClr>
              <a:buFont typeface="Arial" panose="020B0604020202020204" pitchFamily="34" charset="0"/>
              <a:buChar char="•"/>
            </a:pPr>
            <a:endParaRPr lang="en-US" sz="2133" kern="0" dirty="0">
              <a:solidFill>
                <a:srgbClr val="FFFFFF"/>
              </a:solidFill>
              <a:latin typeface="Roboto Mono"/>
              <a:ea typeface="Roboto Mono"/>
              <a:cs typeface="Arial"/>
              <a:sym typeface="Roboto Mono"/>
            </a:endParaRPr>
          </a:p>
        </p:txBody>
      </p:sp>
    </p:spTree>
    <p:extLst>
      <p:ext uri="{BB962C8B-B14F-4D97-AF65-F5344CB8AC3E}">
        <p14:creationId xmlns:p14="http://schemas.microsoft.com/office/powerpoint/2010/main" val="350512306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24042" y="217287"/>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solidFill>
              <a:srgbClr val="FF66C4"/>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60"/>
            <a:ext cx="10326008" cy="1062920"/>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5756" kern="0" dirty="0">
                <a:solidFill>
                  <a:srgbClr val="FFFFFF"/>
                </a:solidFill>
                <a:latin typeface="Courier"/>
                <a:cs typeface="Arial"/>
                <a:sym typeface="Courier"/>
              </a:rPr>
              <a:t>Variables</a:t>
            </a:r>
            <a:endParaRPr sz="933"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7" name="Rectangle 1">
            <a:extLst>
              <a:ext uri="{FF2B5EF4-FFF2-40B4-BE49-F238E27FC236}">
                <a16:creationId xmlns:a16="http://schemas.microsoft.com/office/drawing/2014/main" id="{20F41085-CE44-7E37-23E2-A522BDCBBFCD}"/>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6" name="Google Shape;649;p14">
            <a:extLst>
              <a:ext uri="{FF2B5EF4-FFF2-40B4-BE49-F238E27FC236}">
                <a16:creationId xmlns:a16="http://schemas.microsoft.com/office/drawing/2014/main" id="{E3BB16DC-967E-47C6-3CF3-8F532C8FEA25}"/>
              </a:ext>
            </a:extLst>
          </p:cNvPr>
          <p:cNvSpPr txBox="1"/>
          <p:nvPr/>
        </p:nvSpPr>
        <p:spPr>
          <a:xfrm>
            <a:off x="685800" y="2313779"/>
            <a:ext cx="9657840" cy="4595489"/>
          </a:xfrm>
          <a:prstGeom prst="rect">
            <a:avLst/>
          </a:prstGeom>
          <a:noFill/>
          <a:ln>
            <a:noFill/>
          </a:ln>
        </p:spPr>
        <p:txBody>
          <a:bodyPr spcFirstLastPara="1" wrap="square" lIns="0" tIns="0" rIns="0" bIns="0" anchor="t" anchorCtr="0">
            <a:spAutoFit/>
          </a:bodyPr>
          <a:lstStyle/>
          <a:p>
            <a:pPr defTabSz="609630">
              <a:lnSpc>
                <a:spcPct val="139958"/>
              </a:lnSpc>
              <a:buClr>
                <a:srgbClr val="FFFFFF"/>
              </a:buClr>
            </a:pPr>
            <a:r>
              <a:rPr lang="en-US" sz="2133" kern="0" dirty="0">
                <a:solidFill>
                  <a:srgbClr val="FFFFFF"/>
                </a:solidFill>
                <a:latin typeface="Roboto Mono"/>
                <a:ea typeface="Roboto Mono"/>
                <a:cs typeface="Arial"/>
                <a:sym typeface="Roboto Mono"/>
              </a:rPr>
              <a:t>PEP 8 – Style Guide for Python Code:</a:t>
            </a:r>
          </a:p>
          <a:p>
            <a:pPr marL="304815" indent="-304815" defTabSz="609630">
              <a:lnSpc>
                <a:spcPct val="139958"/>
              </a:lnSpc>
              <a:buClr>
                <a:srgbClr val="FFFFFF"/>
              </a:buClr>
              <a:buFont typeface="Arial" panose="020B0604020202020204" pitchFamily="34" charset="0"/>
              <a:buChar char="•"/>
            </a:pPr>
            <a:r>
              <a:rPr lang="en-US" sz="2133" kern="0" dirty="0">
                <a:solidFill>
                  <a:srgbClr val="FFFFFF"/>
                </a:solidFill>
                <a:latin typeface="Roboto Mono"/>
                <a:ea typeface="Roboto Mono"/>
                <a:cs typeface="Arial"/>
                <a:sym typeface="Roboto Mono"/>
              </a:rPr>
              <a:t>variable names should be lowercase, with words separated by underscores to improve readability (e.g., var, </a:t>
            </a:r>
            <a:r>
              <a:rPr lang="en-US" sz="2133" kern="0" dirty="0" err="1">
                <a:solidFill>
                  <a:srgbClr val="FFFFFF"/>
                </a:solidFill>
                <a:latin typeface="Roboto Mono"/>
                <a:ea typeface="Roboto Mono"/>
                <a:cs typeface="Arial"/>
                <a:sym typeface="Roboto Mono"/>
              </a:rPr>
              <a:t>my_variable</a:t>
            </a:r>
            <a:r>
              <a:rPr lang="en-US" sz="2133" kern="0" dirty="0">
                <a:solidFill>
                  <a:srgbClr val="FFFFFF"/>
                </a:solidFill>
                <a:latin typeface="Roboto Mono"/>
                <a:ea typeface="Roboto Mono"/>
                <a:cs typeface="Arial"/>
                <a:sym typeface="Roboto Mono"/>
              </a:rPr>
              <a:t>)</a:t>
            </a:r>
          </a:p>
          <a:p>
            <a:pPr marL="304815" indent="-304815" defTabSz="609630">
              <a:lnSpc>
                <a:spcPct val="139958"/>
              </a:lnSpc>
              <a:buClr>
                <a:srgbClr val="FFFFFF"/>
              </a:buClr>
              <a:buFont typeface="Arial" panose="020B0604020202020204" pitchFamily="34" charset="0"/>
              <a:buChar char="•"/>
            </a:pPr>
            <a:r>
              <a:rPr lang="en-US" sz="2133" kern="0" dirty="0">
                <a:solidFill>
                  <a:srgbClr val="FFFFFF"/>
                </a:solidFill>
                <a:latin typeface="Roboto Mono"/>
                <a:ea typeface="Roboto Mono"/>
                <a:cs typeface="Arial"/>
                <a:sym typeface="Roboto Mono"/>
              </a:rPr>
              <a:t>function names follow the same convention as variable names (e.g., fun, </a:t>
            </a:r>
            <a:r>
              <a:rPr lang="en-US" sz="2133" kern="0" dirty="0" err="1">
                <a:solidFill>
                  <a:srgbClr val="FFFFFF"/>
                </a:solidFill>
                <a:latin typeface="Roboto Mono"/>
                <a:ea typeface="Roboto Mono"/>
                <a:cs typeface="Arial"/>
                <a:sym typeface="Roboto Mono"/>
              </a:rPr>
              <a:t>my_function</a:t>
            </a:r>
            <a:r>
              <a:rPr lang="en-US" sz="2133" kern="0" dirty="0">
                <a:solidFill>
                  <a:srgbClr val="FFFFFF"/>
                </a:solidFill>
                <a:latin typeface="Roboto Mono"/>
                <a:ea typeface="Roboto Mono"/>
                <a:cs typeface="Arial"/>
                <a:sym typeface="Roboto Mono"/>
              </a:rPr>
              <a:t>)</a:t>
            </a:r>
          </a:p>
          <a:p>
            <a:pPr marL="304815" indent="-304815" defTabSz="609630">
              <a:lnSpc>
                <a:spcPct val="139958"/>
              </a:lnSpc>
              <a:buClr>
                <a:srgbClr val="FFFFFF"/>
              </a:buClr>
              <a:buFont typeface="Arial" panose="020B0604020202020204" pitchFamily="34" charset="0"/>
              <a:buChar char="•"/>
            </a:pPr>
            <a:r>
              <a:rPr lang="en-US" sz="2133" kern="0" dirty="0">
                <a:solidFill>
                  <a:srgbClr val="FFFFFF"/>
                </a:solidFill>
                <a:latin typeface="Roboto Mono"/>
                <a:ea typeface="Roboto Mono"/>
                <a:cs typeface="Arial"/>
                <a:sym typeface="Roboto Mono"/>
              </a:rPr>
              <a:t>it's also possible to use mixed case (e.g., </a:t>
            </a:r>
            <a:r>
              <a:rPr lang="en-US" sz="2133" kern="0" dirty="0" err="1">
                <a:solidFill>
                  <a:srgbClr val="FFFFFF"/>
                </a:solidFill>
                <a:latin typeface="Roboto Mono"/>
                <a:ea typeface="Roboto Mono"/>
                <a:cs typeface="Arial"/>
                <a:sym typeface="Roboto Mono"/>
              </a:rPr>
              <a:t>myVariable</a:t>
            </a:r>
            <a:r>
              <a:rPr lang="en-US" sz="2133" kern="0" dirty="0">
                <a:solidFill>
                  <a:srgbClr val="FFFFFF"/>
                </a:solidFill>
                <a:latin typeface="Roboto Mono"/>
                <a:ea typeface="Roboto Mono"/>
                <a:cs typeface="Arial"/>
                <a:sym typeface="Roboto Mono"/>
              </a:rPr>
              <a:t>), but only in contexts where that's already the prevailing style.</a:t>
            </a:r>
          </a:p>
          <a:p>
            <a:pPr defTabSz="609630">
              <a:lnSpc>
                <a:spcPct val="139958"/>
              </a:lnSpc>
              <a:buClr>
                <a:srgbClr val="FFFFFF"/>
              </a:buClr>
            </a:pPr>
            <a:endParaRPr lang="en-US" sz="2133" kern="0" dirty="0">
              <a:solidFill>
                <a:srgbClr val="FFFFFF"/>
              </a:solidFill>
              <a:latin typeface="Roboto Mono"/>
              <a:ea typeface="Roboto Mono"/>
              <a:cs typeface="Arial"/>
              <a:sym typeface="Roboto Mono"/>
            </a:endParaRPr>
          </a:p>
        </p:txBody>
      </p:sp>
      <p:sp>
        <p:nvSpPr>
          <p:cNvPr id="3" name="Rectangle 1">
            <a:extLst>
              <a:ext uri="{FF2B5EF4-FFF2-40B4-BE49-F238E27FC236}">
                <a16:creationId xmlns:a16="http://schemas.microsoft.com/office/drawing/2014/main" id="{0E9B0D59-3084-D5BA-88A0-D33BADA639E4}"/>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Tree>
    <p:extLst>
      <p:ext uri="{BB962C8B-B14F-4D97-AF65-F5344CB8AC3E}">
        <p14:creationId xmlns:p14="http://schemas.microsoft.com/office/powerpoint/2010/main" val="328645012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24042" y="217287"/>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solidFill>
              <a:srgbClr val="FF66C4"/>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60"/>
            <a:ext cx="10326008" cy="1062920"/>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5756" kern="0" dirty="0">
                <a:solidFill>
                  <a:srgbClr val="FFFFFF"/>
                </a:solidFill>
                <a:latin typeface="Courier"/>
                <a:cs typeface="Arial"/>
                <a:sym typeface="Courier"/>
              </a:rPr>
              <a:t>Variables</a:t>
            </a:r>
            <a:endParaRPr sz="933"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7" name="Rectangle 1">
            <a:extLst>
              <a:ext uri="{FF2B5EF4-FFF2-40B4-BE49-F238E27FC236}">
                <a16:creationId xmlns:a16="http://schemas.microsoft.com/office/drawing/2014/main" id="{20F41085-CE44-7E37-23E2-A522BDCBBFCD}"/>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6" name="Google Shape;649;p14">
            <a:extLst>
              <a:ext uri="{FF2B5EF4-FFF2-40B4-BE49-F238E27FC236}">
                <a16:creationId xmlns:a16="http://schemas.microsoft.com/office/drawing/2014/main" id="{E3BB16DC-967E-47C6-3CF3-8F532C8FEA25}"/>
              </a:ext>
            </a:extLst>
          </p:cNvPr>
          <p:cNvSpPr txBox="1"/>
          <p:nvPr/>
        </p:nvSpPr>
        <p:spPr>
          <a:xfrm>
            <a:off x="685800" y="2313779"/>
            <a:ext cx="9657840" cy="2757293"/>
          </a:xfrm>
          <a:prstGeom prst="rect">
            <a:avLst/>
          </a:prstGeom>
          <a:noFill/>
          <a:ln>
            <a:noFill/>
          </a:ln>
        </p:spPr>
        <p:txBody>
          <a:bodyPr spcFirstLastPara="1" wrap="square" lIns="0" tIns="0" rIns="0" bIns="0" anchor="t" anchorCtr="0">
            <a:spAutoFit/>
          </a:bodyPr>
          <a:lstStyle/>
          <a:p>
            <a:pPr defTabSz="609630">
              <a:lnSpc>
                <a:spcPct val="139958"/>
              </a:lnSpc>
              <a:buClr>
                <a:srgbClr val="FFFFFF"/>
              </a:buClr>
            </a:pPr>
            <a:r>
              <a:rPr lang="en-US" sz="2133" kern="0" dirty="0">
                <a:solidFill>
                  <a:srgbClr val="FFFFFF"/>
                </a:solidFill>
                <a:latin typeface="Roboto Mono"/>
                <a:ea typeface="Roboto Mono"/>
                <a:cs typeface="Arial"/>
                <a:sym typeface="Roboto Mono"/>
              </a:rPr>
              <a:t>Keyword or Reserved Keywords. They are reserved because you mustn't use them as names</a:t>
            </a:r>
          </a:p>
          <a:p>
            <a:pPr marL="304815" indent="-304815" defTabSz="609630">
              <a:lnSpc>
                <a:spcPct val="139958"/>
              </a:lnSpc>
              <a:buClr>
                <a:srgbClr val="FFFFFF"/>
              </a:buClr>
              <a:buFont typeface="Arial" panose="020B0604020202020204" pitchFamily="34" charset="0"/>
              <a:buChar char="•"/>
            </a:pPr>
            <a:r>
              <a:rPr lang="en-US" sz="2133" kern="0" dirty="0">
                <a:solidFill>
                  <a:srgbClr val="FFFFFF"/>
                </a:solidFill>
                <a:latin typeface="Roboto Mono"/>
                <a:ea typeface="Roboto Mono"/>
                <a:cs typeface="Arial"/>
                <a:sym typeface="Roboto Mono"/>
              </a:rPr>
              <a:t>False, None, True, and, as , assert, return, in, for etc..</a:t>
            </a:r>
          </a:p>
          <a:p>
            <a:pPr marL="304815" indent="-304815" defTabSz="609630">
              <a:lnSpc>
                <a:spcPct val="139958"/>
              </a:lnSpc>
              <a:buClr>
                <a:srgbClr val="FFFFFF"/>
              </a:buClr>
              <a:buFont typeface="Arial" panose="020B0604020202020204" pitchFamily="34" charset="0"/>
              <a:buChar char="•"/>
            </a:pPr>
            <a:r>
              <a:rPr lang="en-US" sz="2133" kern="0" dirty="0">
                <a:solidFill>
                  <a:srgbClr val="FFFFFF"/>
                </a:solidFill>
                <a:latin typeface="Roboto Mono"/>
                <a:ea typeface="Roboto Mono"/>
                <a:cs typeface="Arial"/>
                <a:sym typeface="Roboto Mono"/>
              </a:rPr>
              <a:t>You can use ‘Import’ but not ‘import’</a:t>
            </a:r>
          </a:p>
          <a:p>
            <a:pPr defTabSz="609630">
              <a:lnSpc>
                <a:spcPct val="139958"/>
              </a:lnSpc>
              <a:buClr>
                <a:srgbClr val="FFFFFF"/>
              </a:buClr>
            </a:pPr>
            <a:endParaRPr lang="en-US" sz="2133" kern="0" dirty="0">
              <a:solidFill>
                <a:srgbClr val="FFFFFF"/>
              </a:solidFill>
              <a:latin typeface="Roboto Mono"/>
              <a:ea typeface="Roboto Mono"/>
              <a:cs typeface="Arial"/>
              <a:sym typeface="Roboto Mono"/>
            </a:endParaRPr>
          </a:p>
        </p:txBody>
      </p:sp>
    </p:spTree>
    <p:extLst>
      <p:ext uri="{BB962C8B-B14F-4D97-AF65-F5344CB8AC3E}">
        <p14:creationId xmlns:p14="http://schemas.microsoft.com/office/powerpoint/2010/main" val="216089530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24042" y="217287"/>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solidFill>
              <a:srgbClr val="FF66C4"/>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60"/>
            <a:ext cx="10326008" cy="1062920"/>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5756" kern="0" dirty="0">
                <a:solidFill>
                  <a:srgbClr val="FFFFFF"/>
                </a:solidFill>
                <a:latin typeface="Courier"/>
                <a:cs typeface="Arial"/>
                <a:sym typeface="Courier"/>
              </a:rPr>
              <a:t>Variables</a:t>
            </a:r>
            <a:endParaRPr sz="933"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7" name="Rectangle 1">
            <a:extLst>
              <a:ext uri="{FF2B5EF4-FFF2-40B4-BE49-F238E27FC236}">
                <a16:creationId xmlns:a16="http://schemas.microsoft.com/office/drawing/2014/main" id="{20F41085-CE44-7E37-23E2-A522BDCBBFCD}"/>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6" name="Google Shape;649;p14">
            <a:extLst>
              <a:ext uri="{FF2B5EF4-FFF2-40B4-BE49-F238E27FC236}">
                <a16:creationId xmlns:a16="http://schemas.microsoft.com/office/drawing/2014/main" id="{E3BB16DC-967E-47C6-3CF3-8F532C8FEA25}"/>
              </a:ext>
            </a:extLst>
          </p:cNvPr>
          <p:cNvSpPr txBox="1"/>
          <p:nvPr/>
        </p:nvSpPr>
        <p:spPr>
          <a:xfrm>
            <a:off x="685800" y="2313779"/>
            <a:ext cx="9657840" cy="1378647"/>
          </a:xfrm>
          <a:prstGeom prst="rect">
            <a:avLst/>
          </a:prstGeom>
          <a:noFill/>
          <a:ln>
            <a:noFill/>
          </a:ln>
        </p:spPr>
        <p:txBody>
          <a:bodyPr spcFirstLastPara="1" wrap="square" lIns="0" tIns="0" rIns="0" bIns="0" anchor="t" anchorCtr="0">
            <a:spAutoFit/>
          </a:bodyPr>
          <a:lstStyle/>
          <a:p>
            <a:pPr defTabSz="609630">
              <a:lnSpc>
                <a:spcPct val="139958"/>
              </a:lnSpc>
              <a:buClr>
                <a:srgbClr val="FFFFFF"/>
              </a:buClr>
            </a:pPr>
            <a:r>
              <a:rPr lang="en-US" sz="2133" kern="0" dirty="0" err="1">
                <a:solidFill>
                  <a:srgbClr val="FFFFFF"/>
                </a:solidFill>
                <a:latin typeface="Roboto Mono"/>
                <a:ea typeface="Roboto Mono"/>
                <a:cs typeface="Arial"/>
                <a:sym typeface="Roboto Mono"/>
              </a:rPr>
              <a:t>Shorcut</a:t>
            </a:r>
            <a:r>
              <a:rPr lang="en-US" sz="2133" kern="0" dirty="0">
                <a:solidFill>
                  <a:srgbClr val="FFFFFF"/>
                </a:solidFill>
                <a:latin typeface="Roboto Mono"/>
                <a:ea typeface="Roboto Mono"/>
                <a:cs typeface="Arial"/>
                <a:sym typeface="Roboto Mono"/>
              </a:rPr>
              <a:t> Operator:</a:t>
            </a:r>
          </a:p>
          <a:p>
            <a:pPr marL="304815" indent="-304815" defTabSz="609630">
              <a:lnSpc>
                <a:spcPct val="139958"/>
              </a:lnSpc>
              <a:buClr>
                <a:srgbClr val="FFFFFF"/>
              </a:buClr>
              <a:buFont typeface="Arial" panose="020B0604020202020204" pitchFamily="34" charset="0"/>
              <a:buChar char="•"/>
            </a:pPr>
            <a:r>
              <a:rPr lang="en-US" sz="2133" kern="0" dirty="0">
                <a:solidFill>
                  <a:srgbClr val="FFFFFF"/>
                </a:solidFill>
                <a:latin typeface="Roboto Mono"/>
                <a:ea typeface="Roboto Mono"/>
                <a:cs typeface="Arial"/>
                <a:sym typeface="Roboto Mono"/>
              </a:rPr>
              <a:t>X = x * 2 (</a:t>
            </a:r>
            <a:r>
              <a:rPr lang="en-US" sz="2133" kern="0" dirty="0">
                <a:solidFill>
                  <a:srgbClr val="FF66C4"/>
                </a:solidFill>
                <a:latin typeface="Roboto Mono"/>
                <a:ea typeface="Roboto Mono"/>
                <a:cs typeface="Arial"/>
                <a:sym typeface="Roboto Mono"/>
              </a:rPr>
              <a:t>x *= 2</a:t>
            </a:r>
            <a:r>
              <a:rPr lang="en-US" sz="2133" kern="0" dirty="0">
                <a:solidFill>
                  <a:srgbClr val="FFFFFF"/>
                </a:solidFill>
                <a:latin typeface="Roboto Mono"/>
                <a:ea typeface="Roboto Mono"/>
                <a:cs typeface="Arial"/>
                <a:sym typeface="Roboto Mono"/>
              </a:rPr>
              <a:t>)</a:t>
            </a:r>
          </a:p>
          <a:p>
            <a:pPr marL="304815" indent="-304815" defTabSz="609630">
              <a:lnSpc>
                <a:spcPct val="139958"/>
              </a:lnSpc>
              <a:buClr>
                <a:srgbClr val="FFFFFF"/>
              </a:buClr>
              <a:buFont typeface="Arial" panose="020B0604020202020204" pitchFamily="34" charset="0"/>
              <a:buChar char="•"/>
            </a:pPr>
            <a:r>
              <a:rPr lang="en-US" sz="2133" kern="0" dirty="0">
                <a:solidFill>
                  <a:srgbClr val="FFFFFF"/>
                </a:solidFill>
                <a:latin typeface="Roboto Mono"/>
                <a:ea typeface="Roboto Mono"/>
                <a:cs typeface="Arial"/>
                <a:sym typeface="Roboto Mono"/>
              </a:rPr>
              <a:t>Sheep = sheep + 1 (</a:t>
            </a:r>
            <a:r>
              <a:rPr lang="en-US" sz="2133" kern="0" dirty="0">
                <a:solidFill>
                  <a:srgbClr val="FF66C4"/>
                </a:solidFill>
                <a:latin typeface="Roboto Mono"/>
                <a:ea typeface="Roboto Mono"/>
                <a:cs typeface="Arial"/>
                <a:sym typeface="Roboto Mono"/>
              </a:rPr>
              <a:t>sheep += 1</a:t>
            </a:r>
            <a:r>
              <a:rPr lang="en-US" sz="2133" kern="0" dirty="0">
                <a:solidFill>
                  <a:srgbClr val="FFFFFF"/>
                </a:solidFill>
                <a:latin typeface="Roboto Mono"/>
                <a:ea typeface="Roboto Mono"/>
                <a:cs typeface="Arial"/>
                <a:sym typeface="Roboto Mono"/>
              </a:rPr>
              <a:t>)</a:t>
            </a:r>
          </a:p>
        </p:txBody>
      </p:sp>
      <p:sp>
        <p:nvSpPr>
          <p:cNvPr id="3" name="Rectangle 1">
            <a:extLst>
              <a:ext uri="{FF2B5EF4-FFF2-40B4-BE49-F238E27FC236}">
                <a16:creationId xmlns:a16="http://schemas.microsoft.com/office/drawing/2014/main" id="{0E9B0D59-3084-D5BA-88A0-D33BADA639E4}"/>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4" name="Rectangle 1">
            <a:extLst>
              <a:ext uri="{FF2B5EF4-FFF2-40B4-BE49-F238E27FC236}">
                <a16:creationId xmlns:a16="http://schemas.microsoft.com/office/drawing/2014/main" id="{23F2007E-42F7-9440-F3A0-FD42A273BA15}"/>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8" name="TextBox 7">
            <a:extLst>
              <a:ext uri="{FF2B5EF4-FFF2-40B4-BE49-F238E27FC236}">
                <a16:creationId xmlns:a16="http://schemas.microsoft.com/office/drawing/2014/main" id="{74102789-3484-2985-53FE-13735B922875}"/>
              </a:ext>
            </a:extLst>
          </p:cNvPr>
          <p:cNvSpPr txBox="1"/>
          <p:nvPr/>
        </p:nvSpPr>
        <p:spPr>
          <a:xfrm>
            <a:off x="685800" y="3813169"/>
            <a:ext cx="8101698" cy="2678234"/>
          </a:xfrm>
          <a:prstGeom prst="rect">
            <a:avLst/>
          </a:prstGeom>
          <a:noFill/>
        </p:spPr>
        <p:txBody>
          <a:bodyPr wrap="square">
            <a:spAutoFit/>
          </a:bodyPr>
          <a:lstStyle/>
          <a:p>
            <a:pPr defTabSz="609630" eaLnBrk="0" fontAlgn="base" hangingPunct="0">
              <a:spcBef>
                <a:spcPct val="0"/>
              </a:spcBef>
              <a:spcAft>
                <a:spcPct val="0"/>
              </a:spcAft>
            </a:pPr>
            <a:r>
              <a:rPr lang="en-US" altLang="en-US" sz="1867" kern="0" dirty="0" err="1">
                <a:solidFill>
                  <a:srgbClr val="FFFFFF"/>
                </a:solidFill>
                <a:latin typeface="Courier New" panose="02070309020205020404" pitchFamily="49" charset="0"/>
                <a:cs typeface="Courier New" panose="02070309020205020404" pitchFamily="49" charset="0"/>
                <a:sym typeface="Arial"/>
              </a:rPr>
              <a:t>i</a:t>
            </a:r>
            <a:r>
              <a:rPr lang="en-US" altLang="en-US" sz="1867" kern="0" dirty="0">
                <a:solidFill>
                  <a:srgbClr val="FFFFFF"/>
                </a:solidFill>
                <a:latin typeface="Courier New" panose="02070309020205020404" pitchFamily="49" charset="0"/>
                <a:cs typeface="Courier New" panose="02070309020205020404" pitchFamily="49" charset="0"/>
                <a:sym typeface="Arial"/>
              </a:rPr>
              <a:t> = </a:t>
            </a:r>
            <a:r>
              <a:rPr lang="en-US" altLang="en-US" sz="1867" kern="0" dirty="0" err="1">
                <a:solidFill>
                  <a:srgbClr val="FFFFFF"/>
                </a:solidFill>
                <a:latin typeface="Courier New" panose="02070309020205020404" pitchFamily="49" charset="0"/>
                <a:cs typeface="Courier New" panose="02070309020205020404" pitchFamily="49" charset="0"/>
                <a:sym typeface="Arial"/>
              </a:rPr>
              <a:t>i</a:t>
            </a:r>
            <a:r>
              <a:rPr lang="en-US" altLang="en-US" sz="1867" kern="0" dirty="0">
                <a:solidFill>
                  <a:srgbClr val="FFFFFF"/>
                </a:solidFill>
                <a:latin typeface="Courier New" panose="02070309020205020404" pitchFamily="49" charset="0"/>
                <a:cs typeface="Courier New" panose="02070309020205020404" pitchFamily="49" charset="0"/>
                <a:sym typeface="Arial"/>
              </a:rPr>
              <a:t> + 2 * j</a:t>
            </a:r>
            <a:r>
              <a:rPr lang="en-US" altLang="en-US" sz="1867" kern="0" dirty="0">
                <a:solidFill>
                  <a:srgbClr val="FFFFFF"/>
                </a:solidFill>
                <a:latin typeface="Open Sans" panose="020B0606030504020204" pitchFamily="34" charset="0"/>
                <a:cs typeface="Open Sans" panose="020B0606030504020204" pitchFamily="34" charset="0"/>
                <a:sym typeface="Arial"/>
              </a:rPr>
              <a:t> </a:t>
            </a:r>
            <a:r>
              <a:rPr lang="en-US" altLang="en-US" sz="1867" kern="0" dirty="0">
                <a:solidFill>
                  <a:srgbClr val="FF66C4"/>
                </a:solidFill>
                <a:latin typeface="Open Sans" panose="020B0606030504020204" pitchFamily="34" charset="0"/>
                <a:cs typeface="Open Sans" panose="020B0606030504020204" pitchFamily="34" charset="0"/>
                <a:sym typeface="Arial"/>
              </a:rPr>
              <a:t>⇒</a:t>
            </a:r>
            <a:r>
              <a:rPr lang="en-US" altLang="en-US" sz="1867" kern="0" dirty="0">
                <a:solidFill>
                  <a:srgbClr val="FFFFFF"/>
                </a:solidFill>
                <a:latin typeface="Open Sans" panose="020B0606030504020204" pitchFamily="34" charset="0"/>
                <a:cs typeface="Open Sans" panose="020B0606030504020204" pitchFamily="34" charset="0"/>
                <a:sym typeface="Arial"/>
              </a:rPr>
              <a:t> </a:t>
            </a:r>
            <a:r>
              <a:rPr lang="en-US" altLang="en-US" sz="1867" kern="0" dirty="0" err="1">
                <a:solidFill>
                  <a:srgbClr val="FFFFFF"/>
                </a:solidFill>
                <a:latin typeface="Courier New" panose="02070309020205020404" pitchFamily="49" charset="0"/>
                <a:cs typeface="Courier New" panose="02070309020205020404" pitchFamily="49" charset="0"/>
                <a:sym typeface="Arial"/>
              </a:rPr>
              <a:t>i</a:t>
            </a:r>
            <a:r>
              <a:rPr lang="en-US" altLang="en-US" sz="1867" kern="0" dirty="0">
                <a:solidFill>
                  <a:srgbClr val="FFFFFF"/>
                </a:solidFill>
                <a:latin typeface="Courier New" panose="02070309020205020404" pitchFamily="49" charset="0"/>
                <a:cs typeface="Courier New" panose="02070309020205020404" pitchFamily="49" charset="0"/>
                <a:sym typeface="Arial"/>
              </a:rPr>
              <a:t> += 2 * j</a:t>
            </a:r>
          </a:p>
          <a:p>
            <a:pPr defTabSz="609630" eaLnBrk="0" fontAlgn="base" hangingPunct="0">
              <a:spcBef>
                <a:spcPct val="0"/>
              </a:spcBef>
              <a:spcAft>
                <a:spcPct val="0"/>
              </a:spcAft>
            </a:pPr>
            <a:endParaRPr lang="en-US" altLang="en-US" sz="1867" kern="0" dirty="0">
              <a:solidFill>
                <a:srgbClr val="FFFFFF"/>
              </a:solidFill>
              <a:latin typeface="Arial"/>
              <a:cs typeface="Arial"/>
              <a:sym typeface="Arial"/>
            </a:endParaRPr>
          </a:p>
          <a:p>
            <a:pPr defTabSz="609630" eaLnBrk="0" fontAlgn="base" hangingPunct="0">
              <a:spcBef>
                <a:spcPct val="0"/>
              </a:spcBef>
              <a:spcAft>
                <a:spcPct val="0"/>
              </a:spcAft>
            </a:pPr>
            <a:r>
              <a:rPr lang="en-US" altLang="en-US" sz="1867" kern="0" dirty="0">
                <a:solidFill>
                  <a:srgbClr val="FFFFFF"/>
                </a:solidFill>
                <a:latin typeface="Courier New" panose="02070309020205020404" pitchFamily="49" charset="0"/>
                <a:cs typeface="Courier New" panose="02070309020205020404" pitchFamily="49" charset="0"/>
                <a:sym typeface="Arial"/>
              </a:rPr>
              <a:t>var = var / 2</a:t>
            </a:r>
            <a:r>
              <a:rPr lang="en-US" altLang="en-US" sz="1867" kern="0" dirty="0">
                <a:solidFill>
                  <a:srgbClr val="FFFFFF"/>
                </a:solidFill>
                <a:latin typeface="Open Sans" panose="020B0606030504020204" pitchFamily="34" charset="0"/>
                <a:cs typeface="Open Sans" panose="020B0606030504020204" pitchFamily="34" charset="0"/>
                <a:sym typeface="Arial"/>
              </a:rPr>
              <a:t> </a:t>
            </a:r>
            <a:r>
              <a:rPr lang="en-US" altLang="en-US" sz="1867" kern="0" dirty="0">
                <a:solidFill>
                  <a:srgbClr val="FF66C4"/>
                </a:solidFill>
                <a:latin typeface="Open Sans" panose="020B0606030504020204" pitchFamily="34" charset="0"/>
                <a:cs typeface="Open Sans" panose="020B0606030504020204" pitchFamily="34" charset="0"/>
                <a:sym typeface="Arial"/>
              </a:rPr>
              <a:t>⇒</a:t>
            </a:r>
            <a:r>
              <a:rPr lang="en-US" altLang="en-US" sz="1867" kern="0" dirty="0">
                <a:solidFill>
                  <a:srgbClr val="FFFFFF"/>
                </a:solidFill>
                <a:latin typeface="Open Sans" panose="020B0606030504020204" pitchFamily="34" charset="0"/>
                <a:cs typeface="Open Sans" panose="020B0606030504020204" pitchFamily="34" charset="0"/>
                <a:sym typeface="Arial"/>
              </a:rPr>
              <a:t> </a:t>
            </a:r>
            <a:r>
              <a:rPr lang="en-US" altLang="en-US" sz="1867" kern="0" dirty="0">
                <a:solidFill>
                  <a:srgbClr val="FFFFFF"/>
                </a:solidFill>
                <a:latin typeface="Courier New" panose="02070309020205020404" pitchFamily="49" charset="0"/>
                <a:cs typeface="Courier New" panose="02070309020205020404" pitchFamily="49" charset="0"/>
                <a:sym typeface="Arial"/>
              </a:rPr>
              <a:t>var /= 2</a:t>
            </a:r>
          </a:p>
          <a:p>
            <a:pPr defTabSz="609630" eaLnBrk="0" fontAlgn="base" hangingPunct="0">
              <a:spcBef>
                <a:spcPct val="0"/>
              </a:spcBef>
              <a:spcAft>
                <a:spcPct val="0"/>
              </a:spcAft>
            </a:pPr>
            <a:endParaRPr lang="en-US" altLang="en-US" sz="1867" kern="0" dirty="0">
              <a:solidFill>
                <a:srgbClr val="FFFFFF"/>
              </a:solidFill>
              <a:latin typeface="Arial"/>
              <a:cs typeface="Arial"/>
              <a:sym typeface="Arial"/>
            </a:endParaRPr>
          </a:p>
          <a:p>
            <a:pPr defTabSz="609630" eaLnBrk="0" fontAlgn="base" hangingPunct="0">
              <a:spcBef>
                <a:spcPct val="0"/>
              </a:spcBef>
              <a:spcAft>
                <a:spcPct val="0"/>
              </a:spcAft>
            </a:pPr>
            <a:r>
              <a:rPr lang="en-US" altLang="en-US" sz="1867" kern="0" dirty="0">
                <a:solidFill>
                  <a:srgbClr val="FFFFFF"/>
                </a:solidFill>
                <a:latin typeface="Courier New" panose="02070309020205020404" pitchFamily="49" charset="0"/>
                <a:cs typeface="Courier New" panose="02070309020205020404" pitchFamily="49" charset="0"/>
                <a:sym typeface="Arial"/>
              </a:rPr>
              <a:t>rem = rem % 10</a:t>
            </a:r>
            <a:r>
              <a:rPr lang="en-US" altLang="en-US" sz="1867" kern="0" dirty="0">
                <a:solidFill>
                  <a:srgbClr val="FFFFFF"/>
                </a:solidFill>
                <a:latin typeface="Open Sans" panose="020B0606030504020204" pitchFamily="34" charset="0"/>
                <a:cs typeface="Open Sans" panose="020B0606030504020204" pitchFamily="34" charset="0"/>
                <a:sym typeface="Arial"/>
              </a:rPr>
              <a:t> </a:t>
            </a:r>
            <a:r>
              <a:rPr lang="en-US" altLang="en-US" sz="1867" kern="0" dirty="0">
                <a:solidFill>
                  <a:srgbClr val="FF66C4"/>
                </a:solidFill>
                <a:latin typeface="Open Sans" panose="020B0606030504020204" pitchFamily="34" charset="0"/>
                <a:cs typeface="Open Sans" panose="020B0606030504020204" pitchFamily="34" charset="0"/>
                <a:sym typeface="Arial"/>
              </a:rPr>
              <a:t>⇒</a:t>
            </a:r>
            <a:r>
              <a:rPr lang="en-US" altLang="en-US" sz="1867" kern="0" dirty="0">
                <a:solidFill>
                  <a:srgbClr val="FFFFFF"/>
                </a:solidFill>
                <a:latin typeface="Open Sans" panose="020B0606030504020204" pitchFamily="34" charset="0"/>
                <a:cs typeface="Open Sans" panose="020B0606030504020204" pitchFamily="34" charset="0"/>
                <a:sym typeface="Arial"/>
              </a:rPr>
              <a:t> </a:t>
            </a:r>
            <a:r>
              <a:rPr lang="en-US" altLang="en-US" sz="1867" kern="0" dirty="0">
                <a:solidFill>
                  <a:srgbClr val="FFFFFF"/>
                </a:solidFill>
                <a:latin typeface="Courier New" panose="02070309020205020404" pitchFamily="49" charset="0"/>
                <a:cs typeface="Courier New" panose="02070309020205020404" pitchFamily="49" charset="0"/>
                <a:sym typeface="Arial"/>
              </a:rPr>
              <a:t>rem %= 10</a:t>
            </a:r>
          </a:p>
          <a:p>
            <a:pPr defTabSz="609630" eaLnBrk="0" fontAlgn="base" hangingPunct="0">
              <a:spcBef>
                <a:spcPct val="0"/>
              </a:spcBef>
              <a:spcAft>
                <a:spcPct val="0"/>
              </a:spcAft>
            </a:pPr>
            <a:endParaRPr lang="en-US" altLang="en-US" sz="1867" kern="0" dirty="0">
              <a:solidFill>
                <a:srgbClr val="FFFFFF"/>
              </a:solidFill>
              <a:latin typeface="Arial"/>
              <a:cs typeface="Arial"/>
              <a:sym typeface="Arial"/>
            </a:endParaRPr>
          </a:p>
          <a:p>
            <a:pPr defTabSz="609630" eaLnBrk="0" fontAlgn="base" hangingPunct="0">
              <a:spcBef>
                <a:spcPct val="0"/>
              </a:spcBef>
              <a:spcAft>
                <a:spcPct val="0"/>
              </a:spcAft>
            </a:pPr>
            <a:r>
              <a:rPr lang="en-US" altLang="en-US" sz="1867" kern="0" dirty="0">
                <a:solidFill>
                  <a:srgbClr val="FFFFFF"/>
                </a:solidFill>
                <a:latin typeface="Courier New" panose="02070309020205020404" pitchFamily="49" charset="0"/>
                <a:cs typeface="Courier New" panose="02070309020205020404" pitchFamily="49" charset="0"/>
                <a:sym typeface="Arial"/>
              </a:rPr>
              <a:t>j = j - (</a:t>
            </a:r>
            <a:r>
              <a:rPr lang="en-US" altLang="en-US" sz="1867" kern="0" dirty="0" err="1">
                <a:solidFill>
                  <a:srgbClr val="FFFFFF"/>
                </a:solidFill>
                <a:latin typeface="Courier New" panose="02070309020205020404" pitchFamily="49" charset="0"/>
                <a:cs typeface="Courier New" panose="02070309020205020404" pitchFamily="49" charset="0"/>
                <a:sym typeface="Arial"/>
              </a:rPr>
              <a:t>i</a:t>
            </a:r>
            <a:r>
              <a:rPr lang="en-US" altLang="en-US" sz="1867" kern="0" dirty="0">
                <a:solidFill>
                  <a:srgbClr val="FFFFFF"/>
                </a:solidFill>
                <a:latin typeface="Courier New" panose="02070309020205020404" pitchFamily="49" charset="0"/>
                <a:cs typeface="Courier New" panose="02070309020205020404" pitchFamily="49" charset="0"/>
                <a:sym typeface="Arial"/>
              </a:rPr>
              <a:t> + var + rem)</a:t>
            </a:r>
            <a:r>
              <a:rPr lang="en-US" altLang="en-US" sz="1867" kern="0" dirty="0">
                <a:solidFill>
                  <a:srgbClr val="FFFFFF"/>
                </a:solidFill>
                <a:latin typeface="Open Sans" panose="020B0606030504020204" pitchFamily="34" charset="0"/>
                <a:cs typeface="Open Sans" panose="020B0606030504020204" pitchFamily="34" charset="0"/>
                <a:sym typeface="Arial"/>
              </a:rPr>
              <a:t> </a:t>
            </a:r>
            <a:r>
              <a:rPr lang="en-US" altLang="en-US" sz="1867" kern="0" dirty="0">
                <a:solidFill>
                  <a:srgbClr val="FF66C4"/>
                </a:solidFill>
                <a:latin typeface="Open Sans" panose="020B0606030504020204" pitchFamily="34" charset="0"/>
                <a:cs typeface="Open Sans" panose="020B0606030504020204" pitchFamily="34" charset="0"/>
                <a:sym typeface="Arial"/>
              </a:rPr>
              <a:t>⇒</a:t>
            </a:r>
            <a:r>
              <a:rPr lang="en-US" altLang="en-US" sz="1867" kern="0" dirty="0">
                <a:solidFill>
                  <a:srgbClr val="FFFFFF"/>
                </a:solidFill>
                <a:latin typeface="Open Sans" panose="020B0606030504020204" pitchFamily="34" charset="0"/>
                <a:cs typeface="Open Sans" panose="020B0606030504020204" pitchFamily="34" charset="0"/>
                <a:sym typeface="Arial"/>
              </a:rPr>
              <a:t> </a:t>
            </a:r>
            <a:r>
              <a:rPr lang="en-US" altLang="en-US" sz="1867" kern="0" dirty="0">
                <a:solidFill>
                  <a:srgbClr val="FFFFFF"/>
                </a:solidFill>
                <a:latin typeface="Courier New" panose="02070309020205020404" pitchFamily="49" charset="0"/>
                <a:cs typeface="Courier New" panose="02070309020205020404" pitchFamily="49" charset="0"/>
                <a:sym typeface="Arial"/>
              </a:rPr>
              <a:t>j -= (</a:t>
            </a:r>
            <a:r>
              <a:rPr lang="en-US" altLang="en-US" sz="1867" kern="0" dirty="0" err="1">
                <a:solidFill>
                  <a:srgbClr val="FFFFFF"/>
                </a:solidFill>
                <a:latin typeface="Courier New" panose="02070309020205020404" pitchFamily="49" charset="0"/>
                <a:cs typeface="Courier New" panose="02070309020205020404" pitchFamily="49" charset="0"/>
                <a:sym typeface="Arial"/>
              </a:rPr>
              <a:t>i</a:t>
            </a:r>
            <a:r>
              <a:rPr lang="en-US" altLang="en-US" sz="1867" kern="0" dirty="0">
                <a:solidFill>
                  <a:srgbClr val="FFFFFF"/>
                </a:solidFill>
                <a:latin typeface="Courier New" panose="02070309020205020404" pitchFamily="49" charset="0"/>
                <a:cs typeface="Courier New" panose="02070309020205020404" pitchFamily="49" charset="0"/>
                <a:sym typeface="Arial"/>
              </a:rPr>
              <a:t> + var + rem)</a:t>
            </a:r>
          </a:p>
          <a:p>
            <a:pPr defTabSz="609630" eaLnBrk="0" fontAlgn="base" hangingPunct="0">
              <a:spcBef>
                <a:spcPct val="0"/>
              </a:spcBef>
              <a:spcAft>
                <a:spcPct val="0"/>
              </a:spcAft>
            </a:pPr>
            <a:endParaRPr lang="en-US" altLang="en-US" sz="1867" kern="0" dirty="0">
              <a:solidFill>
                <a:srgbClr val="FFFFFF"/>
              </a:solidFill>
              <a:latin typeface="Arial"/>
              <a:cs typeface="Arial"/>
              <a:sym typeface="Arial"/>
            </a:endParaRPr>
          </a:p>
          <a:p>
            <a:pPr defTabSz="609630" eaLnBrk="0" fontAlgn="base" hangingPunct="0">
              <a:spcBef>
                <a:spcPct val="0"/>
              </a:spcBef>
              <a:spcAft>
                <a:spcPct val="0"/>
              </a:spcAft>
            </a:pPr>
            <a:r>
              <a:rPr lang="en-US" altLang="en-US" sz="1867" kern="0" dirty="0">
                <a:solidFill>
                  <a:srgbClr val="FFFFFF"/>
                </a:solidFill>
                <a:latin typeface="Courier New" panose="02070309020205020404" pitchFamily="49" charset="0"/>
                <a:cs typeface="Courier New" panose="02070309020205020404" pitchFamily="49" charset="0"/>
                <a:sym typeface="Arial"/>
              </a:rPr>
              <a:t>x = x ** 2</a:t>
            </a:r>
            <a:r>
              <a:rPr lang="en-US" altLang="en-US" sz="1867" kern="0" dirty="0">
                <a:solidFill>
                  <a:srgbClr val="FFFFFF"/>
                </a:solidFill>
                <a:latin typeface="Open Sans" panose="020B0606030504020204" pitchFamily="34" charset="0"/>
                <a:cs typeface="Open Sans" panose="020B0606030504020204" pitchFamily="34" charset="0"/>
                <a:sym typeface="Arial"/>
              </a:rPr>
              <a:t> </a:t>
            </a:r>
            <a:r>
              <a:rPr lang="en-US" altLang="en-US" sz="1867" kern="0" dirty="0">
                <a:solidFill>
                  <a:srgbClr val="FF66C4"/>
                </a:solidFill>
                <a:latin typeface="Open Sans" panose="020B0606030504020204" pitchFamily="34" charset="0"/>
                <a:cs typeface="Open Sans" panose="020B0606030504020204" pitchFamily="34" charset="0"/>
                <a:sym typeface="Arial"/>
              </a:rPr>
              <a:t>⇒</a:t>
            </a:r>
            <a:r>
              <a:rPr lang="en-US" altLang="en-US" sz="1867" kern="0" dirty="0">
                <a:solidFill>
                  <a:srgbClr val="FFFFFF"/>
                </a:solidFill>
                <a:latin typeface="Open Sans" panose="020B0606030504020204" pitchFamily="34" charset="0"/>
                <a:cs typeface="Open Sans" panose="020B0606030504020204" pitchFamily="34" charset="0"/>
                <a:sym typeface="Arial"/>
              </a:rPr>
              <a:t> </a:t>
            </a:r>
            <a:r>
              <a:rPr lang="en-US" altLang="en-US" sz="1867" kern="0" dirty="0">
                <a:solidFill>
                  <a:srgbClr val="FFFFFF"/>
                </a:solidFill>
                <a:latin typeface="Courier New" panose="02070309020205020404" pitchFamily="49" charset="0"/>
                <a:cs typeface="Courier New" panose="02070309020205020404" pitchFamily="49" charset="0"/>
                <a:sym typeface="Arial"/>
              </a:rPr>
              <a:t>x **= 2</a:t>
            </a:r>
            <a:endParaRPr lang="en-US" altLang="en-US" sz="1867" kern="0" dirty="0">
              <a:solidFill>
                <a:srgbClr val="FFFFFF"/>
              </a:solidFill>
              <a:latin typeface="Arial" panose="020B0604020202020204" pitchFamily="34" charset="0"/>
              <a:cs typeface="Arial"/>
              <a:sym typeface="Arial"/>
            </a:endParaRPr>
          </a:p>
        </p:txBody>
      </p:sp>
    </p:spTree>
    <p:extLst>
      <p:ext uri="{BB962C8B-B14F-4D97-AF65-F5344CB8AC3E}">
        <p14:creationId xmlns:p14="http://schemas.microsoft.com/office/powerpoint/2010/main" val="355255542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24042" y="217287"/>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solidFill>
              <a:srgbClr val="FF66C4"/>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60"/>
            <a:ext cx="10326008" cy="1062920"/>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5756" kern="0" dirty="0">
                <a:solidFill>
                  <a:srgbClr val="FFFFFF"/>
                </a:solidFill>
                <a:latin typeface="Courier"/>
                <a:cs typeface="Arial"/>
                <a:sym typeface="Courier"/>
              </a:rPr>
              <a:t>Variables</a:t>
            </a:r>
            <a:endParaRPr sz="933"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7" name="Rectangle 1">
            <a:extLst>
              <a:ext uri="{FF2B5EF4-FFF2-40B4-BE49-F238E27FC236}">
                <a16:creationId xmlns:a16="http://schemas.microsoft.com/office/drawing/2014/main" id="{20F41085-CE44-7E37-23E2-A522BDCBBFCD}"/>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6" name="Google Shape;649;p14">
            <a:extLst>
              <a:ext uri="{FF2B5EF4-FFF2-40B4-BE49-F238E27FC236}">
                <a16:creationId xmlns:a16="http://schemas.microsoft.com/office/drawing/2014/main" id="{E3BB16DC-967E-47C6-3CF3-8F532C8FEA25}"/>
              </a:ext>
            </a:extLst>
          </p:cNvPr>
          <p:cNvSpPr txBox="1"/>
          <p:nvPr/>
        </p:nvSpPr>
        <p:spPr>
          <a:xfrm>
            <a:off x="685800" y="2313779"/>
            <a:ext cx="11163539" cy="3676391"/>
          </a:xfrm>
          <a:prstGeom prst="rect">
            <a:avLst/>
          </a:prstGeom>
          <a:noFill/>
          <a:ln>
            <a:noFill/>
          </a:ln>
        </p:spPr>
        <p:txBody>
          <a:bodyPr spcFirstLastPara="1" wrap="square" lIns="0" tIns="0" rIns="0" bIns="0" anchor="t" anchorCtr="0">
            <a:spAutoFit/>
          </a:bodyPr>
          <a:lstStyle/>
          <a:p>
            <a:pPr marL="304815" indent="-304815" defTabSz="609630">
              <a:lnSpc>
                <a:spcPct val="139958"/>
              </a:lnSpc>
              <a:buClr>
                <a:srgbClr val="FFFFFF"/>
              </a:buClr>
              <a:buFont typeface="Arial" panose="020B0604020202020204" pitchFamily="34" charset="0"/>
              <a:buChar char="•"/>
            </a:pPr>
            <a:r>
              <a:rPr lang="en-US" sz="2133" kern="0" dirty="0">
                <a:solidFill>
                  <a:srgbClr val="FF66C4"/>
                </a:solidFill>
                <a:latin typeface="Roboto Mono"/>
                <a:ea typeface="Roboto Mono"/>
                <a:cs typeface="Arial"/>
                <a:sym typeface="Roboto Mono"/>
              </a:rPr>
              <a:t>Variable Definition</a:t>
            </a:r>
            <a:r>
              <a:rPr lang="en-US" sz="2133" kern="0" dirty="0">
                <a:solidFill>
                  <a:srgbClr val="FFFFFF"/>
                </a:solidFill>
                <a:latin typeface="Roboto Mono"/>
                <a:ea typeface="Roboto Mono"/>
                <a:cs typeface="Arial"/>
                <a:sym typeface="Roboto Mono"/>
              </a:rPr>
              <a:t>: A variable is a named memory location for storing values, automatically created upon assignment. </a:t>
            </a:r>
          </a:p>
          <a:p>
            <a:pPr defTabSz="609630">
              <a:lnSpc>
                <a:spcPct val="139958"/>
              </a:lnSpc>
              <a:buClr>
                <a:srgbClr val="FFFFFF"/>
              </a:buClr>
            </a:pPr>
            <a:endParaRPr lang="en-US" sz="2133" kern="0" dirty="0">
              <a:solidFill>
                <a:srgbClr val="FFFFFF"/>
              </a:solidFill>
              <a:latin typeface="Roboto Mono"/>
              <a:ea typeface="Roboto Mono"/>
              <a:cs typeface="Arial"/>
              <a:sym typeface="Roboto Mono"/>
            </a:endParaRPr>
          </a:p>
          <a:p>
            <a:pPr marL="304815" indent="-304815" defTabSz="609630">
              <a:lnSpc>
                <a:spcPct val="139958"/>
              </a:lnSpc>
              <a:buClr>
                <a:srgbClr val="FFFFFF"/>
              </a:buClr>
              <a:buFont typeface="Arial" panose="020B0604020202020204" pitchFamily="34" charset="0"/>
              <a:buChar char="•"/>
            </a:pPr>
            <a:r>
              <a:rPr lang="en-US" sz="2133" kern="0" dirty="0">
                <a:solidFill>
                  <a:srgbClr val="FF66C4"/>
                </a:solidFill>
                <a:latin typeface="Roboto Mono"/>
                <a:ea typeface="Roboto Mono"/>
                <a:cs typeface="Arial"/>
                <a:sym typeface="Roboto Mono"/>
              </a:rPr>
              <a:t>Identifiers</a:t>
            </a:r>
            <a:r>
              <a:rPr lang="en-US" sz="2133" kern="0" dirty="0">
                <a:solidFill>
                  <a:srgbClr val="FFFFFF"/>
                </a:solidFill>
                <a:latin typeface="Roboto Mono"/>
                <a:ea typeface="Roboto Mono"/>
                <a:cs typeface="Arial"/>
                <a:sym typeface="Roboto Mono"/>
              </a:rPr>
              <a:t>: Variable names (identifiers) must be unique, begin with an underscore or letter, and cannot be Python keywords. They may include underscores, letters, and digits, and are case-sensitive. </a:t>
            </a:r>
          </a:p>
          <a:p>
            <a:pPr defTabSz="609630">
              <a:lnSpc>
                <a:spcPct val="139958"/>
              </a:lnSpc>
              <a:buClr>
                <a:srgbClr val="FFFFFF"/>
              </a:buClr>
            </a:pPr>
            <a:endParaRPr lang="en-US" sz="2133" kern="0" dirty="0">
              <a:solidFill>
                <a:srgbClr val="FFFFFF"/>
              </a:solidFill>
              <a:latin typeface="Roboto Mono"/>
              <a:ea typeface="Roboto Mono"/>
              <a:cs typeface="Arial"/>
              <a:sym typeface="Roboto Mono"/>
            </a:endParaRPr>
          </a:p>
        </p:txBody>
      </p:sp>
      <p:sp>
        <p:nvSpPr>
          <p:cNvPr id="3" name="Rectangle 1">
            <a:extLst>
              <a:ext uri="{FF2B5EF4-FFF2-40B4-BE49-F238E27FC236}">
                <a16:creationId xmlns:a16="http://schemas.microsoft.com/office/drawing/2014/main" id="{0E9B0D59-3084-D5BA-88A0-D33BADA639E4}"/>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4" name="Rectangle 1">
            <a:extLst>
              <a:ext uri="{FF2B5EF4-FFF2-40B4-BE49-F238E27FC236}">
                <a16:creationId xmlns:a16="http://schemas.microsoft.com/office/drawing/2014/main" id="{23F2007E-42F7-9440-F3A0-FD42A273BA15}"/>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Tree>
    <p:extLst>
      <p:ext uri="{BB962C8B-B14F-4D97-AF65-F5344CB8AC3E}">
        <p14:creationId xmlns:p14="http://schemas.microsoft.com/office/powerpoint/2010/main" val="46615208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24042" y="217287"/>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solidFill>
              <a:srgbClr val="FF66C4"/>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60"/>
            <a:ext cx="10326008" cy="1062920"/>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5756" kern="0" dirty="0">
                <a:solidFill>
                  <a:srgbClr val="FFFFFF"/>
                </a:solidFill>
                <a:latin typeface="Courier"/>
                <a:cs typeface="Arial"/>
                <a:sym typeface="Courier"/>
              </a:rPr>
              <a:t>Variables</a:t>
            </a:r>
            <a:endParaRPr sz="933"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7" name="Rectangle 1">
            <a:extLst>
              <a:ext uri="{FF2B5EF4-FFF2-40B4-BE49-F238E27FC236}">
                <a16:creationId xmlns:a16="http://schemas.microsoft.com/office/drawing/2014/main" id="{20F41085-CE44-7E37-23E2-A522BDCBBFCD}"/>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6" name="Google Shape;649;p14">
            <a:extLst>
              <a:ext uri="{FF2B5EF4-FFF2-40B4-BE49-F238E27FC236}">
                <a16:creationId xmlns:a16="http://schemas.microsoft.com/office/drawing/2014/main" id="{E3BB16DC-967E-47C6-3CF3-8F532C8FEA25}"/>
              </a:ext>
            </a:extLst>
          </p:cNvPr>
          <p:cNvSpPr txBox="1"/>
          <p:nvPr/>
        </p:nvSpPr>
        <p:spPr>
          <a:xfrm>
            <a:off x="685800" y="2313779"/>
            <a:ext cx="11163539" cy="4135940"/>
          </a:xfrm>
          <a:prstGeom prst="rect">
            <a:avLst/>
          </a:prstGeom>
          <a:noFill/>
          <a:ln>
            <a:noFill/>
          </a:ln>
        </p:spPr>
        <p:txBody>
          <a:bodyPr spcFirstLastPara="1" wrap="square" lIns="0" tIns="0" rIns="0" bIns="0" anchor="t" anchorCtr="0">
            <a:spAutoFit/>
          </a:bodyPr>
          <a:lstStyle/>
          <a:p>
            <a:pPr marL="304815" indent="-304815" defTabSz="609630">
              <a:lnSpc>
                <a:spcPct val="139958"/>
              </a:lnSpc>
              <a:buClr>
                <a:srgbClr val="FFFFFF"/>
              </a:buClr>
              <a:buFont typeface="Arial" panose="020B0604020202020204" pitchFamily="34" charset="0"/>
              <a:buChar char="•"/>
            </a:pPr>
            <a:r>
              <a:rPr lang="en-US" sz="2133" kern="0" dirty="0">
                <a:solidFill>
                  <a:srgbClr val="FF66C4"/>
                </a:solidFill>
                <a:latin typeface="Roboto Mono"/>
                <a:ea typeface="Roboto Mono"/>
                <a:cs typeface="Arial"/>
                <a:sym typeface="Roboto Mono"/>
              </a:rPr>
              <a:t>Dynamic Typing</a:t>
            </a:r>
            <a:r>
              <a:rPr lang="en-US" sz="2133" kern="0" dirty="0">
                <a:solidFill>
                  <a:srgbClr val="FFFFFF"/>
                </a:solidFill>
                <a:latin typeface="Roboto Mono"/>
                <a:ea typeface="Roboto Mono"/>
                <a:cs typeface="Arial"/>
                <a:sym typeface="Roboto Mono"/>
              </a:rPr>
              <a:t>: Python is dynamically-typed, meaning variable declaration is unnecessary. Assignment uses the equal sign (e.g., var = 1).</a:t>
            </a:r>
          </a:p>
          <a:p>
            <a:pPr marL="304815" indent="-304815" defTabSz="609630">
              <a:lnSpc>
                <a:spcPct val="139958"/>
              </a:lnSpc>
              <a:buClr>
                <a:srgbClr val="FFFFFF"/>
              </a:buClr>
              <a:buFont typeface="Arial" panose="020B0604020202020204" pitchFamily="34" charset="0"/>
              <a:buChar char="•"/>
            </a:pPr>
            <a:endParaRPr lang="en-US" sz="2133" kern="0" dirty="0">
              <a:solidFill>
                <a:srgbClr val="FFFFFF"/>
              </a:solidFill>
              <a:latin typeface="Roboto Mono"/>
              <a:ea typeface="Roboto Mono"/>
              <a:cs typeface="Arial"/>
              <a:sym typeface="Roboto Mono"/>
            </a:endParaRPr>
          </a:p>
          <a:p>
            <a:pPr marL="304815" indent="-304815" defTabSz="609630">
              <a:lnSpc>
                <a:spcPct val="139958"/>
              </a:lnSpc>
              <a:buClr>
                <a:srgbClr val="FFFFFF"/>
              </a:buClr>
              <a:buFont typeface="Arial" panose="020B0604020202020204" pitchFamily="34" charset="0"/>
              <a:buChar char="•"/>
            </a:pPr>
            <a:r>
              <a:rPr lang="en-US" sz="2133" kern="0" dirty="0">
                <a:solidFill>
                  <a:srgbClr val="FF66C4"/>
                </a:solidFill>
                <a:latin typeface="Roboto Mono"/>
                <a:ea typeface="Roboto Mono"/>
                <a:cs typeface="Arial"/>
                <a:sym typeface="Roboto Mono"/>
              </a:rPr>
              <a:t>Compound Assignment </a:t>
            </a:r>
            <a:r>
              <a:rPr lang="en-US" sz="2133" kern="0" dirty="0">
                <a:solidFill>
                  <a:srgbClr val="FFFFFF"/>
                </a:solidFill>
                <a:latin typeface="Roboto Mono"/>
                <a:ea typeface="Roboto Mono"/>
                <a:cs typeface="Arial"/>
                <a:sym typeface="Roboto Mono"/>
              </a:rPr>
              <a:t>Operators: These operators (e.g., +=, /=) modify variable values.</a:t>
            </a:r>
          </a:p>
          <a:p>
            <a:pPr marL="304815" indent="-304815" defTabSz="609630">
              <a:lnSpc>
                <a:spcPct val="139958"/>
              </a:lnSpc>
              <a:buClr>
                <a:srgbClr val="FFFFFF"/>
              </a:buClr>
              <a:buFont typeface="Arial" panose="020B0604020202020204" pitchFamily="34" charset="0"/>
              <a:buChar char="•"/>
            </a:pPr>
            <a:endParaRPr lang="en-US" sz="2133" kern="0" dirty="0">
              <a:solidFill>
                <a:srgbClr val="FFFFFF"/>
              </a:solidFill>
              <a:latin typeface="Roboto Mono"/>
              <a:ea typeface="Roboto Mono"/>
              <a:cs typeface="Arial"/>
              <a:sym typeface="Roboto Mono"/>
            </a:endParaRPr>
          </a:p>
          <a:p>
            <a:pPr marL="304815" indent="-304815" defTabSz="609630">
              <a:lnSpc>
                <a:spcPct val="139958"/>
              </a:lnSpc>
              <a:buClr>
                <a:srgbClr val="FFFFFF"/>
              </a:buClr>
              <a:buFont typeface="Arial" panose="020B0604020202020204" pitchFamily="34" charset="0"/>
              <a:buChar char="•"/>
            </a:pPr>
            <a:r>
              <a:rPr lang="en-US" sz="2133" kern="0" dirty="0">
                <a:solidFill>
                  <a:srgbClr val="FF66C4"/>
                </a:solidFill>
                <a:latin typeface="Roboto Mono"/>
                <a:ea typeface="Roboto Mono"/>
                <a:cs typeface="Arial"/>
                <a:sym typeface="Roboto Mono"/>
              </a:rPr>
              <a:t>Reassignment</a:t>
            </a:r>
            <a:r>
              <a:rPr lang="en-US" sz="2133" kern="0" dirty="0">
                <a:solidFill>
                  <a:srgbClr val="FFFFFF"/>
                </a:solidFill>
                <a:latin typeface="Roboto Mono"/>
                <a:ea typeface="Roboto Mono"/>
                <a:cs typeface="Arial"/>
                <a:sym typeface="Roboto Mono"/>
              </a:rPr>
              <a:t>: Variables can be reassigned using either the assignment operator or compound operators. </a:t>
            </a:r>
          </a:p>
        </p:txBody>
      </p:sp>
      <p:sp>
        <p:nvSpPr>
          <p:cNvPr id="3" name="Rectangle 1">
            <a:extLst>
              <a:ext uri="{FF2B5EF4-FFF2-40B4-BE49-F238E27FC236}">
                <a16:creationId xmlns:a16="http://schemas.microsoft.com/office/drawing/2014/main" id="{0E9B0D59-3084-D5BA-88A0-D33BADA639E4}"/>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4" name="Rectangle 1">
            <a:extLst>
              <a:ext uri="{FF2B5EF4-FFF2-40B4-BE49-F238E27FC236}">
                <a16:creationId xmlns:a16="http://schemas.microsoft.com/office/drawing/2014/main" id="{23F2007E-42F7-9440-F3A0-FD42A273BA15}"/>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Tree>
    <p:extLst>
      <p:ext uri="{BB962C8B-B14F-4D97-AF65-F5344CB8AC3E}">
        <p14:creationId xmlns:p14="http://schemas.microsoft.com/office/powerpoint/2010/main" val="101826706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24042" y="217287"/>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solidFill>
              <a:srgbClr val="FF66C4"/>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60"/>
            <a:ext cx="10326008" cy="1062920"/>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5756" kern="0" dirty="0">
                <a:solidFill>
                  <a:srgbClr val="FFFFFF"/>
                </a:solidFill>
                <a:latin typeface="Courier"/>
                <a:cs typeface="Arial"/>
                <a:sym typeface="Courier"/>
              </a:rPr>
              <a:t>Comment</a:t>
            </a:r>
            <a:endParaRPr sz="933"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7" name="Rectangle 1">
            <a:extLst>
              <a:ext uri="{FF2B5EF4-FFF2-40B4-BE49-F238E27FC236}">
                <a16:creationId xmlns:a16="http://schemas.microsoft.com/office/drawing/2014/main" id="{20F41085-CE44-7E37-23E2-A522BDCBBFCD}"/>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6" name="Google Shape;649;p14">
            <a:extLst>
              <a:ext uri="{FF2B5EF4-FFF2-40B4-BE49-F238E27FC236}">
                <a16:creationId xmlns:a16="http://schemas.microsoft.com/office/drawing/2014/main" id="{E3BB16DC-967E-47C6-3CF3-8F532C8FEA25}"/>
              </a:ext>
            </a:extLst>
          </p:cNvPr>
          <p:cNvSpPr txBox="1"/>
          <p:nvPr/>
        </p:nvSpPr>
        <p:spPr>
          <a:xfrm>
            <a:off x="685800" y="2313779"/>
            <a:ext cx="9657840" cy="1838196"/>
          </a:xfrm>
          <a:prstGeom prst="rect">
            <a:avLst/>
          </a:prstGeom>
          <a:noFill/>
          <a:ln>
            <a:noFill/>
          </a:ln>
        </p:spPr>
        <p:txBody>
          <a:bodyPr spcFirstLastPara="1" wrap="square" lIns="0" tIns="0" rIns="0" bIns="0" anchor="t" anchorCtr="0">
            <a:spAutoFit/>
          </a:bodyPr>
          <a:lstStyle/>
          <a:p>
            <a:pPr defTabSz="609630">
              <a:lnSpc>
                <a:spcPct val="139958"/>
              </a:lnSpc>
              <a:buClr>
                <a:srgbClr val="FFFFFF"/>
              </a:buClr>
            </a:pPr>
            <a:r>
              <a:rPr lang="en-US" sz="2133" kern="0" dirty="0">
                <a:solidFill>
                  <a:srgbClr val="FFFFFF"/>
                </a:solidFill>
                <a:latin typeface="Roboto Mono"/>
                <a:ea typeface="Roboto Mono"/>
                <a:cs typeface="Arial"/>
                <a:sym typeface="Roboto Mono"/>
              </a:rPr>
              <a:t>A remark inserted into the program, which is </a:t>
            </a:r>
            <a:r>
              <a:rPr lang="en-US" sz="2133" kern="0" dirty="0">
                <a:solidFill>
                  <a:srgbClr val="FF66C4"/>
                </a:solidFill>
                <a:latin typeface="Roboto Mono"/>
                <a:ea typeface="Roboto Mono"/>
                <a:cs typeface="Arial"/>
                <a:sym typeface="Roboto Mono"/>
              </a:rPr>
              <a:t>omitted at runtime</a:t>
            </a:r>
            <a:r>
              <a:rPr lang="en-US" sz="2133" kern="0" dirty="0">
                <a:solidFill>
                  <a:srgbClr val="FFFFFF"/>
                </a:solidFill>
                <a:latin typeface="Roboto Mono"/>
                <a:ea typeface="Roboto Mono"/>
                <a:cs typeface="Arial"/>
                <a:sym typeface="Roboto Mono"/>
              </a:rPr>
              <a:t>, is called </a:t>
            </a:r>
            <a:r>
              <a:rPr lang="en-US" sz="2133" kern="0" dirty="0">
                <a:solidFill>
                  <a:srgbClr val="FF66C4"/>
                </a:solidFill>
                <a:latin typeface="Roboto Mono"/>
                <a:ea typeface="Roboto Mono"/>
                <a:cs typeface="Arial"/>
                <a:sym typeface="Roboto Mono"/>
              </a:rPr>
              <a:t>a comment</a:t>
            </a:r>
            <a:r>
              <a:rPr lang="en-US" sz="2133" kern="0" dirty="0">
                <a:solidFill>
                  <a:srgbClr val="FFFFFF"/>
                </a:solidFill>
                <a:latin typeface="Roboto Mono"/>
                <a:ea typeface="Roboto Mono"/>
                <a:cs typeface="Arial"/>
                <a:sym typeface="Roboto Mono"/>
              </a:rPr>
              <a:t>. In Python, a comment is a piece of text that begins with a </a:t>
            </a:r>
            <a:r>
              <a:rPr lang="en-US" sz="2133" kern="0" dirty="0">
                <a:solidFill>
                  <a:srgbClr val="FF66C4"/>
                </a:solidFill>
                <a:latin typeface="Roboto Mono"/>
                <a:ea typeface="Roboto Mono"/>
                <a:cs typeface="Arial"/>
                <a:sym typeface="Roboto Mono"/>
              </a:rPr>
              <a:t>#</a:t>
            </a:r>
            <a:r>
              <a:rPr lang="en-US" sz="2133" kern="0" dirty="0">
                <a:solidFill>
                  <a:srgbClr val="FFFFFF"/>
                </a:solidFill>
                <a:latin typeface="Roboto Mono"/>
                <a:ea typeface="Roboto Mono"/>
                <a:cs typeface="Arial"/>
                <a:sym typeface="Roboto Mono"/>
              </a:rPr>
              <a:t> (hash) sign</a:t>
            </a:r>
          </a:p>
          <a:p>
            <a:pPr defTabSz="609630">
              <a:lnSpc>
                <a:spcPct val="139958"/>
              </a:lnSpc>
              <a:buClr>
                <a:srgbClr val="FFFFFF"/>
              </a:buClr>
            </a:pPr>
            <a:endParaRPr lang="en-US" sz="2133" kern="0" dirty="0">
              <a:solidFill>
                <a:srgbClr val="FFFFFF"/>
              </a:solidFill>
              <a:latin typeface="Roboto Mono"/>
              <a:ea typeface="Roboto Mono"/>
              <a:cs typeface="Arial"/>
              <a:sym typeface="Roboto Mono"/>
            </a:endParaRPr>
          </a:p>
        </p:txBody>
      </p:sp>
      <p:sp>
        <p:nvSpPr>
          <p:cNvPr id="3" name="Rectangle 1">
            <a:extLst>
              <a:ext uri="{FF2B5EF4-FFF2-40B4-BE49-F238E27FC236}">
                <a16:creationId xmlns:a16="http://schemas.microsoft.com/office/drawing/2014/main" id="{0E9B0D59-3084-D5BA-88A0-D33BADA639E4}"/>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4" name="Rectangle 1">
            <a:extLst>
              <a:ext uri="{FF2B5EF4-FFF2-40B4-BE49-F238E27FC236}">
                <a16:creationId xmlns:a16="http://schemas.microsoft.com/office/drawing/2014/main" id="{23F2007E-42F7-9440-F3A0-FD42A273BA15}"/>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1" name="TextBox 10">
            <a:extLst>
              <a:ext uri="{FF2B5EF4-FFF2-40B4-BE49-F238E27FC236}">
                <a16:creationId xmlns:a16="http://schemas.microsoft.com/office/drawing/2014/main" id="{69E4157F-4977-0EB4-E28F-E92F4470D070}"/>
              </a:ext>
            </a:extLst>
          </p:cNvPr>
          <p:cNvSpPr txBox="1"/>
          <p:nvPr/>
        </p:nvSpPr>
        <p:spPr>
          <a:xfrm>
            <a:off x="581965" y="4081140"/>
            <a:ext cx="9109018" cy="2061718"/>
          </a:xfrm>
          <a:prstGeom prst="rect">
            <a:avLst/>
          </a:prstGeom>
          <a:noFill/>
          <a:ln>
            <a:solidFill>
              <a:schemeClr val="bg1"/>
            </a:solidFill>
          </a:ln>
        </p:spPr>
        <p:txBody>
          <a:bodyPr wrap="square">
            <a:spAutoFit/>
          </a:bodyPr>
          <a:lstStyle/>
          <a:p>
            <a:pPr defTabSz="609630">
              <a:buClr>
                <a:srgbClr val="000000"/>
              </a:buClr>
            </a:pPr>
            <a:r>
              <a:rPr lang="en-US" sz="2133" kern="0" dirty="0">
                <a:solidFill>
                  <a:srgbClr val="888888"/>
                </a:solidFill>
                <a:latin typeface="Arial"/>
                <a:cs typeface="Arial"/>
                <a:sym typeface="Arial"/>
              </a:rPr>
              <a:t># This program evaluates the hypotenuse c.</a:t>
            </a:r>
          </a:p>
          <a:p>
            <a:pPr defTabSz="609630">
              <a:buClr>
                <a:srgbClr val="000000"/>
              </a:buClr>
            </a:pPr>
            <a:r>
              <a:rPr lang="en-US" sz="2133" kern="0" dirty="0">
                <a:solidFill>
                  <a:srgbClr val="888888"/>
                </a:solidFill>
                <a:latin typeface="Arial"/>
                <a:cs typeface="Arial"/>
                <a:sym typeface="Arial"/>
              </a:rPr>
              <a:t># a and b are the lengths of the legs.</a:t>
            </a:r>
          </a:p>
          <a:p>
            <a:pPr defTabSz="609630">
              <a:buClr>
                <a:srgbClr val="000000"/>
              </a:buClr>
            </a:pPr>
            <a:r>
              <a:rPr lang="en-US" sz="2133" kern="0" dirty="0">
                <a:solidFill>
                  <a:srgbClr val="FFFFFF"/>
                </a:solidFill>
                <a:latin typeface="Arial"/>
                <a:cs typeface="Arial"/>
                <a:sym typeface="Arial"/>
              </a:rPr>
              <a:t>a = 3.0</a:t>
            </a:r>
          </a:p>
          <a:p>
            <a:pPr defTabSz="609630">
              <a:buClr>
                <a:srgbClr val="000000"/>
              </a:buClr>
            </a:pPr>
            <a:r>
              <a:rPr lang="en-US" sz="2133" kern="0" dirty="0">
                <a:solidFill>
                  <a:srgbClr val="FFFFFF"/>
                </a:solidFill>
                <a:latin typeface="Arial"/>
                <a:cs typeface="Arial"/>
                <a:sym typeface="Arial"/>
              </a:rPr>
              <a:t>b = 4.0</a:t>
            </a:r>
          </a:p>
          <a:p>
            <a:pPr defTabSz="609630">
              <a:buClr>
                <a:srgbClr val="000000"/>
              </a:buClr>
            </a:pPr>
            <a:r>
              <a:rPr lang="en-US" sz="2133" kern="0" dirty="0">
                <a:solidFill>
                  <a:srgbClr val="FFFFFF"/>
                </a:solidFill>
                <a:latin typeface="Arial"/>
                <a:cs typeface="Arial"/>
                <a:sym typeface="Arial"/>
              </a:rPr>
              <a:t>c = (a ** 2 + b ** 2) ** 0.5  </a:t>
            </a:r>
            <a:r>
              <a:rPr lang="en-US" sz="2133" kern="0" dirty="0">
                <a:solidFill>
                  <a:srgbClr val="888888"/>
                </a:solidFill>
                <a:latin typeface="Arial"/>
                <a:cs typeface="Arial"/>
                <a:sym typeface="Arial"/>
              </a:rPr>
              <a:t># We use ** instead of square root</a:t>
            </a:r>
            <a:r>
              <a:rPr lang="en-US" sz="2133" kern="0" dirty="0">
                <a:solidFill>
                  <a:srgbClr val="FFFFFF"/>
                </a:solidFill>
                <a:latin typeface="Arial"/>
                <a:cs typeface="Arial"/>
                <a:sym typeface="Arial"/>
              </a:rPr>
              <a:t>.</a:t>
            </a:r>
          </a:p>
          <a:p>
            <a:pPr defTabSz="609630">
              <a:buClr>
                <a:srgbClr val="000000"/>
              </a:buClr>
            </a:pPr>
            <a:r>
              <a:rPr lang="en-US" sz="2133" kern="0" dirty="0">
                <a:solidFill>
                  <a:srgbClr val="FFFFFF"/>
                </a:solidFill>
                <a:latin typeface="Arial"/>
                <a:cs typeface="Arial"/>
                <a:sym typeface="Arial"/>
              </a:rPr>
              <a:t>print("c =", c)</a:t>
            </a:r>
            <a:endParaRPr lang="en-MY" sz="2133" kern="0" dirty="0">
              <a:solidFill>
                <a:srgbClr val="FFFFFF"/>
              </a:solidFill>
              <a:latin typeface="Arial"/>
              <a:cs typeface="Arial"/>
              <a:sym typeface="Arial"/>
            </a:endParaRPr>
          </a:p>
        </p:txBody>
      </p:sp>
      <p:sp>
        <p:nvSpPr>
          <p:cNvPr id="16" name="Rectangle 5">
            <a:extLst>
              <a:ext uri="{FF2B5EF4-FFF2-40B4-BE49-F238E27FC236}">
                <a16:creationId xmlns:a16="http://schemas.microsoft.com/office/drawing/2014/main" id="{9F5FADB2-91AF-D4FA-A045-82F997FBBD17}"/>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Tree>
    <p:extLst>
      <p:ext uri="{BB962C8B-B14F-4D97-AF65-F5344CB8AC3E}">
        <p14:creationId xmlns:p14="http://schemas.microsoft.com/office/powerpoint/2010/main" val="292197733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24042" y="217287"/>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solidFill>
              <a:srgbClr val="FF66C4"/>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60"/>
            <a:ext cx="10326008" cy="1062920"/>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5756" kern="0" dirty="0">
                <a:solidFill>
                  <a:srgbClr val="FFFFFF"/>
                </a:solidFill>
                <a:latin typeface="Courier"/>
                <a:cs typeface="Arial"/>
                <a:sym typeface="Courier"/>
              </a:rPr>
              <a:t>Comment</a:t>
            </a:r>
            <a:endParaRPr sz="933"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7" name="Rectangle 1">
            <a:extLst>
              <a:ext uri="{FF2B5EF4-FFF2-40B4-BE49-F238E27FC236}">
                <a16:creationId xmlns:a16="http://schemas.microsoft.com/office/drawing/2014/main" id="{20F41085-CE44-7E37-23E2-A522BDCBBFCD}"/>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6" name="Google Shape;649;p14">
            <a:extLst>
              <a:ext uri="{FF2B5EF4-FFF2-40B4-BE49-F238E27FC236}">
                <a16:creationId xmlns:a16="http://schemas.microsoft.com/office/drawing/2014/main" id="{E3BB16DC-967E-47C6-3CF3-8F532C8FEA25}"/>
              </a:ext>
            </a:extLst>
          </p:cNvPr>
          <p:cNvSpPr txBox="1"/>
          <p:nvPr/>
        </p:nvSpPr>
        <p:spPr>
          <a:xfrm>
            <a:off x="685800" y="2313779"/>
            <a:ext cx="9657840" cy="1378647"/>
          </a:xfrm>
          <a:prstGeom prst="rect">
            <a:avLst/>
          </a:prstGeom>
          <a:noFill/>
          <a:ln>
            <a:noFill/>
          </a:ln>
        </p:spPr>
        <p:txBody>
          <a:bodyPr spcFirstLastPara="1" wrap="square" lIns="0" tIns="0" rIns="0" bIns="0" anchor="t" anchorCtr="0">
            <a:spAutoFit/>
          </a:bodyPr>
          <a:lstStyle/>
          <a:p>
            <a:pPr defTabSz="609630">
              <a:lnSpc>
                <a:spcPct val="139958"/>
              </a:lnSpc>
              <a:buClr>
                <a:srgbClr val="FFFFFF"/>
              </a:buClr>
            </a:pPr>
            <a:r>
              <a:rPr lang="en-US" sz="2133" kern="0" dirty="0">
                <a:solidFill>
                  <a:srgbClr val="FFFFFF"/>
                </a:solidFill>
                <a:latin typeface="Roboto Mono"/>
                <a:ea typeface="Roboto Mono"/>
                <a:cs typeface="Arial"/>
                <a:sym typeface="Roboto Mono"/>
              </a:rPr>
              <a:t>You can comment multiple lines in Python using triple quotes (''' or """). </a:t>
            </a:r>
          </a:p>
          <a:p>
            <a:pPr defTabSz="609630">
              <a:lnSpc>
                <a:spcPct val="139958"/>
              </a:lnSpc>
              <a:buClr>
                <a:srgbClr val="FFFFFF"/>
              </a:buClr>
            </a:pPr>
            <a:endParaRPr lang="en-US" sz="2133" kern="0" dirty="0">
              <a:solidFill>
                <a:srgbClr val="FFFFFF"/>
              </a:solidFill>
              <a:latin typeface="Roboto Mono"/>
              <a:ea typeface="Roboto Mono"/>
              <a:cs typeface="Arial"/>
              <a:sym typeface="Roboto Mono"/>
            </a:endParaRPr>
          </a:p>
        </p:txBody>
      </p:sp>
      <p:sp>
        <p:nvSpPr>
          <p:cNvPr id="3" name="Rectangle 1">
            <a:extLst>
              <a:ext uri="{FF2B5EF4-FFF2-40B4-BE49-F238E27FC236}">
                <a16:creationId xmlns:a16="http://schemas.microsoft.com/office/drawing/2014/main" id="{0E9B0D59-3084-D5BA-88A0-D33BADA639E4}"/>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4" name="Rectangle 1">
            <a:extLst>
              <a:ext uri="{FF2B5EF4-FFF2-40B4-BE49-F238E27FC236}">
                <a16:creationId xmlns:a16="http://schemas.microsoft.com/office/drawing/2014/main" id="{23F2007E-42F7-9440-F3A0-FD42A273BA15}"/>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1" name="TextBox 10">
            <a:extLst>
              <a:ext uri="{FF2B5EF4-FFF2-40B4-BE49-F238E27FC236}">
                <a16:creationId xmlns:a16="http://schemas.microsoft.com/office/drawing/2014/main" id="{69E4157F-4977-0EB4-E28F-E92F4470D070}"/>
              </a:ext>
            </a:extLst>
          </p:cNvPr>
          <p:cNvSpPr txBox="1"/>
          <p:nvPr/>
        </p:nvSpPr>
        <p:spPr>
          <a:xfrm>
            <a:off x="581965" y="4081140"/>
            <a:ext cx="9109018" cy="2061718"/>
          </a:xfrm>
          <a:prstGeom prst="rect">
            <a:avLst/>
          </a:prstGeom>
          <a:noFill/>
          <a:ln>
            <a:solidFill>
              <a:schemeClr val="bg1"/>
            </a:solidFill>
          </a:ln>
        </p:spPr>
        <p:txBody>
          <a:bodyPr wrap="square">
            <a:spAutoFit/>
          </a:bodyPr>
          <a:lstStyle/>
          <a:p>
            <a:pPr defTabSz="609630">
              <a:buClr>
                <a:srgbClr val="000000"/>
              </a:buClr>
            </a:pPr>
            <a:r>
              <a:rPr lang="en-US" sz="2133" kern="0" dirty="0">
                <a:solidFill>
                  <a:srgbClr val="888888"/>
                </a:solidFill>
                <a:latin typeface="Arial"/>
                <a:cs typeface="Arial"/>
                <a:sym typeface="Arial"/>
              </a:rPr>
              <a:t>' ‘ ’</a:t>
            </a:r>
          </a:p>
          <a:p>
            <a:pPr defTabSz="609630">
              <a:buClr>
                <a:srgbClr val="000000"/>
              </a:buClr>
            </a:pPr>
            <a:r>
              <a:rPr lang="en-US" sz="2133" kern="0" dirty="0">
                <a:solidFill>
                  <a:srgbClr val="888888"/>
                </a:solidFill>
                <a:latin typeface="Arial"/>
                <a:cs typeface="Arial"/>
                <a:sym typeface="Arial"/>
              </a:rPr>
              <a:t>This is a multi-line comment in Python.</a:t>
            </a:r>
          </a:p>
          <a:p>
            <a:pPr defTabSz="609630">
              <a:buClr>
                <a:srgbClr val="000000"/>
              </a:buClr>
            </a:pPr>
            <a:r>
              <a:rPr lang="en-US" sz="2133" kern="0" dirty="0">
                <a:solidFill>
                  <a:srgbClr val="888888"/>
                </a:solidFill>
                <a:latin typeface="Arial"/>
                <a:cs typeface="Arial"/>
                <a:sym typeface="Arial"/>
              </a:rPr>
              <a:t>You can write comments spanning multiple lines</a:t>
            </a:r>
          </a:p>
          <a:p>
            <a:pPr defTabSz="609630">
              <a:buClr>
                <a:srgbClr val="000000"/>
              </a:buClr>
            </a:pPr>
            <a:r>
              <a:rPr lang="en-US" sz="2133" kern="0" dirty="0">
                <a:solidFill>
                  <a:srgbClr val="888888"/>
                </a:solidFill>
                <a:latin typeface="Arial"/>
                <a:cs typeface="Arial"/>
                <a:sym typeface="Arial"/>
              </a:rPr>
              <a:t>by enclosing them in triple quotes.</a:t>
            </a:r>
          </a:p>
          <a:p>
            <a:pPr defTabSz="609630">
              <a:buClr>
                <a:srgbClr val="000000"/>
              </a:buClr>
            </a:pPr>
            <a:r>
              <a:rPr lang="en-US" sz="2133" kern="0" dirty="0">
                <a:solidFill>
                  <a:srgbClr val="888888"/>
                </a:solidFill>
                <a:latin typeface="Arial"/>
                <a:cs typeface="Arial"/>
                <a:sym typeface="Arial"/>
              </a:rPr>
              <a:t>'‘’</a:t>
            </a:r>
          </a:p>
          <a:p>
            <a:pPr defTabSz="609630">
              <a:buClr>
                <a:srgbClr val="000000"/>
              </a:buClr>
            </a:pPr>
            <a:r>
              <a:rPr lang="en-US" sz="2133" kern="0" dirty="0">
                <a:solidFill>
                  <a:srgbClr val="FFFFFF"/>
                </a:solidFill>
                <a:latin typeface="Arial"/>
                <a:cs typeface="Arial"/>
                <a:sym typeface="Arial"/>
              </a:rPr>
              <a:t>print("Hello, World!")</a:t>
            </a:r>
            <a:endParaRPr lang="en-MY" sz="2133" kern="0" dirty="0">
              <a:solidFill>
                <a:srgbClr val="FFFFFF"/>
              </a:solidFill>
              <a:latin typeface="Arial"/>
              <a:cs typeface="Arial"/>
              <a:sym typeface="Arial"/>
            </a:endParaRPr>
          </a:p>
        </p:txBody>
      </p:sp>
      <p:sp>
        <p:nvSpPr>
          <p:cNvPr id="16" name="Rectangle 5">
            <a:extLst>
              <a:ext uri="{FF2B5EF4-FFF2-40B4-BE49-F238E27FC236}">
                <a16:creationId xmlns:a16="http://schemas.microsoft.com/office/drawing/2014/main" id="{9F5FADB2-91AF-D4FA-A045-82F997FBBD17}"/>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Tree>
    <p:extLst>
      <p:ext uri="{BB962C8B-B14F-4D97-AF65-F5344CB8AC3E}">
        <p14:creationId xmlns:p14="http://schemas.microsoft.com/office/powerpoint/2010/main" val="411941749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24042" y="217287"/>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solidFill>
              <a:srgbClr val="FF66C4"/>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60"/>
            <a:ext cx="10326008" cy="1062920"/>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5756" kern="0" dirty="0">
                <a:solidFill>
                  <a:srgbClr val="FFFFFF"/>
                </a:solidFill>
                <a:latin typeface="Courier"/>
                <a:cs typeface="Arial"/>
                <a:sym typeface="Courier"/>
              </a:rPr>
              <a:t>Comment</a:t>
            </a:r>
            <a:endParaRPr sz="933"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7" name="Rectangle 1">
            <a:extLst>
              <a:ext uri="{FF2B5EF4-FFF2-40B4-BE49-F238E27FC236}">
                <a16:creationId xmlns:a16="http://schemas.microsoft.com/office/drawing/2014/main" id="{20F41085-CE44-7E37-23E2-A522BDCBBFCD}"/>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6" name="Google Shape;649;p14">
            <a:extLst>
              <a:ext uri="{FF2B5EF4-FFF2-40B4-BE49-F238E27FC236}">
                <a16:creationId xmlns:a16="http://schemas.microsoft.com/office/drawing/2014/main" id="{E3BB16DC-967E-47C6-3CF3-8F532C8FEA25}"/>
              </a:ext>
            </a:extLst>
          </p:cNvPr>
          <p:cNvSpPr txBox="1"/>
          <p:nvPr/>
        </p:nvSpPr>
        <p:spPr>
          <a:xfrm>
            <a:off x="685800" y="2313779"/>
            <a:ext cx="9657840" cy="1378647"/>
          </a:xfrm>
          <a:prstGeom prst="rect">
            <a:avLst/>
          </a:prstGeom>
          <a:noFill/>
          <a:ln>
            <a:noFill/>
          </a:ln>
        </p:spPr>
        <p:txBody>
          <a:bodyPr spcFirstLastPara="1" wrap="square" lIns="0" tIns="0" rIns="0" bIns="0" anchor="t" anchorCtr="0">
            <a:spAutoFit/>
          </a:bodyPr>
          <a:lstStyle/>
          <a:p>
            <a:pPr defTabSz="609630">
              <a:lnSpc>
                <a:spcPct val="139958"/>
              </a:lnSpc>
              <a:buClr>
                <a:srgbClr val="FFFFFF"/>
              </a:buClr>
            </a:pPr>
            <a:r>
              <a:rPr lang="en-US" sz="2133" kern="0" dirty="0">
                <a:solidFill>
                  <a:srgbClr val="FFFFFF"/>
                </a:solidFill>
                <a:latin typeface="Roboto Mono"/>
                <a:ea typeface="Roboto Mono"/>
                <a:cs typeface="Arial"/>
                <a:sym typeface="Roboto Mono"/>
              </a:rPr>
              <a:t>You can comment multiple lines in Python using triple quotes (''' or """). </a:t>
            </a:r>
          </a:p>
          <a:p>
            <a:pPr defTabSz="609630">
              <a:lnSpc>
                <a:spcPct val="139958"/>
              </a:lnSpc>
              <a:buClr>
                <a:srgbClr val="FFFFFF"/>
              </a:buClr>
            </a:pPr>
            <a:endParaRPr lang="en-US" sz="2133" kern="0" dirty="0">
              <a:solidFill>
                <a:srgbClr val="FFFFFF"/>
              </a:solidFill>
              <a:latin typeface="Roboto Mono"/>
              <a:ea typeface="Roboto Mono"/>
              <a:cs typeface="Arial"/>
              <a:sym typeface="Roboto Mono"/>
            </a:endParaRPr>
          </a:p>
        </p:txBody>
      </p:sp>
      <p:sp>
        <p:nvSpPr>
          <p:cNvPr id="3" name="Rectangle 1">
            <a:extLst>
              <a:ext uri="{FF2B5EF4-FFF2-40B4-BE49-F238E27FC236}">
                <a16:creationId xmlns:a16="http://schemas.microsoft.com/office/drawing/2014/main" id="{0E9B0D59-3084-D5BA-88A0-D33BADA639E4}"/>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4" name="Rectangle 1">
            <a:extLst>
              <a:ext uri="{FF2B5EF4-FFF2-40B4-BE49-F238E27FC236}">
                <a16:creationId xmlns:a16="http://schemas.microsoft.com/office/drawing/2014/main" id="{23F2007E-42F7-9440-F3A0-FD42A273BA15}"/>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1" name="TextBox 10">
            <a:extLst>
              <a:ext uri="{FF2B5EF4-FFF2-40B4-BE49-F238E27FC236}">
                <a16:creationId xmlns:a16="http://schemas.microsoft.com/office/drawing/2014/main" id="{69E4157F-4977-0EB4-E28F-E92F4470D070}"/>
              </a:ext>
            </a:extLst>
          </p:cNvPr>
          <p:cNvSpPr txBox="1"/>
          <p:nvPr/>
        </p:nvSpPr>
        <p:spPr>
          <a:xfrm>
            <a:off x="581965" y="4081140"/>
            <a:ext cx="9109018" cy="2061718"/>
          </a:xfrm>
          <a:prstGeom prst="rect">
            <a:avLst/>
          </a:prstGeom>
          <a:noFill/>
          <a:ln>
            <a:solidFill>
              <a:schemeClr val="bg1"/>
            </a:solidFill>
          </a:ln>
        </p:spPr>
        <p:txBody>
          <a:bodyPr wrap="square">
            <a:spAutoFit/>
          </a:bodyPr>
          <a:lstStyle/>
          <a:p>
            <a:pPr defTabSz="609630">
              <a:buClr>
                <a:srgbClr val="000000"/>
              </a:buClr>
            </a:pPr>
            <a:r>
              <a:rPr lang="en-US" sz="2133" kern="0" dirty="0">
                <a:solidFill>
                  <a:srgbClr val="888888"/>
                </a:solidFill>
                <a:latin typeface="Arial"/>
                <a:cs typeface="Arial"/>
                <a:sym typeface="Arial"/>
              </a:rPr>
              <a:t>' ‘ ’</a:t>
            </a:r>
          </a:p>
          <a:p>
            <a:pPr defTabSz="609630">
              <a:buClr>
                <a:srgbClr val="000000"/>
              </a:buClr>
            </a:pPr>
            <a:r>
              <a:rPr lang="en-US" sz="2133" kern="0" dirty="0">
                <a:solidFill>
                  <a:srgbClr val="888888"/>
                </a:solidFill>
                <a:latin typeface="Arial"/>
                <a:cs typeface="Arial"/>
                <a:sym typeface="Arial"/>
              </a:rPr>
              <a:t>This is a multi-line comment in Python.</a:t>
            </a:r>
          </a:p>
          <a:p>
            <a:pPr defTabSz="609630">
              <a:buClr>
                <a:srgbClr val="000000"/>
              </a:buClr>
            </a:pPr>
            <a:r>
              <a:rPr lang="en-US" sz="2133" kern="0" dirty="0">
                <a:solidFill>
                  <a:srgbClr val="888888"/>
                </a:solidFill>
                <a:latin typeface="Arial"/>
                <a:cs typeface="Arial"/>
                <a:sym typeface="Arial"/>
              </a:rPr>
              <a:t>You can write comments spanning multiple lines</a:t>
            </a:r>
          </a:p>
          <a:p>
            <a:pPr defTabSz="609630">
              <a:buClr>
                <a:srgbClr val="000000"/>
              </a:buClr>
            </a:pPr>
            <a:r>
              <a:rPr lang="en-US" sz="2133" kern="0" dirty="0">
                <a:solidFill>
                  <a:srgbClr val="888888"/>
                </a:solidFill>
                <a:latin typeface="Arial"/>
                <a:cs typeface="Arial"/>
                <a:sym typeface="Arial"/>
              </a:rPr>
              <a:t>by enclosing them in triple quotes.</a:t>
            </a:r>
          </a:p>
          <a:p>
            <a:pPr defTabSz="609630">
              <a:buClr>
                <a:srgbClr val="000000"/>
              </a:buClr>
            </a:pPr>
            <a:r>
              <a:rPr lang="en-US" sz="2133" kern="0" dirty="0">
                <a:solidFill>
                  <a:srgbClr val="888888"/>
                </a:solidFill>
                <a:latin typeface="Arial"/>
                <a:cs typeface="Arial"/>
                <a:sym typeface="Arial"/>
              </a:rPr>
              <a:t>'‘’</a:t>
            </a:r>
          </a:p>
          <a:p>
            <a:pPr defTabSz="609630">
              <a:buClr>
                <a:srgbClr val="000000"/>
              </a:buClr>
            </a:pPr>
            <a:r>
              <a:rPr lang="en-US" sz="2133" kern="0" dirty="0">
                <a:solidFill>
                  <a:srgbClr val="FFFFFF"/>
                </a:solidFill>
                <a:latin typeface="Arial"/>
                <a:cs typeface="Arial"/>
                <a:sym typeface="Arial"/>
              </a:rPr>
              <a:t>print("Hello, World!")</a:t>
            </a:r>
            <a:endParaRPr lang="en-MY" sz="2133" kern="0" dirty="0">
              <a:solidFill>
                <a:srgbClr val="FFFFFF"/>
              </a:solidFill>
              <a:latin typeface="Arial"/>
              <a:cs typeface="Arial"/>
              <a:sym typeface="Arial"/>
            </a:endParaRPr>
          </a:p>
        </p:txBody>
      </p:sp>
      <p:sp>
        <p:nvSpPr>
          <p:cNvPr id="16" name="Rectangle 5">
            <a:extLst>
              <a:ext uri="{FF2B5EF4-FFF2-40B4-BE49-F238E27FC236}">
                <a16:creationId xmlns:a16="http://schemas.microsoft.com/office/drawing/2014/main" id="{9F5FADB2-91AF-D4FA-A045-82F997FBBD17}"/>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Tree>
    <p:extLst>
      <p:ext uri="{BB962C8B-B14F-4D97-AF65-F5344CB8AC3E}">
        <p14:creationId xmlns:p14="http://schemas.microsoft.com/office/powerpoint/2010/main" val="281843090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24042" y="217287"/>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solidFill>
              <a:srgbClr val="FF66C4"/>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60"/>
            <a:ext cx="10326008" cy="1062920"/>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5756" kern="0" dirty="0">
                <a:solidFill>
                  <a:srgbClr val="FFFFFF"/>
                </a:solidFill>
                <a:latin typeface="Courier"/>
                <a:cs typeface="Arial"/>
                <a:sym typeface="Courier"/>
              </a:rPr>
              <a:t>INPUT()FUNCTION</a:t>
            </a:r>
            <a:endParaRPr sz="933"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7" name="Rectangle 1">
            <a:extLst>
              <a:ext uri="{FF2B5EF4-FFF2-40B4-BE49-F238E27FC236}">
                <a16:creationId xmlns:a16="http://schemas.microsoft.com/office/drawing/2014/main" id="{20F41085-CE44-7E37-23E2-A522BDCBBFCD}"/>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6" name="Google Shape;649;p14">
            <a:extLst>
              <a:ext uri="{FF2B5EF4-FFF2-40B4-BE49-F238E27FC236}">
                <a16:creationId xmlns:a16="http://schemas.microsoft.com/office/drawing/2014/main" id="{E3BB16DC-967E-47C6-3CF3-8F532C8FEA25}"/>
              </a:ext>
            </a:extLst>
          </p:cNvPr>
          <p:cNvSpPr txBox="1"/>
          <p:nvPr/>
        </p:nvSpPr>
        <p:spPr>
          <a:xfrm>
            <a:off x="685800" y="2313779"/>
            <a:ext cx="9657840" cy="4079578"/>
          </a:xfrm>
          <a:prstGeom prst="rect">
            <a:avLst/>
          </a:prstGeom>
          <a:noFill/>
          <a:ln>
            <a:noFill/>
          </a:ln>
        </p:spPr>
        <p:txBody>
          <a:bodyPr spcFirstLastPara="1" wrap="square" lIns="0" tIns="0" rIns="0" bIns="0" anchor="t" anchorCtr="0">
            <a:spAutoFit/>
          </a:bodyPr>
          <a:lstStyle/>
          <a:p>
            <a:pPr marL="304815" indent="-304815" defTabSz="609630">
              <a:lnSpc>
                <a:spcPct val="139958"/>
              </a:lnSpc>
              <a:buClr>
                <a:srgbClr val="FFFFFF"/>
              </a:buClr>
              <a:buFont typeface="Arial" panose="020B0604020202020204" pitchFamily="34" charset="0"/>
              <a:buChar char="•"/>
            </a:pPr>
            <a:r>
              <a:rPr lang="en-US" sz="1867" kern="0" dirty="0">
                <a:solidFill>
                  <a:srgbClr val="FF66C4"/>
                </a:solidFill>
                <a:latin typeface="Roboto Mono"/>
                <a:ea typeface="Roboto Mono"/>
                <a:cs typeface="Arial"/>
                <a:sym typeface="Roboto Mono"/>
              </a:rPr>
              <a:t>Purpose</a:t>
            </a:r>
            <a:r>
              <a:rPr lang="en-US" sz="1867" kern="0" dirty="0">
                <a:solidFill>
                  <a:srgbClr val="FFFFFF"/>
                </a:solidFill>
                <a:latin typeface="Roboto Mono"/>
                <a:ea typeface="Roboto Mono"/>
                <a:cs typeface="Arial"/>
                <a:sym typeface="Roboto Mono"/>
              </a:rPr>
              <a:t>: While print() outputs data to the console, input() retrieves data entered by the user.</a:t>
            </a:r>
          </a:p>
          <a:p>
            <a:pPr marL="304815" indent="-304815" defTabSz="609630">
              <a:lnSpc>
                <a:spcPct val="139958"/>
              </a:lnSpc>
              <a:buClr>
                <a:srgbClr val="FFFFFF"/>
              </a:buClr>
              <a:buFont typeface="Arial" panose="020B0604020202020204" pitchFamily="34" charset="0"/>
              <a:buChar char="•"/>
            </a:pPr>
            <a:r>
              <a:rPr lang="en-US" sz="1867" kern="0" dirty="0">
                <a:solidFill>
                  <a:srgbClr val="FF66C4"/>
                </a:solidFill>
                <a:latin typeface="Roboto Mono"/>
                <a:ea typeface="Roboto Mono"/>
                <a:cs typeface="Arial"/>
                <a:sym typeface="Roboto Mono"/>
              </a:rPr>
              <a:t>Usage</a:t>
            </a:r>
            <a:r>
              <a:rPr lang="en-US" sz="1867" kern="0" dirty="0">
                <a:solidFill>
                  <a:srgbClr val="FFFFFF"/>
                </a:solidFill>
                <a:latin typeface="Roboto Mono"/>
                <a:ea typeface="Roboto Mono"/>
                <a:cs typeface="Arial"/>
                <a:sym typeface="Roboto Mono"/>
              </a:rPr>
              <a:t>: The input() function is invoked without any arguments.</a:t>
            </a:r>
          </a:p>
          <a:p>
            <a:pPr marL="304815" indent="-304815" defTabSz="609630">
              <a:lnSpc>
                <a:spcPct val="139958"/>
              </a:lnSpc>
              <a:buClr>
                <a:srgbClr val="FFFFFF"/>
              </a:buClr>
              <a:buFont typeface="Arial" panose="020B0604020202020204" pitchFamily="34" charset="0"/>
              <a:buChar char="•"/>
            </a:pPr>
            <a:r>
              <a:rPr lang="en-US" sz="1867" kern="0" dirty="0">
                <a:solidFill>
                  <a:srgbClr val="FF66C4"/>
                </a:solidFill>
                <a:latin typeface="Roboto Mono"/>
                <a:ea typeface="Roboto Mono"/>
                <a:cs typeface="Arial"/>
                <a:sym typeface="Roboto Mono"/>
              </a:rPr>
              <a:t>Variable Assignment</a:t>
            </a:r>
            <a:r>
              <a:rPr lang="en-US" sz="1867" kern="0" dirty="0">
                <a:solidFill>
                  <a:srgbClr val="FFFFFF"/>
                </a:solidFill>
                <a:latin typeface="Roboto Mono"/>
                <a:ea typeface="Roboto Mono"/>
                <a:cs typeface="Arial"/>
                <a:sym typeface="Roboto Mono"/>
              </a:rPr>
              <a:t>: It's essential to assign the result of input() to a variable to capture the user's input. Without this step, the entered data will be lost.</a:t>
            </a:r>
          </a:p>
          <a:p>
            <a:pPr marL="304815" indent="-304815" defTabSz="609630">
              <a:lnSpc>
                <a:spcPct val="139958"/>
              </a:lnSpc>
              <a:buClr>
                <a:srgbClr val="FFFFFF"/>
              </a:buClr>
              <a:buFont typeface="Arial" panose="020B0604020202020204" pitchFamily="34" charset="0"/>
              <a:buChar char="•"/>
            </a:pPr>
            <a:r>
              <a:rPr lang="en-US" sz="1867" kern="0" dirty="0">
                <a:solidFill>
                  <a:srgbClr val="FF66C4"/>
                </a:solidFill>
                <a:latin typeface="Roboto Mono"/>
                <a:ea typeface="Roboto Mono"/>
                <a:cs typeface="Arial"/>
                <a:sym typeface="Roboto Mono"/>
              </a:rPr>
              <a:t>Interactive Programs</a:t>
            </a:r>
            <a:r>
              <a:rPr lang="en-US" sz="1867" kern="0" dirty="0">
                <a:solidFill>
                  <a:srgbClr val="FFFFFF"/>
                </a:solidFill>
                <a:latin typeface="Roboto Mono"/>
                <a:ea typeface="Roboto Mono"/>
                <a:cs typeface="Arial"/>
                <a:sym typeface="Roboto Mono"/>
              </a:rPr>
              <a:t>: input() enables the creation of interactive programs that can receive and process user input, making the code more dynamic and user-friendly.</a:t>
            </a:r>
          </a:p>
          <a:p>
            <a:pPr defTabSz="609630">
              <a:lnSpc>
                <a:spcPct val="139958"/>
              </a:lnSpc>
              <a:buClr>
                <a:srgbClr val="FFFFFF"/>
              </a:buClr>
            </a:pPr>
            <a:endParaRPr lang="en-US" sz="2133" kern="0" dirty="0">
              <a:solidFill>
                <a:srgbClr val="FFFFFF"/>
              </a:solidFill>
              <a:latin typeface="Roboto Mono"/>
              <a:ea typeface="Roboto Mono"/>
              <a:cs typeface="Arial"/>
              <a:sym typeface="Roboto Mono"/>
            </a:endParaRPr>
          </a:p>
        </p:txBody>
      </p:sp>
      <p:sp>
        <p:nvSpPr>
          <p:cNvPr id="3" name="Rectangle 1">
            <a:extLst>
              <a:ext uri="{FF2B5EF4-FFF2-40B4-BE49-F238E27FC236}">
                <a16:creationId xmlns:a16="http://schemas.microsoft.com/office/drawing/2014/main" id="{0E9B0D59-3084-D5BA-88A0-D33BADA639E4}"/>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4" name="Rectangle 1">
            <a:extLst>
              <a:ext uri="{FF2B5EF4-FFF2-40B4-BE49-F238E27FC236}">
                <a16:creationId xmlns:a16="http://schemas.microsoft.com/office/drawing/2014/main" id="{23F2007E-42F7-9440-F3A0-FD42A273BA15}"/>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6" name="Rectangle 5">
            <a:extLst>
              <a:ext uri="{FF2B5EF4-FFF2-40B4-BE49-F238E27FC236}">
                <a16:creationId xmlns:a16="http://schemas.microsoft.com/office/drawing/2014/main" id="{9F5FADB2-91AF-D4FA-A045-82F997FBBD17}"/>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Tree>
    <p:extLst>
      <p:ext uri="{BB962C8B-B14F-4D97-AF65-F5344CB8AC3E}">
        <p14:creationId xmlns:p14="http://schemas.microsoft.com/office/powerpoint/2010/main" val="186078085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24042" y="217287"/>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solidFill>
              <a:srgbClr val="FF66C4"/>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60"/>
            <a:ext cx="10326008" cy="1062920"/>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5756" kern="0" dirty="0">
                <a:solidFill>
                  <a:srgbClr val="FFFFFF"/>
                </a:solidFill>
                <a:latin typeface="Courier"/>
                <a:cs typeface="Arial"/>
                <a:sym typeface="Courier"/>
              </a:rPr>
              <a:t>INPUT()FUNCTION</a:t>
            </a:r>
            <a:endParaRPr sz="933"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7" name="Rectangle 1">
            <a:extLst>
              <a:ext uri="{FF2B5EF4-FFF2-40B4-BE49-F238E27FC236}">
                <a16:creationId xmlns:a16="http://schemas.microsoft.com/office/drawing/2014/main" id="{20F41085-CE44-7E37-23E2-A522BDCBBFCD}"/>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6" name="Google Shape;649;p14">
            <a:extLst>
              <a:ext uri="{FF2B5EF4-FFF2-40B4-BE49-F238E27FC236}">
                <a16:creationId xmlns:a16="http://schemas.microsoft.com/office/drawing/2014/main" id="{E3BB16DC-967E-47C6-3CF3-8F532C8FEA25}"/>
              </a:ext>
            </a:extLst>
          </p:cNvPr>
          <p:cNvSpPr txBox="1"/>
          <p:nvPr/>
        </p:nvSpPr>
        <p:spPr>
          <a:xfrm>
            <a:off x="1015964" y="4374692"/>
            <a:ext cx="9657840" cy="2011128"/>
          </a:xfrm>
          <a:prstGeom prst="rect">
            <a:avLst/>
          </a:prstGeom>
          <a:noFill/>
          <a:ln>
            <a:noFill/>
          </a:ln>
        </p:spPr>
        <p:txBody>
          <a:bodyPr spcFirstLastPara="1" wrap="square" lIns="0" tIns="0" rIns="0" bIns="0" anchor="t" anchorCtr="0">
            <a:spAutoFit/>
          </a:bodyPr>
          <a:lstStyle/>
          <a:p>
            <a:pPr marL="304815" indent="-304815" defTabSz="609630">
              <a:lnSpc>
                <a:spcPct val="139958"/>
              </a:lnSpc>
              <a:buClr>
                <a:srgbClr val="FFFFFF"/>
              </a:buClr>
              <a:buFont typeface="Arial" panose="020B0604020202020204" pitchFamily="34" charset="0"/>
              <a:buChar char="•"/>
            </a:pPr>
            <a:r>
              <a:rPr lang="en-US" sz="1867" kern="0" dirty="0">
                <a:solidFill>
                  <a:srgbClr val="FFFFFF"/>
                </a:solidFill>
                <a:latin typeface="Roboto Mono"/>
                <a:ea typeface="Roboto Mono"/>
                <a:cs typeface="Arial"/>
                <a:sym typeface="Roboto Mono"/>
              </a:rPr>
              <a:t>The program prompts the user to input data.</a:t>
            </a:r>
          </a:p>
          <a:p>
            <a:pPr marL="304815" indent="-304815" defTabSz="609630">
              <a:lnSpc>
                <a:spcPct val="139958"/>
              </a:lnSpc>
              <a:buClr>
                <a:srgbClr val="FFFFFF"/>
              </a:buClr>
              <a:buFont typeface="Arial" panose="020B0604020202020204" pitchFamily="34" charset="0"/>
              <a:buChar char="•"/>
            </a:pPr>
            <a:r>
              <a:rPr lang="en-US" sz="1867" kern="0" dirty="0">
                <a:solidFill>
                  <a:srgbClr val="FFFFFF"/>
                </a:solidFill>
                <a:latin typeface="Roboto Mono"/>
                <a:ea typeface="Roboto Mono"/>
                <a:cs typeface="Arial"/>
                <a:sym typeface="Roboto Mono"/>
              </a:rPr>
              <a:t>The input() function receives the inputted data (string) and assigns it to the variable anything.</a:t>
            </a:r>
          </a:p>
          <a:p>
            <a:pPr marL="304815" indent="-304815" defTabSz="609630">
              <a:lnSpc>
                <a:spcPct val="139958"/>
              </a:lnSpc>
              <a:buClr>
                <a:srgbClr val="FFFFFF"/>
              </a:buClr>
              <a:buFont typeface="Arial" panose="020B0604020202020204" pitchFamily="34" charset="0"/>
              <a:buChar char="•"/>
            </a:pPr>
            <a:r>
              <a:rPr lang="en-US" sz="1867" kern="0" dirty="0">
                <a:solidFill>
                  <a:srgbClr val="FFFFFF"/>
                </a:solidFill>
                <a:latin typeface="Roboto Mono"/>
                <a:ea typeface="Roboto Mono"/>
                <a:cs typeface="Arial"/>
                <a:sym typeface="Roboto Mono"/>
              </a:rPr>
              <a:t>The program then outputs the received data along with additional remarks. </a:t>
            </a:r>
          </a:p>
        </p:txBody>
      </p:sp>
      <p:sp>
        <p:nvSpPr>
          <p:cNvPr id="3" name="Rectangle 1">
            <a:extLst>
              <a:ext uri="{FF2B5EF4-FFF2-40B4-BE49-F238E27FC236}">
                <a16:creationId xmlns:a16="http://schemas.microsoft.com/office/drawing/2014/main" id="{0E9B0D59-3084-D5BA-88A0-D33BADA639E4}"/>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4" name="Rectangle 1">
            <a:extLst>
              <a:ext uri="{FF2B5EF4-FFF2-40B4-BE49-F238E27FC236}">
                <a16:creationId xmlns:a16="http://schemas.microsoft.com/office/drawing/2014/main" id="{23F2007E-42F7-9440-F3A0-FD42A273BA15}"/>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6" name="Rectangle 5">
            <a:extLst>
              <a:ext uri="{FF2B5EF4-FFF2-40B4-BE49-F238E27FC236}">
                <a16:creationId xmlns:a16="http://schemas.microsoft.com/office/drawing/2014/main" id="{9F5FADB2-91AF-D4FA-A045-82F997FBBD17}"/>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pic>
        <p:nvPicPr>
          <p:cNvPr id="8" name="Picture 7" descr="A computer screen with text&#10;&#10;Description automatically generated">
            <a:extLst>
              <a:ext uri="{FF2B5EF4-FFF2-40B4-BE49-F238E27FC236}">
                <a16:creationId xmlns:a16="http://schemas.microsoft.com/office/drawing/2014/main" id="{6CE69A3A-26CC-7E24-373B-17584711D87A}"/>
              </a:ext>
            </a:extLst>
          </p:cNvPr>
          <p:cNvPicPr>
            <a:picLocks noChangeAspect="1"/>
          </p:cNvPicPr>
          <p:nvPr/>
        </p:nvPicPr>
        <p:blipFill>
          <a:blip r:embed="rId3"/>
          <a:stretch>
            <a:fillRect/>
          </a:stretch>
        </p:blipFill>
        <p:spPr>
          <a:xfrm>
            <a:off x="2384913" y="2513777"/>
            <a:ext cx="7431483" cy="1740364"/>
          </a:xfrm>
          <a:prstGeom prst="rect">
            <a:avLst/>
          </a:prstGeom>
        </p:spPr>
      </p:pic>
    </p:spTree>
    <p:extLst>
      <p:ext uri="{BB962C8B-B14F-4D97-AF65-F5344CB8AC3E}">
        <p14:creationId xmlns:p14="http://schemas.microsoft.com/office/powerpoint/2010/main" val="270192994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24042" y="217287"/>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solidFill>
              <a:srgbClr val="FF66C4"/>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60"/>
            <a:ext cx="10326008" cy="1062920"/>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5756" kern="0" dirty="0">
                <a:solidFill>
                  <a:srgbClr val="FFFFFF"/>
                </a:solidFill>
                <a:latin typeface="Courier"/>
                <a:cs typeface="Arial"/>
                <a:sym typeface="Courier"/>
              </a:rPr>
              <a:t>INPUT()FUNCTION</a:t>
            </a:r>
            <a:endParaRPr sz="933"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7" name="Rectangle 1">
            <a:extLst>
              <a:ext uri="{FF2B5EF4-FFF2-40B4-BE49-F238E27FC236}">
                <a16:creationId xmlns:a16="http://schemas.microsoft.com/office/drawing/2014/main" id="{20F41085-CE44-7E37-23E2-A522BDCBBFCD}"/>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6" name="Google Shape;649;p14">
            <a:extLst>
              <a:ext uri="{FF2B5EF4-FFF2-40B4-BE49-F238E27FC236}">
                <a16:creationId xmlns:a16="http://schemas.microsoft.com/office/drawing/2014/main" id="{E3BB16DC-967E-47C6-3CF3-8F532C8FEA25}"/>
              </a:ext>
            </a:extLst>
          </p:cNvPr>
          <p:cNvSpPr txBox="1"/>
          <p:nvPr/>
        </p:nvSpPr>
        <p:spPr>
          <a:xfrm>
            <a:off x="1015964" y="4374692"/>
            <a:ext cx="9657840" cy="804451"/>
          </a:xfrm>
          <a:prstGeom prst="rect">
            <a:avLst/>
          </a:prstGeom>
          <a:noFill/>
          <a:ln>
            <a:noFill/>
          </a:ln>
        </p:spPr>
        <p:txBody>
          <a:bodyPr spcFirstLastPara="1" wrap="square" lIns="0" tIns="0" rIns="0" bIns="0" anchor="t" anchorCtr="0">
            <a:spAutoFit/>
          </a:bodyPr>
          <a:lstStyle/>
          <a:p>
            <a:pPr marL="304815" indent="-304815" defTabSz="609630">
              <a:lnSpc>
                <a:spcPct val="139958"/>
              </a:lnSpc>
              <a:buClr>
                <a:srgbClr val="FFFFFF"/>
              </a:buClr>
              <a:buFont typeface="Arial" panose="020B0604020202020204" pitchFamily="34" charset="0"/>
              <a:buChar char="•"/>
            </a:pPr>
            <a:r>
              <a:rPr lang="en-US" sz="1867" kern="0" dirty="0">
                <a:solidFill>
                  <a:srgbClr val="FFFFFF"/>
                </a:solidFill>
                <a:latin typeface="Roboto Mono"/>
                <a:ea typeface="Roboto Mono"/>
                <a:cs typeface="Arial"/>
                <a:sym typeface="Roboto Mono"/>
              </a:rPr>
              <a:t>Result of the input() function is a string</a:t>
            </a:r>
          </a:p>
          <a:p>
            <a:pPr marL="304815" indent="-304815" defTabSz="609630">
              <a:lnSpc>
                <a:spcPct val="139958"/>
              </a:lnSpc>
              <a:buClr>
                <a:srgbClr val="FFFFFF"/>
              </a:buClr>
              <a:buFont typeface="Arial" panose="020B0604020202020204" pitchFamily="34" charset="0"/>
              <a:buChar char="•"/>
            </a:pPr>
            <a:r>
              <a:rPr lang="en-US" sz="1867" kern="0" dirty="0">
                <a:solidFill>
                  <a:srgbClr val="FFFFFF"/>
                </a:solidFill>
                <a:latin typeface="Roboto Mono"/>
                <a:ea typeface="Roboto Mono"/>
                <a:cs typeface="Arial"/>
                <a:sym typeface="Roboto Mono"/>
              </a:rPr>
              <a:t>Must not use it as an argument of any arithmetic operation</a:t>
            </a:r>
          </a:p>
        </p:txBody>
      </p:sp>
      <p:sp>
        <p:nvSpPr>
          <p:cNvPr id="3" name="Rectangle 1">
            <a:extLst>
              <a:ext uri="{FF2B5EF4-FFF2-40B4-BE49-F238E27FC236}">
                <a16:creationId xmlns:a16="http://schemas.microsoft.com/office/drawing/2014/main" id="{0E9B0D59-3084-D5BA-88A0-D33BADA639E4}"/>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4" name="Rectangle 1">
            <a:extLst>
              <a:ext uri="{FF2B5EF4-FFF2-40B4-BE49-F238E27FC236}">
                <a16:creationId xmlns:a16="http://schemas.microsoft.com/office/drawing/2014/main" id="{23F2007E-42F7-9440-F3A0-FD42A273BA15}"/>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6" name="Rectangle 5">
            <a:extLst>
              <a:ext uri="{FF2B5EF4-FFF2-40B4-BE49-F238E27FC236}">
                <a16:creationId xmlns:a16="http://schemas.microsoft.com/office/drawing/2014/main" id="{9F5FADB2-91AF-D4FA-A045-82F997FBBD17}"/>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pic>
        <p:nvPicPr>
          <p:cNvPr id="9" name="Picture 8" descr="A white background with red text&#10;&#10;Description automatically generated">
            <a:extLst>
              <a:ext uri="{FF2B5EF4-FFF2-40B4-BE49-F238E27FC236}">
                <a16:creationId xmlns:a16="http://schemas.microsoft.com/office/drawing/2014/main" id="{993931F8-5D6C-4B78-861E-25DC79DC0F62}"/>
              </a:ext>
            </a:extLst>
          </p:cNvPr>
          <p:cNvPicPr>
            <a:picLocks noChangeAspect="1"/>
          </p:cNvPicPr>
          <p:nvPr/>
        </p:nvPicPr>
        <p:blipFill>
          <a:blip r:embed="rId3"/>
          <a:stretch>
            <a:fillRect/>
          </a:stretch>
        </p:blipFill>
        <p:spPr>
          <a:xfrm>
            <a:off x="2373169" y="2483309"/>
            <a:ext cx="7445663" cy="1554991"/>
          </a:xfrm>
          <a:prstGeom prst="rect">
            <a:avLst/>
          </a:prstGeom>
        </p:spPr>
      </p:pic>
    </p:spTree>
    <p:extLst>
      <p:ext uri="{BB962C8B-B14F-4D97-AF65-F5344CB8AC3E}">
        <p14:creationId xmlns:p14="http://schemas.microsoft.com/office/powerpoint/2010/main" val="166223741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24042" y="217287"/>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solidFill>
              <a:srgbClr val="FF66C4"/>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60"/>
            <a:ext cx="10326008" cy="1062920"/>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5756" kern="0" dirty="0">
                <a:solidFill>
                  <a:srgbClr val="FFFFFF"/>
                </a:solidFill>
                <a:latin typeface="Courier"/>
                <a:cs typeface="Arial"/>
                <a:sym typeface="Courier"/>
              </a:rPr>
              <a:t>TYPE CASTING</a:t>
            </a:r>
            <a:endParaRPr sz="933"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7" name="Rectangle 1">
            <a:extLst>
              <a:ext uri="{FF2B5EF4-FFF2-40B4-BE49-F238E27FC236}">
                <a16:creationId xmlns:a16="http://schemas.microsoft.com/office/drawing/2014/main" id="{20F41085-CE44-7E37-23E2-A522BDCBBFCD}"/>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6" name="Google Shape;649;p14">
            <a:extLst>
              <a:ext uri="{FF2B5EF4-FFF2-40B4-BE49-F238E27FC236}">
                <a16:creationId xmlns:a16="http://schemas.microsoft.com/office/drawing/2014/main" id="{E3BB16DC-967E-47C6-3CF3-8F532C8FEA25}"/>
              </a:ext>
            </a:extLst>
          </p:cNvPr>
          <p:cNvSpPr txBox="1"/>
          <p:nvPr/>
        </p:nvSpPr>
        <p:spPr>
          <a:xfrm>
            <a:off x="1015964" y="4374692"/>
            <a:ext cx="9657840" cy="804451"/>
          </a:xfrm>
          <a:prstGeom prst="rect">
            <a:avLst/>
          </a:prstGeom>
          <a:noFill/>
          <a:ln>
            <a:noFill/>
          </a:ln>
        </p:spPr>
        <p:txBody>
          <a:bodyPr spcFirstLastPara="1" wrap="square" lIns="0" tIns="0" rIns="0" bIns="0" anchor="t" anchorCtr="0">
            <a:spAutoFit/>
          </a:bodyPr>
          <a:lstStyle/>
          <a:p>
            <a:pPr marL="304815" indent="-304815" defTabSz="609630">
              <a:lnSpc>
                <a:spcPct val="139958"/>
              </a:lnSpc>
              <a:buClr>
                <a:srgbClr val="FFFFFF"/>
              </a:buClr>
              <a:buFont typeface="Arial" panose="020B0604020202020204" pitchFamily="34" charset="0"/>
              <a:buChar char="•"/>
            </a:pPr>
            <a:r>
              <a:rPr lang="en-US" sz="1867" kern="0" dirty="0">
                <a:solidFill>
                  <a:srgbClr val="FFFFFF"/>
                </a:solidFill>
                <a:latin typeface="Roboto Mono"/>
                <a:ea typeface="Roboto Mono"/>
                <a:cs typeface="Arial"/>
                <a:sym typeface="Roboto Mono"/>
              </a:rPr>
              <a:t>The float() function takes one argument a string: float(string) and tries to convert it into a float(the rest is the same)</a:t>
            </a:r>
          </a:p>
        </p:txBody>
      </p:sp>
      <p:sp>
        <p:nvSpPr>
          <p:cNvPr id="3" name="Rectangle 1">
            <a:extLst>
              <a:ext uri="{FF2B5EF4-FFF2-40B4-BE49-F238E27FC236}">
                <a16:creationId xmlns:a16="http://schemas.microsoft.com/office/drawing/2014/main" id="{0E9B0D59-3084-D5BA-88A0-D33BADA639E4}"/>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4" name="Rectangle 1">
            <a:extLst>
              <a:ext uri="{FF2B5EF4-FFF2-40B4-BE49-F238E27FC236}">
                <a16:creationId xmlns:a16="http://schemas.microsoft.com/office/drawing/2014/main" id="{23F2007E-42F7-9440-F3A0-FD42A273BA15}"/>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6" name="Rectangle 5">
            <a:extLst>
              <a:ext uri="{FF2B5EF4-FFF2-40B4-BE49-F238E27FC236}">
                <a16:creationId xmlns:a16="http://schemas.microsoft.com/office/drawing/2014/main" id="{9F5FADB2-91AF-D4FA-A045-82F997FBBD17}"/>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pic>
        <p:nvPicPr>
          <p:cNvPr id="8" name="Picture 7" descr="A screenshot of a computer&#10;&#10;Description automatically generated">
            <a:extLst>
              <a:ext uri="{FF2B5EF4-FFF2-40B4-BE49-F238E27FC236}">
                <a16:creationId xmlns:a16="http://schemas.microsoft.com/office/drawing/2014/main" id="{555D60ED-82A5-DAE3-EA35-CF8F4BEA3FAD}"/>
              </a:ext>
            </a:extLst>
          </p:cNvPr>
          <p:cNvPicPr>
            <a:picLocks noChangeAspect="1"/>
          </p:cNvPicPr>
          <p:nvPr/>
        </p:nvPicPr>
        <p:blipFill>
          <a:blip r:embed="rId3"/>
          <a:stretch>
            <a:fillRect/>
          </a:stretch>
        </p:blipFill>
        <p:spPr>
          <a:xfrm>
            <a:off x="1620346" y="2483309"/>
            <a:ext cx="8693817" cy="1062813"/>
          </a:xfrm>
          <a:prstGeom prst="rect">
            <a:avLst/>
          </a:prstGeom>
        </p:spPr>
      </p:pic>
    </p:spTree>
    <p:extLst>
      <p:ext uri="{BB962C8B-B14F-4D97-AF65-F5344CB8AC3E}">
        <p14:creationId xmlns:p14="http://schemas.microsoft.com/office/powerpoint/2010/main" val="207671687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24042" y="217287"/>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solidFill>
              <a:srgbClr val="FF66C4"/>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60"/>
            <a:ext cx="10326008" cy="1062920"/>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5756" kern="0" dirty="0">
                <a:solidFill>
                  <a:srgbClr val="FFFFFF"/>
                </a:solidFill>
                <a:latin typeface="Courier"/>
                <a:cs typeface="Arial"/>
                <a:sym typeface="Courier"/>
              </a:rPr>
              <a:t>TYPE CASTING</a:t>
            </a:r>
            <a:endParaRPr sz="933"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7" name="Rectangle 1">
            <a:extLst>
              <a:ext uri="{FF2B5EF4-FFF2-40B4-BE49-F238E27FC236}">
                <a16:creationId xmlns:a16="http://schemas.microsoft.com/office/drawing/2014/main" id="{20F41085-CE44-7E37-23E2-A522BDCBBFCD}"/>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6" name="Google Shape;649;p14">
            <a:extLst>
              <a:ext uri="{FF2B5EF4-FFF2-40B4-BE49-F238E27FC236}">
                <a16:creationId xmlns:a16="http://schemas.microsoft.com/office/drawing/2014/main" id="{E3BB16DC-967E-47C6-3CF3-8F532C8FEA25}"/>
              </a:ext>
            </a:extLst>
          </p:cNvPr>
          <p:cNvSpPr txBox="1"/>
          <p:nvPr/>
        </p:nvSpPr>
        <p:spPr>
          <a:xfrm>
            <a:off x="1015964" y="4268729"/>
            <a:ext cx="9657840" cy="1608902"/>
          </a:xfrm>
          <a:prstGeom prst="rect">
            <a:avLst/>
          </a:prstGeom>
          <a:noFill/>
          <a:ln>
            <a:noFill/>
          </a:ln>
        </p:spPr>
        <p:txBody>
          <a:bodyPr spcFirstLastPara="1" wrap="square" lIns="0" tIns="0" rIns="0" bIns="0" anchor="t" anchorCtr="0">
            <a:spAutoFit/>
          </a:bodyPr>
          <a:lstStyle/>
          <a:p>
            <a:pPr marL="304815" indent="-304815" defTabSz="609630">
              <a:lnSpc>
                <a:spcPct val="139958"/>
              </a:lnSpc>
              <a:buClr>
                <a:srgbClr val="FFFFFF"/>
              </a:buClr>
              <a:buFont typeface="Arial" panose="020B0604020202020204" pitchFamily="34" charset="0"/>
              <a:buChar char="•"/>
            </a:pPr>
            <a:r>
              <a:rPr lang="en-US" sz="1867" kern="0" dirty="0">
                <a:solidFill>
                  <a:srgbClr val="FFFFFF"/>
                </a:solidFill>
                <a:latin typeface="Roboto Mono"/>
                <a:ea typeface="Roboto Mono"/>
                <a:cs typeface="Arial"/>
                <a:sym typeface="Roboto Mono"/>
              </a:rPr>
              <a:t>This type of conversion is not a one-way street. You can also convert a number into a string, which is way easier and safer ‒ this kind of operation is always possible. A function capable of doing that is called str():</a:t>
            </a:r>
          </a:p>
        </p:txBody>
      </p:sp>
      <p:sp>
        <p:nvSpPr>
          <p:cNvPr id="3" name="Rectangle 1">
            <a:extLst>
              <a:ext uri="{FF2B5EF4-FFF2-40B4-BE49-F238E27FC236}">
                <a16:creationId xmlns:a16="http://schemas.microsoft.com/office/drawing/2014/main" id="{0E9B0D59-3084-D5BA-88A0-D33BADA639E4}"/>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4" name="Rectangle 1">
            <a:extLst>
              <a:ext uri="{FF2B5EF4-FFF2-40B4-BE49-F238E27FC236}">
                <a16:creationId xmlns:a16="http://schemas.microsoft.com/office/drawing/2014/main" id="{23F2007E-42F7-9440-F3A0-FD42A273BA15}"/>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6" name="Rectangle 5">
            <a:extLst>
              <a:ext uri="{FF2B5EF4-FFF2-40B4-BE49-F238E27FC236}">
                <a16:creationId xmlns:a16="http://schemas.microsoft.com/office/drawing/2014/main" id="{9F5FADB2-91AF-D4FA-A045-82F997FBBD17}"/>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pic>
        <p:nvPicPr>
          <p:cNvPr id="11" name="Picture 10" descr="A close-up of a computer code&#10;&#10;Description automatically generated">
            <a:extLst>
              <a:ext uri="{FF2B5EF4-FFF2-40B4-BE49-F238E27FC236}">
                <a16:creationId xmlns:a16="http://schemas.microsoft.com/office/drawing/2014/main" id="{1A44CAA1-A46B-FCAC-55EF-363594CE2A87}"/>
              </a:ext>
            </a:extLst>
          </p:cNvPr>
          <p:cNvPicPr>
            <a:picLocks noChangeAspect="1"/>
          </p:cNvPicPr>
          <p:nvPr/>
        </p:nvPicPr>
        <p:blipFill>
          <a:blip r:embed="rId3"/>
          <a:stretch>
            <a:fillRect/>
          </a:stretch>
        </p:blipFill>
        <p:spPr>
          <a:xfrm>
            <a:off x="2089429" y="2540573"/>
            <a:ext cx="8022451" cy="1238988"/>
          </a:xfrm>
          <a:prstGeom prst="rect">
            <a:avLst/>
          </a:prstGeom>
        </p:spPr>
      </p:pic>
      <p:sp>
        <p:nvSpPr>
          <p:cNvPr id="12" name="Rectangle 1">
            <a:extLst>
              <a:ext uri="{FF2B5EF4-FFF2-40B4-BE49-F238E27FC236}">
                <a16:creationId xmlns:a16="http://schemas.microsoft.com/office/drawing/2014/main" id="{47AF6967-226E-7676-753D-B487DC3711AA}"/>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Tree>
    <p:extLst>
      <p:ext uri="{BB962C8B-B14F-4D97-AF65-F5344CB8AC3E}">
        <p14:creationId xmlns:p14="http://schemas.microsoft.com/office/powerpoint/2010/main" val="118901909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24042" y="217287"/>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solidFill>
              <a:srgbClr val="FF66C4"/>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60"/>
            <a:ext cx="10326008" cy="1062920"/>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5756" kern="0" dirty="0">
                <a:solidFill>
                  <a:srgbClr val="FFFFFF"/>
                </a:solidFill>
                <a:latin typeface="Courier"/>
                <a:cs typeface="Arial"/>
                <a:sym typeface="Courier"/>
              </a:rPr>
              <a:t>CONCATENATION</a:t>
            </a:r>
            <a:endParaRPr sz="933"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7" name="Rectangle 1">
            <a:extLst>
              <a:ext uri="{FF2B5EF4-FFF2-40B4-BE49-F238E27FC236}">
                <a16:creationId xmlns:a16="http://schemas.microsoft.com/office/drawing/2014/main" id="{20F41085-CE44-7E37-23E2-A522BDCBBFCD}"/>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6" name="Google Shape;649;p14">
            <a:extLst>
              <a:ext uri="{FF2B5EF4-FFF2-40B4-BE49-F238E27FC236}">
                <a16:creationId xmlns:a16="http://schemas.microsoft.com/office/drawing/2014/main" id="{E3BB16DC-967E-47C6-3CF3-8F532C8FEA25}"/>
              </a:ext>
            </a:extLst>
          </p:cNvPr>
          <p:cNvSpPr txBox="1"/>
          <p:nvPr/>
        </p:nvSpPr>
        <p:spPr>
          <a:xfrm>
            <a:off x="1015964" y="2622097"/>
            <a:ext cx="9512337" cy="3217804"/>
          </a:xfrm>
          <a:prstGeom prst="rect">
            <a:avLst/>
          </a:prstGeom>
          <a:noFill/>
          <a:ln>
            <a:noFill/>
          </a:ln>
        </p:spPr>
        <p:txBody>
          <a:bodyPr spcFirstLastPara="1" wrap="square" lIns="0" tIns="0" rIns="0" bIns="0" anchor="t" anchorCtr="0">
            <a:spAutoFit/>
          </a:bodyPr>
          <a:lstStyle/>
          <a:p>
            <a:pPr marL="304815" indent="-304815" defTabSz="609630">
              <a:lnSpc>
                <a:spcPct val="139958"/>
              </a:lnSpc>
              <a:buClr>
                <a:srgbClr val="FFFFFF"/>
              </a:buClr>
              <a:buFont typeface="Arial" panose="020B0604020202020204" pitchFamily="34" charset="0"/>
              <a:buChar char="•"/>
            </a:pPr>
            <a:r>
              <a:rPr lang="en-US" sz="1867" kern="0" dirty="0">
                <a:solidFill>
                  <a:srgbClr val="FFFFFF"/>
                </a:solidFill>
                <a:latin typeface="Roboto Mono"/>
                <a:ea typeface="Roboto Mono"/>
                <a:cs typeface="Arial"/>
                <a:sym typeface="Roboto Mono"/>
              </a:rPr>
              <a:t>The + (plus) sign, when applied to two strings, becomes a concatenation operator: (string + string)</a:t>
            </a:r>
          </a:p>
          <a:p>
            <a:pPr marL="304815" indent="-304815" defTabSz="609630">
              <a:lnSpc>
                <a:spcPct val="139958"/>
              </a:lnSpc>
              <a:buClr>
                <a:srgbClr val="FFFFFF"/>
              </a:buClr>
              <a:buFont typeface="Arial" panose="020B0604020202020204" pitchFamily="34" charset="0"/>
              <a:buChar char="•"/>
            </a:pPr>
            <a:r>
              <a:rPr lang="en-US" sz="1867" kern="0" dirty="0">
                <a:solidFill>
                  <a:srgbClr val="FFFFFF"/>
                </a:solidFill>
                <a:latin typeface="Roboto Mono"/>
                <a:ea typeface="Roboto Mono"/>
                <a:cs typeface="Arial"/>
                <a:sym typeface="Roboto Mono"/>
              </a:rPr>
              <a:t>For Replication is * (asterisk) Sign</a:t>
            </a:r>
          </a:p>
          <a:p>
            <a:pPr marL="304815" indent="-304815" defTabSz="609630">
              <a:lnSpc>
                <a:spcPct val="139958"/>
              </a:lnSpc>
              <a:buClr>
                <a:srgbClr val="FFFFFF"/>
              </a:buClr>
              <a:buFont typeface="Arial" panose="020B0604020202020204" pitchFamily="34" charset="0"/>
              <a:buChar char="•"/>
            </a:pPr>
            <a:r>
              <a:rPr lang="en-US" sz="1867" kern="0" dirty="0">
                <a:solidFill>
                  <a:srgbClr val="FFFFFF"/>
                </a:solidFill>
                <a:latin typeface="Roboto Mono"/>
                <a:ea typeface="Roboto Mono"/>
                <a:cs typeface="Arial"/>
                <a:sym typeface="Roboto Mono"/>
              </a:rPr>
              <a:t>It simply </a:t>
            </a:r>
            <a:r>
              <a:rPr lang="en-US" sz="1867" kern="0" dirty="0">
                <a:solidFill>
                  <a:srgbClr val="FF66C4"/>
                </a:solidFill>
                <a:latin typeface="Roboto Mono"/>
                <a:ea typeface="Roboto Mono"/>
                <a:cs typeface="Arial"/>
                <a:sym typeface="Roboto Mono"/>
              </a:rPr>
              <a:t>concatenates</a:t>
            </a:r>
            <a:r>
              <a:rPr lang="en-US" sz="1867" kern="0" dirty="0">
                <a:solidFill>
                  <a:srgbClr val="FFFFFF"/>
                </a:solidFill>
                <a:latin typeface="Roboto Mono"/>
                <a:ea typeface="Roboto Mono"/>
                <a:cs typeface="Arial"/>
                <a:sym typeface="Roboto Mono"/>
              </a:rPr>
              <a:t> (glues) two strings into one</a:t>
            </a:r>
          </a:p>
          <a:p>
            <a:pPr marL="304815" indent="-304815" defTabSz="609630">
              <a:lnSpc>
                <a:spcPct val="139958"/>
              </a:lnSpc>
              <a:buClr>
                <a:srgbClr val="FFFFFF"/>
              </a:buClr>
              <a:buFont typeface="Arial" panose="020B0604020202020204" pitchFamily="34" charset="0"/>
              <a:buChar char="•"/>
            </a:pPr>
            <a:r>
              <a:rPr lang="en-US" sz="1867" kern="0" dirty="0">
                <a:solidFill>
                  <a:srgbClr val="FFFFFF"/>
                </a:solidFill>
                <a:latin typeface="Roboto Mono"/>
                <a:ea typeface="Roboto Mono"/>
                <a:cs typeface="Arial"/>
                <a:sym typeface="Roboto Mono"/>
              </a:rPr>
              <a:t>operator is not commutative, i.e., </a:t>
            </a:r>
            <a:r>
              <a:rPr lang="en-US" sz="1867" kern="0" dirty="0">
                <a:solidFill>
                  <a:srgbClr val="FF66C4"/>
                </a:solidFill>
                <a:latin typeface="Roboto Mono"/>
                <a:ea typeface="Roboto Mono"/>
                <a:cs typeface="Arial"/>
                <a:sym typeface="Roboto Mono"/>
              </a:rPr>
              <a:t>"ab" + "</a:t>
            </a:r>
            <a:r>
              <a:rPr lang="en-US" sz="1867" kern="0" dirty="0" err="1">
                <a:solidFill>
                  <a:srgbClr val="FF66C4"/>
                </a:solidFill>
                <a:latin typeface="Roboto Mono"/>
                <a:ea typeface="Roboto Mono"/>
                <a:cs typeface="Arial"/>
                <a:sym typeface="Roboto Mono"/>
              </a:rPr>
              <a:t>ba</a:t>
            </a:r>
            <a:r>
              <a:rPr lang="en-US" sz="1867" kern="0" dirty="0">
                <a:solidFill>
                  <a:srgbClr val="FF66C4"/>
                </a:solidFill>
                <a:latin typeface="Roboto Mono"/>
                <a:ea typeface="Roboto Mono"/>
                <a:cs typeface="Arial"/>
                <a:sym typeface="Roboto Mono"/>
              </a:rPr>
              <a:t>" </a:t>
            </a:r>
            <a:r>
              <a:rPr lang="en-US" sz="1867" kern="0" dirty="0">
                <a:solidFill>
                  <a:srgbClr val="FFFFFF"/>
                </a:solidFill>
                <a:latin typeface="Roboto Mono"/>
                <a:ea typeface="Roboto Mono"/>
                <a:cs typeface="Arial"/>
                <a:sym typeface="Roboto Mono"/>
              </a:rPr>
              <a:t>is not the same as </a:t>
            </a:r>
            <a:r>
              <a:rPr lang="en-US" sz="1867" kern="0" dirty="0">
                <a:solidFill>
                  <a:srgbClr val="FF66C4"/>
                </a:solidFill>
                <a:latin typeface="Roboto Mono"/>
                <a:ea typeface="Roboto Mono"/>
                <a:cs typeface="Arial"/>
                <a:sym typeface="Roboto Mono"/>
              </a:rPr>
              <a:t>"</a:t>
            </a:r>
            <a:r>
              <a:rPr lang="en-US" sz="1867" kern="0" dirty="0" err="1">
                <a:solidFill>
                  <a:srgbClr val="FF66C4"/>
                </a:solidFill>
                <a:latin typeface="Roboto Mono"/>
                <a:ea typeface="Roboto Mono"/>
                <a:cs typeface="Arial"/>
                <a:sym typeface="Roboto Mono"/>
              </a:rPr>
              <a:t>ba</a:t>
            </a:r>
            <a:r>
              <a:rPr lang="en-US" sz="1867" kern="0" dirty="0">
                <a:solidFill>
                  <a:srgbClr val="FF66C4"/>
                </a:solidFill>
                <a:latin typeface="Roboto Mono"/>
                <a:ea typeface="Roboto Mono"/>
                <a:cs typeface="Arial"/>
                <a:sym typeface="Roboto Mono"/>
              </a:rPr>
              <a:t>" + "ab".</a:t>
            </a:r>
          </a:p>
          <a:p>
            <a:pPr marL="304815" indent="-304815" defTabSz="609630">
              <a:lnSpc>
                <a:spcPct val="139958"/>
              </a:lnSpc>
              <a:buClr>
                <a:srgbClr val="FFFFFF"/>
              </a:buClr>
              <a:buFont typeface="Arial" panose="020B0604020202020204" pitchFamily="34" charset="0"/>
              <a:buChar char="•"/>
            </a:pPr>
            <a:r>
              <a:rPr lang="en-US" sz="1867" kern="0" dirty="0">
                <a:solidFill>
                  <a:srgbClr val="FFFFFF"/>
                </a:solidFill>
                <a:latin typeface="Roboto Mono"/>
                <a:ea typeface="Roboto Mono"/>
                <a:cs typeface="Arial"/>
                <a:sym typeface="Roboto Mono"/>
              </a:rPr>
              <a:t>you must ensure that both its arguments are strings.</a:t>
            </a:r>
          </a:p>
          <a:p>
            <a:pPr marL="304815" indent="-304815" defTabSz="609630">
              <a:lnSpc>
                <a:spcPct val="139958"/>
              </a:lnSpc>
              <a:buClr>
                <a:srgbClr val="FFFFFF"/>
              </a:buClr>
              <a:buFont typeface="Arial" panose="020B0604020202020204" pitchFamily="34" charset="0"/>
              <a:buChar char="•"/>
            </a:pPr>
            <a:endParaRPr lang="en-US" sz="1867" kern="0" dirty="0">
              <a:solidFill>
                <a:srgbClr val="FFFFFF"/>
              </a:solidFill>
              <a:latin typeface="Roboto Mono"/>
              <a:ea typeface="Roboto Mono"/>
              <a:cs typeface="Arial"/>
              <a:sym typeface="Roboto Mono"/>
            </a:endParaRPr>
          </a:p>
        </p:txBody>
      </p:sp>
      <p:sp>
        <p:nvSpPr>
          <p:cNvPr id="3" name="Rectangle 1">
            <a:extLst>
              <a:ext uri="{FF2B5EF4-FFF2-40B4-BE49-F238E27FC236}">
                <a16:creationId xmlns:a16="http://schemas.microsoft.com/office/drawing/2014/main" id="{0E9B0D59-3084-D5BA-88A0-D33BADA639E4}"/>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4" name="Rectangle 1">
            <a:extLst>
              <a:ext uri="{FF2B5EF4-FFF2-40B4-BE49-F238E27FC236}">
                <a16:creationId xmlns:a16="http://schemas.microsoft.com/office/drawing/2014/main" id="{23F2007E-42F7-9440-F3A0-FD42A273BA15}"/>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6" name="Rectangle 5">
            <a:extLst>
              <a:ext uri="{FF2B5EF4-FFF2-40B4-BE49-F238E27FC236}">
                <a16:creationId xmlns:a16="http://schemas.microsoft.com/office/drawing/2014/main" id="{9F5FADB2-91AF-D4FA-A045-82F997FBBD17}"/>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5" name="Rectangle 1">
            <a:extLst>
              <a:ext uri="{FF2B5EF4-FFF2-40B4-BE49-F238E27FC236}">
                <a16:creationId xmlns:a16="http://schemas.microsoft.com/office/drawing/2014/main" id="{E6496D04-2116-A83E-095C-4F80A7E97EC5}"/>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9" name="Rectangle 2">
            <a:extLst>
              <a:ext uri="{FF2B5EF4-FFF2-40B4-BE49-F238E27FC236}">
                <a16:creationId xmlns:a16="http://schemas.microsoft.com/office/drawing/2014/main" id="{3E458D6A-E9DB-1287-7EA5-E23645965E69}"/>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Tree>
    <p:extLst>
      <p:ext uri="{BB962C8B-B14F-4D97-AF65-F5344CB8AC3E}">
        <p14:creationId xmlns:p14="http://schemas.microsoft.com/office/powerpoint/2010/main" val="363358948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24042" y="217287"/>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solidFill>
              <a:srgbClr val="FF66C4"/>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60"/>
            <a:ext cx="10326008" cy="1062920"/>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5756" kern="0" dirty="0">
                <a:solidFill>
                  <a:srgbClr val="FFFFFF"/>
                </a:solidFill>
                <a:latin typeface="Courier"/>
                <a:cs typeface="Arial"/>
                <a:sym typeface="Courier"/>
              </a:rPr>
              <a:t>CONCATENATION</a:t>
            </a:r>
            <a:endParaRPr sz="933"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7" name="Rectangle 1">
            <a:extLst>
              <a:ext uri="{FF2B5EF4-FFF2-40B4-BE49-F238E27FC236}">
                <a16:creationId xmlns:a16="http://schemas.microsoft.com/office/drawing/2014/main" id="{20F41085-CE44-7E37-23E2-A522BDCBBFCD}"/>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6" name="Google Shape;649;p14">
            <a:extLst>
              <a:ext uri="{FF2B5EF4-FFF2-40B4-BE49-F238E27FC236}">
                <a16:creationId xmlns:a16="http://schemas.microsoft.com/office/drawing/2014/main" id="{E3BB16DC-967E-47C6-3CF3-8F532C8FEA25}"/>
              </a:ext>
            </a:extLst>
          </p:cNvPr>
          <p:cNvSpPr txBox="1"/>
          <p:nvPr/>
        </p:nvSpPr>
        <p:spPr>
          <a:xfrm>
            <a:off x="1015964" y="2441630"/>
            <a:ext cx="9512337" cy="2011128"/>
          </a:xfrm>
          <a:prstGeom prst="rect">
            <a:avLst/>
          </a:prstGeom>
          <a:noFill/>
          <a:ln>
            <a:noFill/>
          </a:ln>
        </p:spPr>
        <p:txBody>
          <a:bodyPr spcFirstLastPara="1" wrap="square" lIns="0" tIns="0" rIns="0" bIns="0" anchor="t" anchorCtr="0">
            <a:spAutoFit/>
          </a:bodyPr>
          <a:lstStyle/>
          <a:p>
            <a:pPr defTabSz="609630">
              <a:lnSpc>
                <a:spcPct val="139958"/>
              </a:lnSpc>
              <a:buClr>
                <a:srgbClr val="FFFFFF"/>
              </a:buClr>
            </a:pPr>
            <a:r>
              <a:rPr lang="en-US" sz="1867" kern="0" dirty="0">
                <a:solidFill>
                  <a:srgbClr val="FFFFFF"/>
                </a:solidFill>
                <a:latin typeface="Roboto Mono"/>
                <a:ea typeface="Roboto Mono"/>
                <a:cs typeface="Arial"/>
                <a:sym typeface="Roboto Mono"/>
              </a:rPr>
              <a:t>Replication:</a:t>
            </a:r>
          </a:p>
          <a:p>
            <a:pPr marL="304815" indent="-304815" defTabSz="609630">
              <a:lnSpc>
                <a:spcPct val="139958"/>
              </a:lnSpc>
              <a:buClr>
                <a:srgbClr val="FFFFFF"/>
              </a:buClr>
              <a:buFont typeface="Arial" panose="020B0604020202020204" pitchFamily="34" charset="0"/>
              <a:buChar char="•"/>
            </a:pPr>
            <a:r>
              <a:rPr lang="en-US" sz="1867" kern="0" dirty="0">
                <a:solidFill>
                  <a:srgbClr val="FFFFFF"/>
                </a:solidFill>
                <a:latin typeface="Roboto Mono"/>
                <a:ea typeface="Roboto Mono"/>
                <a:cs typeface="Arial"/>
                <a:sym typeface="Roboto Mono"/>
              </a:rPr>
              <a:t>The * (asterisk) sign, when applied to a string and number (or a number and string, as it remains commutative in this position) becomes a replication operator: </a:t>
            </a:r>
          </a:p>
          <a:p>
            <a:pPr defTabSz="609630">
              <a:lnSpc>
                <a:spcPct val="139958"/>
              </a:lnSpc>
              <a:buClr>
                <a:srgbClr val="FFFFFF"/>
              </a:buClr>
            </a:pPr>
            <a:endParaRPr lang="en-US" sz="1867" kern="0" dirty="0">
              <a:solidFill>
                <a:srgbClr val="FFFFFF"/>
              </a:solidFill>
              <a:latin typeface="Roboto Mono"/>
              <a:ea typeface="Roboto Mono"/>
              <a:cs typeface="Arial"/>
              <a:sym typeface="Roboto Mono"/>
            </a:endParaRPr>
          </a:p>
        </p:txBody>
      </p:sp>
      <p:sp>
        <p:nvSpPr>
          <p:cNvPr id="3" name="Rectangle 1">
            <a:extLst>
              <a:ext uri="{FF2B5EF4-FFF2-40B4-BE49-F238E27FC236}">
                <a16:creationId xmlns:a16="http://schemas.microsoft.com/office/drawing/2014/main" id="{0E9B0D59-3084-D5BA-88A0-D33BADA639E4}"/>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4" name="Rectangle 1">
            <a:extLst>
              <a:ext uri="{FF2B5EF4-FFF2-40B4-BE49-F238E27FC236}">
                <a16:creationId xmlns:a16="http://schemas.microsoft.com/office/drawing/2014/main" id="{23F2007E-42F7-9440-F3A0-FD42A273BA15}"/>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6" name="Rectangle 5">
            <a:extLst>
              <a:ext uri="{FF2B5EF4-FFF2-40B4-BE49-F238E27FC236}">
                <a16:creationId xmlns:a16="http://schemas.microsoft.com/office/drawing/2014/main" id="{9F5FADB2-91AF-D4FA-A045-82F997FBBD17}"/>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5" name="Rectangle 1">
            <a:extLst>
              <a:ext uri="{FF2B5EF4-FFF2-40B4-BE49-F238E27FC236}">
                <a16:creationId xmlns:a16="http://schemas.microsoft.com/office/drawing/2014/main" id="{E6496D04-2116-A83E-095C-4F80A7E97EC5}"/>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9" name="Rectangle 2">
            <a:extLst>
              <a:ext uri="{FF2B5EF4-FFF2-40B4-BE49-F238E27FC236}">
                <a16:creationId xmlns:a16="http://schemas.microsoft.com/office/drawing/2014/main" id="{3E458D6A-E9DB-1287-7EA5-E23645965E69}"/>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2" name="Rectangle 2">
            <a:extLst>
              <a:ext uri="{FF2B5EF4-FFF2-40B4-BE49-F238E27FC236}">
                <a16:creationId xmlns:a16="http://schemas.microsoft.com/office/drawing/2014/main" id="{FBB22B93-F8CC-6F00-52DE-0350807328D2}"/>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3" name="Rectangle 3">
            <a:extLst>
              <a:ext uri="{FF2B5EF4-FFF2-40B4-BE49-F238E27FC236}">
                <a16:creationId xmlns:a16="http://schemas.microsoft.com/office/drawing/2014/main" id="{18B7A569-70FF-9BCA-F988-F9B46A585DE3}"/>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4" name="Rectangle 4">
            <a:extLst>
              <a:ext uri="{FF2B5EF4-FFF2-40B4-BE49-F238E27FC236}">
                <a16:creationId xmlns:a16="http://schemas.microsoft.com/office/drawing/2014/main" id="{2FCDB2EA-91A1-15F5-FC81-BD234CFC7F07}"/>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17" name="TextBox 16">
            <a:extLst>
              <a:ext uri="{FF2B5EF4-FFF2-40B4-BE49-F238E27FC236}">
                <a16:creationId xmlns:a16="http://schemas.microsoft.com/office/drawing/2014/main" id="{2638E0FA-5603-D5B7-E813-82BB726C4DDB}"/>
              </a:ext>
            </a:extLst>
          </p:cNvPr>
          <p:cNvSpPr txBox="1"/>
          <p:nvPr/>
        </p:nvSpPr>
        <p:spPr>
          <a:xfrm>
            <a:off x="1015964" y="4452436"/>
            <a:ext cx="6096000" cy="1569853"/>
          </a:xfrm>
          <a:prstGeom prst="rect">
            <a:avLst/>
          </a:prstGeom>
          <a:noFill/>
        </p:spPr>
        <p:txBody>
          <a:bodyPr wrap="square">
            <a:spAutoFit/>
          </a:bodyPr>
          <a:lstStyle/>
          <a:p>
            <a:pPr defTabSz="609630" eaLnBrk="0" fontAlgn="base" hangingPunct="0">
              <a:spcBef>
                <a:spcPct val="0"/>
              </a:spcBef>
              <a:spcAft>
                <a:spcPct val="0"/>
              </a:spcAft>
            </a:pPr>
            <a:r>
              <a:rPr lang="en-US" altLang="en-US" sz="1867" kern="0" dirty="0">
                <a:solidFill>
                  <a:srgbClr val="FFFFFF"/>
                </a:solidFill>
                <a:latin typeface="Open Sans" panose="020B0606030504020204" pitchFamily="34" charset="0"/>
                <a:cs typeface="Open Sans" panose="020B0606030504020204" pitchFamily="34" charset="0"/>
                <a:sym typeface="Arial"/>
              </a:rPr>
              <a:t>For example:</a:t>
            </a:r>
            <a:endParaRPr lang="en-US" altLang="en-US" sz="1867" kern="0" dirty="0">
              <a:solidFill>
                <a:srgbClr val="FFFFFF"/>
              </a:solidFill>
              <a:latin typeface="Arial"/>
              <a:cs typeface="Arial"/>
              <a:sym typeface="Arial"/>
            </a:endParaRPr>
          </a:p>
          <a:p>
            <a:pPr defTabSz="609630" eaLnBrk="0" fontAlgn="base" hangingPunct="0">
              <a:spcBef>
                <a:spcPct val="0"/>
              </a:spcBef>
              <a:spcAft>
                <a:spcPct val="0"/>
              </a:spcAft>
              <a:buFontTx/>
              <a:buChar char="•"/>
            </a:pPr>
            <a:r>
              <a:rPr lang="en-US" altLang="en-US" sz="1867" kern="0" dirty="0">
                <a:solidFill>
                  <a:srgbClr val="FFFFFF"/>
                </a:solidFill>
                <a:latin typeface="Courier New" panose="02070309020205020404" pitchFamily="49" charset="0"/>
                <a:cs typeface="Courier New" panose="02070309020205020404" pitchFamily="49" charset="0"/>
                <a:sym typeface="Arial"/>
              </a:rPr>
              <a:t>"James" * 3</a:t>
            </a:r>
            <a:r>
              <a:rPr lang="en-US" altLang="en-US" sz="1867" kern="0" dirty="0">
                <a:solidFill>
                  <a:srgbClr val="FFFFFF"/>
                </a:solidFill>
                <a:latin typeface="Open Sans" panose="020B0606030504020204" pitchFamily="34" charset="0"/>
                <a:cs typeface="Open Sans" panose="020B0606030504020204" pitchFamily="34" charset="0"/>
                <a:sym typeface="Arial"/>
              </a:rPr>
              <a:t> = </a:t>
            </a:r>
            <a:r>
              <a:rPr lang="en-US" altLang="en-US" sz="1867" kern="0" dirty="0">
                <a:solidFill>
                  <a:srgbClr val="FFFFFF"/>
                </a:solidFill>
                <a:latin typeface="Courier New" panose="02070309020205020404" pitchFamily="49" charset="0"/>
                <a:cs typeface="Courier New" panose="02070309020205020404" pitchFamily="49" charset="0"/>
                <a:sym typeface="Arial"/>
              </a:rPr>
              <a:t>"</a:t>
            </a:r>
            <a:r>
              <a:rPr lang="en-US" altLang="en-US" sz="1867" kern="0" dirty="0" err="1">
                <a:solidFill>
                  <a:srgbClr val="FFFFFF"/>
                </a:solidFill>
                <a:latin typeface="Courier New" panose="02070309020205020404" pitchFamily="49" charset="0"/>
                <a:cs typeface="Courier New" panose="02070309020205020404" pitchFamily="49" charset="0"/>
                <a:sym typeface="Arial"/>
              </a:rPr>
              <a:t>JamesJamesJames</a:t>
            </a:r>
            <a:r>
              <a:rPr lang="en-US" altLang="en-US" sz="1867" kern="0" dirty="0">
                <a:solidFill>
                  <a:srgbClr val="FFFFFF"/>
                </a:solidFill>
                <a:latin typeface="Courier New" panose="02070309020205020404" pitchFamily="49" charset="0"/>
                <a:cs typeface="Courier New" panose="02070309020205020404" pitchFamily="49" charset="0"/>
                <a:sym typeface="Arial"/>
              </a:rPr>
              <a:t>"</a:t>
            </a:r>
            <a:endParaRPr lang="en-US" altLang="en-US" sz="1867" kern="0" dirty="0">
              <a:solidFill>
                <a:srgbClr val="FFFFFF"/>
              </a:solidFill>
              <a:latin typeface="Open Sans" panose="020B0606030504020204" pitchFamily="34" charset="0"/>
              <a:cs typeface="Open Sans" panose="020B0606030504020204" pitchFamily="34" charset="0"/>
              <a:sym typeface="Arial"/>
            </a:endParaRPr>
          </a:p>
          <a:p>
            <a:pPr defTabSz="609630" eaLnBrk="0" fontAlgn="base" hangingPunct="0">
              <a:spcBef>
                <a:spcPct val="0"/>
              </a:spcBef>
              <a:spcAft>
                <a:spcPct val="0"/>
              </a:spcAft>
              <a:buFontTx/>
              <a:buChar char="•"/>
            </a:pPr>
            <a:r>
              <a:rPr lang="en-US" altLang="en-US" sz="1867" kern="0" dirty="0">
                <a:solidFill>
                  <a:srgbClr val="FFFFFF"/>
                </a:solidFill>
                <a:latin typeface="Courier New" panose="02070309020205020404" pitchFamily="49" charset="0"/>
                <a:cs typeface="Courier New" panose="02070309020205020404" pitchFamily="49" charset="0"/>
                <a:sym typeface="Arial"/>
              </a:rPr>
              <a:t>3 * "an"</a:t>
            </a:r>
            <a:r>
              <a:rPr lang="en-US" altLang="en-US" sz="1867" kern="0" dirty="0">
                <a:solidFill>
                  <a:srgbClr val="FFFFFF"/>
                </a:solidFill>
                <a:latin typeface="Open Sans" panose="020B0606030504020204" pitchFamily="34" charset="0"/>
                <a:cs typeface="Open Sans" panose="020B0606030504020204" pitchFamily="34" charset="0"/>
                <a:sym typeface="Arial"/>
              </a:rPr>
              <a:t> = </a:t>
            </a:r>
            <a:r>
              <a:rPr lang="en-US" altLang="en-US" sz="1867" kern="0" dirty="0">
                <a:solidFill>
                  <a:srgbClr val="FFFFFF"/>
                </a:solidFill>
                <a:latin typeface="Courier New" panose="02070309020205020404" pitchFamily="49" charset="0"/>
                <a:cs typeface="Courier New" panose="02070309020205020404" pitchFamily="49" charset="0"/>
                <a:sym typeface="Arial"/>
              </a:rPr>
              <a:t>"</a:t>
            </a:r>
            <a:r>
              <a:rPr lang="en-US" altLang="en-US" sz="1867" kern="0" dirty="0" err="1">
                <a:solidFill>
                  <a:srgbClr val="FFFFFF"/>
                </a:solidFill>
                <a:latin typeface="Courier New" panose="02070309020205020404" pitchFamily="49" charset="0"/>
                <a:cs typeface="Courier New" panose="02070309020205020404" pitchFamily="49" charset="0"/>
                <a:sym typeface="Arial"/>
              </a:rPr>
              <a:t>ananan</a:t>
            </a:r>
            <a:r>
              <a:rPr lang="en-US" altLang="en-US" sz="1867" kern="0" dirty="0">
                <a:solidFill>
                  <a:srgbClr val="FFFFFF"/>
                </a:solidFill>
                <a:latin typeface="Courier New" panose="02070309020205020404" pitchFamily="49" charset="0"/>
                <a:cs typeface="Courier New" panose="02070309020205020404" pitchFamily="49" charset="0"/>
                <a:sym typeface="Arial"/>
              </a:rPr>
              <a:t>"</a:t>
            </a:r>
            <a:endParaRPr lang="en-US" altLang="en-US" sz="1867" kern="0" dirty="0">
              <a:solidFill>
                <a:srgbClr val="FFFFFF"/>
              </a:solidFill>
              <a:latin typeface="Open Sans" panose="020B0606030504020204" pitchFamily="34" charset="0"/>
              <a:cs typeface="Open Sans" panose="020B0606030504020204" pitchFamily="34" charset="0"/>
              <a:sym typeface="Arial"/>
            </a:endParaRPr>
          </a:p>
          <a:p>
            <a:pPr defTabSz="609630" eaLnBrk="0" fontAlgn="base" hangingPunct="0">
              <a:spcBef>
                <a:spcPct val="0"/>
              </a:spcBef>
              <a:spcAft>
                <a:spcPct val="0"/>
              </a:spcAft>
              <a:buFontTx/>
              <a:buChar char="•"/>
            </a:pPr>
            <a:r>
              <a:rPr lang="en-US" altLang="en-US" sz="1867" kern="0" dirty="0">
                <a:solidFill>
                  <a:srgbClr val="FFFFFF"/>
                </a:solidFill>
                <a:latin typeface="Courier New" panose="02070309020205020404" pitchFamily="49" charset="0"/>
                <a:cs typeface="Courier New" panose="02070309020205020404" pitchFamily="49" charset="0"/>
                <a:sym typeface="Arial"/>
              </a:rPr>
              <a:t>5 * "2"</a:t>
            </a:r>
            <a:r>
              <a:rPr lang="en-US" altLang="en-US" sz="1867" kern="0" dirty="0">
                <a:solidFill>
                  <a:srgbClr val="FFFFFF"/>
                </a:solidFill>
                <a:latin typeface="Open Sans" panose="020B0606030504020204" pitchFamily="34" charset="0"/>
                <a:cs typeface="Open Sans" panose="020B0606030504020204" pitchFamily="34" charset="0"/>
                <a:sym typeface="Arial"/>
              </a:rPr>
              <a:t> (or </a:t>
            </a:r>
            <a:r>
              <a:rPr lang="en-US" altLang="en-US" sz="1867" kern="0" dirty="0">
                <a:solidFill>
                  <a:srgbClr val="FFFFFF"/>
                </a:solidFill>
                <a:latin typeface="Courier New" panose="02070309020205020404" pitchFamily="49" charset="0"/>
                <a:cs typeface="Courier New" panose="02070309020205020404" pitchFamily="49" charset="0"/>
                <a:sym typeface="Arial"/>
              </a:rPr>
              <a:t>"2" * 5</a:t>
            </a:r>
            <a:r>
              <a:rPr lang="en-US" altLang="en-US" sz="1867" kern="0" dirty="0">
                <a:solidFill>
                  <a:srgbClr val="FFFFFF"/>
                </a:solidFill>
                <a:latin typeface="Open Sans" panose="020B0606030504020204" pitchFamily="34" charset="0"/>
                <a:cs typeface="Open Sans" panose="020B0606030504020204" pitchFamily="34" charset="0"/>
                <a:sym typeface="Arial"/>
              </a:rPr>
              <a:t>) gives </a:t>
            </a:r>
            <a:r>
              <a:rPr lang="en-US" altLang="en-US" sz="1867" kern="0" dirty="0">
                <a:solidFill>
                  <a:srgbClr val="FFFFFF"/>
                </a:solidFill>
                <a:latin typeface="Courier New" panose="02070309020205020404" pitchFamily="49" charset="0"/>
                <a:cs typeface="Courier New" panose="02070309020205020404" pitchFamily="49" charset="0"/>
                <a:sym typeface="Arial"/>
              </a:rPr>
              <a:t>"22222"</a:t>
            </a:r>
            <a:r>
              <a:rPr lang="en-US" altLang="en-US" sz="1867" kern="0" dirty="0">
                <a:solidFill>
                  <a:srgbClr val="FFFFFF"/>
                </a:solidFill>
                <a:latin typeface="Open Sans" panose="020B0606030504020204" pitchFamily="34" charset="0"/>
                <a:cs typeface="Open Sans" panose="020B0606030504020204" pitchFamily="34" charset="0"/>
                <a:sym typeface="Arial"/>
              </a:rPr>
              <a:t> (not </a:t>
            </a:r>
            <a:r>
              <a:rPr lang="en-US" altLang="en-US" sz="1867" kern="0" dirty="0">
                <a:solidFill>
                  <a:srgbClr val="FFFFFF"/>
                </a:solidFill>
                <a:latin typeface="Courier New" panose="02070309020205020404" pitchFamily="49" charset="0"/>
                <a:cs typeface="Courier New" panose="02070309020205020404" pitchFamily="49" charset="0"/>
                <a:sym typeface="Arial"/>
              </a:rPr>
              <a:t>10</a:t>
            </a:r>
            <a:r>
              <a:rPr lang="en-US" altLang="en-US" sz="1867" kern="0" dirty="0">
                <a:solidFill>
                  <a:srgbClr val="FFFFFF"/>
                </a:solidFill>
                <a:latin typeface="Open Sans" panose="020B0606030504020204" pitchFamily="34" charset="0"/>
                <a:cs typeface="Open Sans" panose="020B0606030504020204" pitchFamily="34" charset="0"/>
                <a:sym typeface="Arial"/>
              </a:rPr>
              <a:t>!)</a:t>
            </a:r>
          </a:p>
          <a:p>
            <a:pPr defTabSz="609630" eaLnBrk="0" fontAlgn="base" hangingPunct="0">
              <a:spcBef>
                <a:spcPct val="0"/>
              </a:spcBef>
              <a:spcAft>
                <a:spcPct val="0"/>
              </a:spcAft>
            </a:pPr>
            <a:endParaRPr lang="en-US" altLang="en-US" sz="2133" kern="0" dirty="0">
              <a:solidFill>
                <a:srgbClr val="000000"/>
              </a:solidFill>
              <a:latin typeface="Arial" panose="020B0604020202020204" pitchFamily="34" charset="0"/>
              <a:cs typeface="Arial"/>
              <a:sym typeface="Arial"/>
            </a:endParaRPr>
          </a:p>
        </p:txBody>
      </p:sp>
    </p:spTree>
    <p:extLst>
      <p:ext uri="{BB962C8B-B14F-4D97-AF65-F5344CB8AC3E}">
        <p14:creationId xmlns:p14="http://schemas.microsoft.com/office/powerpoint/2010/main" val="244235986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624">
          <a:extLst>
            <a:ext uri="{FF2B5EF4-FFF2-40B4-BE49-F238E27FC236}">
              <a16:creationId xmlns:a16="http://schemas.microsoft.com/office/drawing/2014/main" id="{B0CEF36F-354C-CC90-6982-D7560002E7D1}"/>
            </a:ext>
          </a:extLst>
        </p:cNvPr>
        <p:cNvGrpSpPr/>
        <p:nvPr/>
      </p:nvGrpSpPr>
      <p:grpSpPr>
        <a:xfrm>
          <a:off x="0" y="0"/>
          <a:ext cx="0" cy="0"/>
          <a:chOff x="0" y="0"/>
          <a:chExt cx="0" cy="0"/>
        </a:xfrm>
      </p:grpSpPr>
      <p:grpSp>
        <p:nvGrpSpPr>
          <p:cNvPr id="625" name="Google Shape;625;p14">
            <a:extLst>
              <a:ext uri="{FF2B5EF4-FFF2-40B4-BE49-F238E27FC236}">
                <a16:creationId xmlns:a16="http://schemas.microsoft.com/office/drawing/2014/main" id="{EF5EE666-900D-EB48-5D95-F798C9A192BB}"/>
              </a:ext>
            </a:extLst>
          </p:cNvPr>
          <p:cNvGrpSpPr/>
          <p:nvPr/>
        </p:nvGrpSpPr>
        <p:grpSpPr>
          <a:xfrm>
            <a:off x="324043" y="217288"/>
            <a:ext cx="11543917" cy="6302879"/>
            <a:chOff x="0" y="-241102"/>
            <a:chExt cx="23087835" cy="12605759"/>
          </a:xfrm>
        </p:grpSpPr>
        <p:grpSp>
          <p:nvGrpSpPr>
            <p:cNvPr id="626" name="Google Shape;626;p14">
              <a:extLst>
                <a:ext uri="{FF2B5EF4-FFF2-40B4-BE49-F238E27FC236}">
                  <a16:creationId xmlns:a16="http://schemas.microsoft.com/office/drawing/2014/main" id="{17888BA1-4F0A-162C-921B-223BCD65F97F}"/>
                </a:ext>
              </a:extLst>
            </p:cNvPr>
            <p:cNvGrpSpPr/>
            <p:nvPr/>
          </p:nvGrpSpPr>
          <p:grpSpPr>
            <a:xfrm>
              <a:off x="0" y="-241102"/>
              <a:ext cx="23069216" cy="12605759"/>
              <a:chOff x="0" y="-47625"/>
              <a:chExt cx="4556882" cy="2490026"/>
            </a:xfrm>
          </p:grpSpPr>
          <p:sp>
            <p:nvSpPr>
              <p:cNvPr id="627" name="Google Shape;627;p14">
                <a:extLst>
                  <a:ext uri="{FF2B5EF4-FFF2-40B4-BE49-F238E27FC236}">
                    <a16:creationId xmlns:a16="http://schemas.microsoft.com/office/drawing/2014/main" id="{C78B8623-7F2C-094A-0E6E-7C194E6CDBA4}"/>
                  </a:ext>
                </a:extLst>
              </p:cNvPr>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1200" kern="0">
                  <a:solidFill>
                    <a:srgbClr val="000000"/>
                  </a:solidFill>
                  <a:latin typeface="Arial"/>
                  <a:cs typeface="Arial"/>
                  <a:sym typeface="Arial"/>
                </a:endParaRPr>
              </a:p>
            </p:txBody>
          </p:sp>
          <p:sp>
            <p:nvSpPr>
              <p:cNvPr id="628" name="Google Shape;628;p14">
                <a:extLst>
                  <a:ext uri="{FF2B5EF4-FFF2-40B4-BE49-F238E27FC236}">
                    <a16:creationId xmlns:a16="http://schemas.microsoft.com/office/drawing/2014/main" id="{D7A33E01-A575-54EA-F6B2-C967DA858002}"/>
                  </a:ext>
                </a:extLst>
              </p:cNvPr>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a:extLst>
                <a:ext uri="{FF2B5EF4-FFF2-40B4-BE49-F238E27FC236}">
                  <a16:creationId xmlns:a16="http://schemas.microsoft.com/office/drawing/2014/main" id="{65EA8297-6A6C-15A0-7C2C-EC923D50E086}"/>
                </a:ext>
              </a:extLst>
            </p:cNvPr>
            <p:cNvGrpSpPr/>
            <p:nvPr/>
          </p:nvGrpSpPr>
          <p:grpSpPr>
            <a:xfrm>
              <a:off x="18619" y="-241102"/>
              <a:ext cx="23069216" cy="12605759"/>
              <a:chOff x="0" y="-47625"/>
              <a:chExt cx="4556882" cy="2490026"/>
            </a:xfrm>
          </p:grpSpPr>
          <p:sp>
            <p:nvSpPr>
              <p:cNvPr id="630" name="Google Shape;630;p14">
                <a:extLst>
                  <a:ext uri="{FF2B5EF4-FFF2-40B4-BE49-F238E27FC236}">
                    <a16:creationId xmlns:a16="http://schemas.microsoft.com/office/drawing/2014/main" id="{85DB3DD7-B3B5-883D-89E7-939BF8518A16}"/>
                  </a:ext>
                </a:extLst>
              </p:cNvPr>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1200" kern="0">
                  <a:solidFill>
                    <a:srgbClr val="000000"/>
                  </a:solidFill>
                  <a:latin typeface="Arial"/>
                  <a:cs typeface="Arial"/>
                  <a:sym typeface="Arial"/>
                </a:endParaRPr>
              </a:p>
            </p:txBody>
          </p:sp>
          <p:sp>
            <p:nvSpPr>
              <p:cNvPr id="631" name="Google Shape;631;p14">
                <a:extLst>
                  <a:ext uri="{FF2B5EF4-FFF2-40B4-BE49-F238E27FC236}">
                    <a16:creationId xmlns:a16="http://schemas.microsoft.com/office/drawing/2014/main" id="{8495806D-9BB0-760C-1D31-BB73FD83D465}"/>
                  </a:ext>
                </a:extLst>
              </p:cNvPr>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cxnSp>
          <p:nvCxnSpPr>
            <p:cNvPr id="632" name="Google Shape;632;p14">
              <a:extLst>
                <a:ext uri="{FF2B5EF4-FFF2-40B4-BE49-F238E27FC236}">
                  <a16:creationId xmlns:a16="http://schemas.microsoft.com/office/drawing/2014/main" id="{13578B7B-DE65-FAB7-D74B-053700172A44}"/>
                </a:ext>
              </a:extLst>
            </p:cNvPr>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a:extLst>
                <a:ext uri="{FF2B5EF4-FFF2-40B4-BE49-F238E27FC236}">
                  <a16:creationId xmlns:a16="http://schemas.microsoft.com/office/drawing/2014/main" id="{0E12A6BA-2EA6-3086-AF5D-2FDBA46BC93C}"/>
                </a:ext>
              </a:extLst>
            </p:cNvPr>
            <p:cNvGrpSpPr/>
            <p:nvPr/>
          </p:nvGrpSpPr>
          <p:grpSpPr>
            <a:xfrm>
              <a:off x="318466" y="201915"/>
              <a:ext cx="394763" cy="394763"/>
              <a:chOff x="0" y="0"/>
              <a:chExt cx="812800" cy="812800"/>
            </a:xfrm>
          </p:grpSpPr>
          <p:sp>
            <p:nvSpPr>
              <p:cNvPr id="634" name="Google Shape;634;p14">
                <a:extLst>
                  <a:ext uri="{FF2B5EF4-FFF2-40B4-BE49-F238E27FC236}">
                    <a16:creationId xmlns:a16="http://schemas.microsoft.com/office/drawing/2014/main" id="{E0BC9E5E-F5EB-D0F2-09EE-A47702B033E5}"/>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1200" kern="0">
                  <a:solidFill>
                    <a:srgbClr val="000000"/>
                  </a:solidFill>
                  <a:latin typeface="Arial"/>
                  <a:cs typeface="Arial"/>
                  <a:sym typeface="Arial"/>
                </a:endParaRPr>
              </a:p>
            </p:txBody>
          </p:sp>
          <p:sp>
            <p:nvSpPr>
              <p:cNvPr id="635" name="Google Shape;635;p14">
                <a:extLst>
                  <a:ext uri="{FF2B5EF4-FFF2-40B4-BE49-F238E27FC236}">
                    <a16:creationId xmlns:a16="http://schemas.microsoft.com/office/drawing/2014/main" id="{E63D871A-7B16-F298-4EE8-B3862260B197}"/>
                  </a:ext>
                </a:extLst>
              </p:cNvPr>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a:extLst>
                <a:ext uri="{FF2B5EF4-FFF2-40B4-BE49-F238E27FC236}">
                  <a16:creationId xmlns:a16="http://schemas.microsoft.com/office/drawing/2014/main" id="{C096F099-EB5A-D374-3D00-01E25CD383FA}"/>
                </a:ext>
              </a:extLst>
            </p:cNvPr>
            <p:cNvGrpSpPr/>
            <p:nvPr/>
          </p:nvGrpSpPr>
          <p:grpSpPr>
            <a:xfrm>
              <a:off x="989083" y="201915"/>
              <a:ext cx="394763" cy="394763"/>
              <a:chOff x="0" y="0"/>
              <a:chExt cx="812800" cy="812800"/>
            </a:xfrm>
          </p:grpSpPr>
          <p:sp>
            <p:nvSpPr>
              <p:cNvPr id="637" name="Google Shape;637;p14">
                <a:extLst>
                  <a:ext uri="{FF2B5EF4-FFF2-40B4-BE49-F238E27FC236}">
                    <a16:creationId xmlns:a16="http://schemas.microsoft.com/office/drawing/2014/main" id="{577E644F-E468-9984-27DD-0E2EF3544862}"/>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1200" kern="0">
                  <a:solidFill>
                    <a:srgbClr val="000000"/>
                  </a:solidFill>
                  <a:latin typeface="Arial"/>
                  <a:cs typeface="Arial"/>
                  <a:sym typeface="Arial"/>
                </a:endParaRPr>
              </a:p>
            </p:txBody>
          </p:sp>
          <p:sp>
            <p:nvSpPr>
              <p:cNvPr id="638" name="Google Shape;638;p14">
                <a:extLst>
                  <a:ext uri="{FF2B5EF4-FFF2-40B4-BE49-F238E27FC236}">
                    <a16:creationId xmlns:a16="http://schemas.microsoft.com/office/drawing/2014/main" id="{94862CF2-730D-CC06-B30E-A6D6ABF6D81D}"/>
                  </a:ext>
                </a:extLst>
              </p:cNvPr>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a:extLst>
                <a:ext uri="{FF2B5EF4-FFF2-40B4-BE49-F238E27FC236}">
                  <a16:creationId xmlns:a16="http://schemas.microsoft.com/office/drawing/2014/main" id="{9B0A873D-390D-EBAA-568C-BFC1722F4398}"/>
                </a:ext>
              </a:extLst>
            </p:cNvPr>
            <p:cNvGrpSpPr/>
            <p:nvPr/>
          </p:nvGrpSpPr>
          <p:grpSpPr>
            <a:xfrm>
              <a:off x="1663247" y="201915"/>
              <a:ext cx="394763" cy="394763"/>
              <a:chOff x="0" y="0"/>
              <a:chExt cx="812800" cy="812800"/>
            </a:xfrm>
          </p:grpSpPr>
          <p:sp>
            <p:nvSpPr>
              <p:cNvPr id="640" name="Google Shape;640;p14">
                <a:extLst>
                  <a:ext uri="{FF2B5EF4-FFF2-40B4-BE49-F238E27FC236}">
                    <a16:creationId xmlns:a16="http://schemas.microsoft.com/office/drawing/2014/main" id="{94FD8B32-A800-7162-21EA-90889FF6ACC6}"/>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1200" kern="0">
                  <a:solidFill>
                    <a:srgbClr val="000000"/>
                  </a:solidFill>
                  <a:latin typeface="Arial"/>
                  <a:cs typeface="Arial"/>
                  <a:sym typeface="Arial"/>
                </a:endParaRPr>
              </a:p>
            </p:txBody>
          </p:sp>
          <p:sp>
            <p:nvSpPr>
              <p:cNvPr id="641" name="Google Shape;641;p14">
                <a:extLst>
                  <a:ext uri="{FF2B5EF4-FFF2-40B4-BE49-F238E27FC236}">
                    <a16:creationId xmlns:a16="http://schemas.microsoft.com/office/drawing/2014/main" id="{C1BEC242-394B-9252-9C59-2DAA3A592491}"/>
                  </a:ext>
                </a:extLst>
              </p:cNvPr>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a:extLst>
              <a:ext uri="{FF2B5EF4-FFF2-40B4-BE49-F238E27FC236}">
                <a16:creationId xmlns:a16="http://schemas.microsoft.com/office/drawing/2014/main" id="{0CCEE391-680E-5590-05BC-F8F1EA7599CF}"/>
              </a:ext>
            </a:extLst>
          </p:cNvPr>
          <p:cNvGrpSpPr/>
          <p:nvPr/>
        </p:nvGrpSpPr>
        <p:grpSpPr>
          <a:xfrm>
            <a:off x="685800" y="879049"/>
            <a:ext cx="10562908" cy="1109071"/>
            <a:chOff x="0" y="-47625"/>
            <a:chExt cx="4517902" cy="474365"/>
          </a:xfrm>
        </p:grpSpPr>
        <p:sp>
          <p:nvSpPr>
            <p:cNvPr id="643" name="Google Shape;643;p14">
              <a:extLst>
                <a:ext uri="{FF2B5EF4-FFF2-40B4-BE49-F238E27FC236}">
                  <a16:creationId xmlns:a16="http://schemas.microsoft.com/office/drawing/2014/main" id="{14EA48A2-34BD-6DF8-D499-750B605DAF27}"/>
                </a:ext>
              </a:extLst>
            </p:cNvPr>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solidFill>
              <a:srgbClr val="FF66C4"/>
            </a:solidFill>
            <a:ln>
              <a:noFill/>
            </a:ln>
          </p:spPr>
          <p:txBody>
            <a:bodyPr spcFirstLastPara="1" wrap="square" lIns="60950" tIns="60950" rIns="60950" bIns="60950" anchor="ctr" anchorCtr="0">
              <a:noAutofit/>
            </a:bodyPr>
            <a:lstStyle/>
            <a:p>
              <a:pPr defTabSz="609630">
                <a:buClr>
                  <a:srgbClr val="000000"/>
                </a:buClr>
              </a:pPr>
              <a:endParaRPr sz="1200" kern="0">
                <a:solidFill>
                  <a:srgbClr val="000000"/>
                </a:solidFill>
                <a:latin typeface="Arial"/>
                <a:cs typeface="Arial"/>
                <a:sym typeface="Arial"/>
              </a:endParaRPr>
            </a:p>
          </p:txBody>
        </p:sp>
        <p:sp>
          <p:nvSpPr>
            <p:cNvPr id="644" name="Google Shape;644;p14">
              <a:extLst>
                <a:ext uri="{FF2B5EF4-FFF2-40B4-BE49-F238E27FC236}">
                  <a16:creationId xmlns:a16="http://schemas.microsoft.com/office/drawing/2014/main" id="{A4E9140A-A105-9A8E-9082-2F1967B9D014}"/>
                </a:ext>
              </a:extLst>
            </p:cNvPr>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a:extLst>
              <a:ext uri="{FF2B5EF4-FFF2-40B4-BE49-F238E27FC236}">
                <a16:creationId xmlns:a16="http://schemas.microsoft.com/office/drawing/2014/main" id="{8D8D37D5-E99D-99C4-AD90-03A1E48E985B}"/>
              </a:ext>
            </a:extLst>
          </p:cNvPr>
          <p:cNvGrpSpPr/>
          <p:nvPr/>
        </p:nvGrpSpPr>
        <p:grpSpPr>
          <a:xfrm>
            <a:off x="1008592" y="1041879"/>
            <a:ext cx="10562908" cy="1109071"/>
            <a:chOff x="0" y="-47625"/>
            <a:chExt cx="4517902" cy="474365"/>
          </a:xfrm>
        </p:grpSpPr>
        <p:sp>
          <p:nvSpPr>
            <p:cNvPr id="646" name="Google Shape;646;p14">
              <a:extLst>
                <a:ext uri="{FF2B5EF4-FFF2-40B4-BE49-F238E27FC236}">
                  <a16:creationId xmlns:a16="http://schemas.microsoft.com/office/drawing/2014/main" id="{49A2CC2B-2F1B-090B-2F9D-1AF721D15E94}"/>
                </a:ext>
              </a:extLst>
            </p:cNvPr>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1200" kern="0">
                <a:solidFill>
                  <a:srgbClr val="000000"/>
                </a:solidFill>
                <a:latin typeface="Arial"/>
                <a:cs typeface="Arial"/>
                <a:sym typeface="Arial"/>
              </a:endParaRPr>
            </a:p>
          </p:txBody>
        </p:sp>
        <p:sp>
          <p:nvSpPr>
            <p:cNvPr id="647" name="Google Shape;647;p14">
              <a:extLst>
                <a:ext uri="{FF2B5EF4-FFF2-40B4-BE49-F238E27FC236}">
                  <a16:creationId xmlns:a16="http://schemas.microsoft.com/office/drawing/2014/main" id="{89F49B98-51DD-35CA-483D-870B0262B8E4}"/>
                </a:ext>
              </a:extLst>
            </p:cNvPr>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a:extLst>
              <a:ext uri="{FF2B5EF4-FFF2-40B4-BE49-F238E27FC236}">
                <a16:creationId xmlns:a16="http://schemas.microsoft.com/office/drawing/2014/main" id="{DB9A1F64-FDCB-DE21-819E-9BC55EC0A2E5}"/>
              </a:ext>
            </a:extLst>
          </p:cNvPr>
          <p:cNvSpPr txBox="1"/>
          <p:nvPr/>
        </p:nvSpPr>
        <p:spPr>
          <a:xfrm>
            <a:off x="1127042" y="1162461"/>
            <a:ext cx="10326008" cy="1062920"/>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5756" kern="0" dirty="0">
                <a:solidFill>
                  <a:srgbClr val="FFFFFF"/>
                </a:solidFill>
                <a:latin typeface="Courier"/>
                <a:cs typeface="Arial"/>
                <a:sym typeface="Courier"/>
              </a:rPr>
              <a:t>Core Concept</a:t>
            </a:r>
            <a:endParaRPr sz="1200" kern="0" dirty="0">
              <a:solidFill>
                <a:srgbClr val="000000"/>
              </a:solidFill>
              <a:latin typeface="Arial"/>
              <a:cs typeface="Arial"/>
              <a:sym typeface="Arial"/>
            </a:endParaRPr>
          </a:p>
        </p:txBody>
      </p:sp>
      <p:sp>
        <p:nvSpPr>
          <p:cNvPr id="2" name="Rectangle 1">
            <a:extLst>
              <a:ext uri="{FF2B5EF4-FFF2-40B4-BE49-F238E27FC236}">
                <a16:creationId xmlns:a16="http://schemas.microsoft.com/office/drawing/2014/main" id="{A167B6D6-6E02-D6AF-AE86-4F6B20F8C0DE}"/>
              </a:ext>
            </a:extLst>
          </p:cNvPr>
          <p:cNvSpPr>
            <a:spLocks noChangeArrowheads="1"/>
          </p:cNvSpPr>
          <p:nvPr/>
        </p:nvSpPr>
        <p:spPr bwMode="auto">
          <a:xfrm>
            <a:off x="1" y="29291"/>
            <a:ext cx="123175" cy="246221"/>
          </a:xfrm>
          <a:prstGeom prst="rect">
            <a:avLst/>
          </a:prstGeom>
          <a:solidFill>
            <a:srgbClr val="D7F2C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3" name="Google Shape;649;p14">
            <a:extLst>
              <a:ext uri="{FF2B5EF4-FFF2-40B4-BE49-F238E27FC236}">
                <a16:creationId xmlns:a16="http://schemas.microsoft.com/office/drawing/2014/main" id="{DEC2ECDD-D77C-3930-FE40-588DFD5ED38B}"/>
              </a:ext>
            </a:extLst>
          </p:cNvPr>
          <p:cNvSpPr txBox="1"/>
          <p:nvPr/>
        </p:nvSpPr>
        <p:spPr>
          <a:xfrm>
            <a:off x="1062252" y="2581410"/>
            <a:ext cx="10455590" cy="4136517"/>
          </a:xfrm>
          <a:prstGeom prst="rect">
            <a:avLst/>
          </a:prstGeom>
          <a:noFill/>
          <a:ln>
            <a:noFill/>
          </a:ln>
        </p:spPr>
        <p:txBody>
          <a:bodyPr spcFirstLastPara="1" wrap="square" lIns="0" tIns="0" rIns="0" bIns="0" anchor="t" anchorCtr="0">
            <a:spAutoFit/>
          </a:bodyPr>
          <a:lstStyle/>
          <a:p>
            <a:pPr algn="ctr" defTabSz="609630">
              <a:lnSpc>
                <a:spcPct val="139958"/>
              </a:lnSpc>
              <a:buClr>
                <a:srgbClr val="FFFFFF"/>
              </a:buClr>
            </a:pPr>
            <a:r>
              <a:rPr lang="en-US" sz="4800" kern="0" dirty="0">
                <a:solidFill>
                  <a:srgbClr val="FF66C4"/>
                </a:solidFill>
                <a:latin typeface="Roboto Mono"/>
                <a:ea typeface="Roboto Mono"/>
                <a:cs typeface="Roboto Mono"/>
                <a:sym typeface="Roboto Mono"/>
              </a:rPr>
              <a:t>Language Semantic</a:t>
            </a:r>
          </a:p>
          <a:p>
            <a:pPr algn="ctr" defTabSz="609630">
              <a:lnSpc>
                <a:spcPct val="139958"/>
              </a:lnSpc>
              <a:buClr>
                <a:srgbClr val="FFFFFF"/>
              </a:buClr>
            </a:pPr>
            <a:r>
              <a:rPr lang="en-US" sz="4800" kern="0" dirty="0">
                <a:solidFill>
                  <a:srgbClr val="FF66C4"/>
                </a:solidFill>
                <a:latin typeface="Roboto Mono"/>
                <a:ea typeface="Roboto Mono"/>
                <a:cs typeface="Roboto Mono"/>
                <a:sym typeface="Roboto Mono"/>
              </a:rPr>
              <a:t>VS</a:t>
            </a:r>
          </a:p>
          <a:p>
            <a:pPr algn="ctr" defTabSz="609630">
              <a:lnSpc>
                <a:spcPct val="139958"/>
              </a:lnSpc>
              <a:buClr>
                <a:srgbClr val="FFFFFF"/>
              </a:buClr>
            </a:pPr>
            <a:r>
              <a:rPr lang="en-US" sz="4800" kern="0" dirty="0">
                <a:solidFill>
                  <a:srgbClr val="FF66C4"/>
                </a:solidFill>
                <a:latin typeface="Roboto Mono"/>
                <a:ea typeface="Roboto Mono"/>
                <a:cs typeface="Roboto Mono"/>
                <a:sym typeface="Roboto Mono"/>
              </a:rPr>
              <a:t>Scalar Types</a:t>
            </a:r>
          </a:p>
          <a:p>
            <a:pPr defTabSz="609630">
              <a:lnSpc>
                <a:spcPct val="139958"/>
              </a:lnSpc>
              <a:buClr>
                <a:srgbClr val="FFFFFF"/>
              </a:buClr>
            </a:pPr>
            <a:endParaRPr lang="en-US" sz="4800" kern="0" dirty="0">
              <a:solidFill>
                <a:srgbClr val="FFFFFF"/>
              </a:solidFill>
              <a:latin typeface="Roboto Mono"/>
              <a:ea typeface="Roboto Mono"/>
              <a:cs typeface="Roboto Mono"/>
              <a:sym typeface="Roboto Mono"/>
            </a:endParaRPr>
          </a:p>
        </p:txBody>
      </p:sp>
    </p:spTree>
    <p:extLst>
      <p:ext uri="{BB962C8B-B14F-4D97-AF65-F5344CB8AC3E}">
        <p14:creationId xmlns:p14="http://schemas.microsoft.com/office/powerpoint/2010/main" val="425686688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624">
          <a:extLst>
            <a:ext uri="{FF2B5EF4-FFF2-40B4-BE49-F238E27FC236}">
              <a16:creationId xmlns:a16="http://schemas.microsoft.com/office/drawing/2014/main" id="{CB874264-9E88-F6DD-8097-030A23AAC5B0}"/>
            </a:ext>
          </a:extLst>
        </p:cNvPr>
        <p:cNvGrpSpPr/>
        <p:nvPr/>
      </p:nvGrpSpPr>
      <p:grpSpPr>
        <a:xfrm>
          <a:off x="0" y="0"/>
          <a:ext cx="0" cy="0"/>
          <a:chOff x="0" y="0"/>
          <a:chExt cx="0" cy="0"/>
        </a:xfrm>
      </p:grpSpPr>
      <p:grpSp>
        <p:nvGrpSpPr>
          <p:cNvPr id="625" name="Google Shape;625;p14">
            <a:extLst>
              <a:ext uri="{FF2B5EF4-FFF2-40B4-BE49-F238E27FC236}">
                <a16:creationId xmlns:a16="http://schemas.microsoft.com/office/drawing/2014/main" id="{773D88A3-99F2-4044-AC2A-320ABD7D2FF9}"/>
              </a:ext>
            </a:extLst>
          </p:cNvPr>
          <p:cNvGrpSpPr/>
          <p:nvPr/>
        </p:nvGrpSpPr>
        <p:grpSpPr>
          <a:xfrm>
            <a:off x="324043" y="217288"/>
            <a:ext cx="11543917" cy="6302879"/>
            <a:chOff x="0" y="-241102"/>
            <a:chExt cx="23087835" cy="12605759"/>
          </a:xfrm>
        </p:grpSpPr>
        <p:grpSp>
          <p:nvGrpSpPr>
            <p:cNvPr id="626" name="Google Shape;626;p14">
              <a:extLst>
                <a:ext uri="{FF2B5EF4-FFF2-40B4-BE49-F238E27FC236}">
                  <a16:creationId xmlns:a16="http://schemas.microsoft.com/office/drawing/2014/main" id="{43916C16-0561-73EE-10C9-0B1D98F94AC7}"/>
                </a:ext>
              </a:extLst>
            </p:cNvPr>
            <p:cNvGrpSpPr/>
            <p:nvPr/>
          </p:nvGrpSpPr>
          <p:grpSpPr>
            <a:xfrm>
              <a:off x="0" y="-241102"/>
              <a:ext cx="23069216" cy="12605759"/>
              <a:chOff x="0" y="-47625"/>
              <a:chExt cx="4556882" cy="2490026"/>
            </a:xfrm>
          </p:grpSpPr>
          <p:sp>
            <p:nvSpPr>
              <p:cNvPr id="627" name="Google Shape;627;p14">
                <a:extLst>
                  <a:ext uri="{FF2B5EF4-FFF2-40B4-BE49-F238E27FC236}">
                    <a16:creationId xmlns:a16="http://schemas.microsoft.com/office/drawing/2014/main" id="{C67828E9-AA30-BACB-B155-B68C58C4959C}"/>
                  </a:ext>
                </a:extLst>
              </p:cNvPr>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1200" kern="0">
                  <a:solidFill>
                    <a:srgbClr val="000000"/>
                  </a:solidFill>
                  <a:latin typeface="Arial"/>
                  <a:cs typeface="Arial"/>
                  <a:sym typeface="Arial"/>
                </a:endParaRPr>
              </a:p>
            </p:txBody>
          </p:sp>
          <p:sp>
            <p:nvSpPr>
              <p:cNvPr id="628" name="Google Shape;628;p14">
                <a:extLst>
                  <a:ext uri="{FF2B5EF4-FFF2-40B4-BE49-F238E27FC236}">
                    <a16:creationId xmlns:a16="http://schemas.microsoft.com/office/drawing/2014/main" id="{44E56512-B97E-00A5-C4C8-95AC3FD9F340}"/>
                  </a:ext>
                </a:extLst>
              </p:cNvPr>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a:extLst>
                <a:ext uri="{FF2B5EF4-FFF2-40B4-BE49-F238E27FC236}">
                  <a16:creationId xmlns:a16="http://schemas.microsoft.com/office/drawing/2014/main" id="{40A3175F-EAE2-EF93-5691-D81903E4F467}"/>
                </a:ext>
              </a:extLst>
            </p:cNvPr>
            <p:cNvGrpSpPr/>
            <p:nvPr/>
          </p:nvGrpSpPr>
          <p:grpSpPr>
            <a:xfrm>
              <a:off x="18619" y="-241102"/>
              <a:ext cx="23069216" cy="12605759"/>
              <a:chOff x="0" y="-47625"/>
              <a:chExt cx="4556882" cy="2490026"/>
            </a:xfrm>
          </p:grpSpPr>
          <p:sp>
            <p:nvSpPr>
              <p:cNvPr id="630" name="Google Shape;630;p14">
                <a:extLst>
                  <a:ext uri="{FF2B5EF4-FFF2-40B4-BE49-F238E27FC236}">
                    <a16:creationId xmlns:a16="http://schemas.microsoft.com/office/drawing/2014/main" id="{D466BAD0-D1D7-FF2F-95CE-DF37F837DE8F}"/>
                  </a:ext>
                </a:extLst>
              </p:cNvPr>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1200" kern="0">
                  <a:solidFill>
                    <a:srgbClr val="000000"/>
                  </a:solidFill>
                  <a:latin typeface="Arial"/>
                  <a:cs typeface="Arial"/>
                  <a:sym typeface="Arial"/>
                </a:endParaRPr>
              </a:p>
            </p:txBody>
          </p:sp>
          <p:sp>
            <p:nvSpPr>
              <p:cNvPr id="631" name="Google Shape;631;p14">
                <a:extLst>
                  <a:ext uri="{FF2B5EF4-FFF2-40B4-BE49-F238E27FC236}">
                    <a16:creationId xmlns:a16="http://schemas.microsoft.com/office/drawing/2014/main" id="{ADA997FB-7F9F-AEB1-5EF1-0490645FA16F}"/>
                  </a:ext>
                </a:extLst>
              </p:cNvPr>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cxnSp>
          <p:nvCxnSpPr>
            <p:cNvPr id="632" name="Google Shape;632;p14">
              <a:extLst>
                <a:ext uri="{FF2B5EF4-FFF2-40B4-BE49-F238E27FC236}">
                  <a16:creationId xmlns:a16="http://schemas.microsoft.com/office/drawing/2014/main" id="{E916A83F-D301-BA4A-E4D3-A68A9995BEAE}"/>
                </a:ext>
              </a:extLst>
            </p:cNvPr>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a:extLst>
                <a:ext uri="{FF2B5EF4-FFF2-40B4-BE49-F238E27FC236}">
                  <a16:creationId xmlns:a16="http://schemas.microsoft.com/office/drawing/2014/main" id="{124643DD-2A56-8168-3B13-3D951F1E2842}"/>
                </a:ext>
              </a:extLst>
            </p:cNvPr>
            <p:cNvGrpSpPr/>
            <p:nvPr/>
          </p:nvGrpSpPr>
          <p:grpSpPr>
            <a:xfrm>
              <a:off x="318466" y="201915"/>
              <a:ext cx="394763" cy="394763"/>
              <a:chOff x="0" y="0"/>
              <a:chExt cx="812800" cy="812800"/>
            </a:xfrm>
          </p:grpSpPr>
          <p:sp>
            <p:nvSpPr>
              <p:cNvPr id="634" name="Google Shape;634;p14">
                <a:extLst>
                  <a:ext uri="{FF2B5EF4-FFF2-40B4-BE49-F238E27FC236}">
                    <a16:creationId xmlns:a16="http://schemas.microsoft.com/office/drawing/2014/main" id="{DE86B1F1-1D79-F9EC-8E16-78BEDEFA2B74}"/>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1200" kern="0">
                  <a:solidFill>
                    <a:srgbClr val="000000"/>
                  </a:solidFill>
                  <a:latin typeface="Arial"/>
                  <a:cs typeface="Arial"/>
                  <a:sym typeface="Arial"/>
                </a:endParaRPr>
              </a:p>
            </p:txBody>
          </p:sp>
          <p:sp>
            <p:nvSpPr>
              <p:cNvPr id="635" name="Google Shape;635;p14">
                <a:extLst>
                  <a:ext uri="{FF2B5EF4-FFF2-40B4-BE49-F238E27FC236}">
                    <a16:creationId xmlns:a16="http://schemas.microsoft.com/office/drawing/2014/main" id="{C6BFEDEF-39D7-7421-611D-78C04E319889}"/>
                  </a:ext>
                </a:extLst>
              </p:cNvPr>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a:extLst>
                <a:ext uri="{FF2B5EF4-FFF2-40B4-BE49-F238E27FC236}">
                  <a16:creationId xmlns:a16="http://schemas.microsoft.com/office/drawing/2014/main" id="{3B713B06-D343-1A03-6365-F16B973AB7B8}"/>
                </a:ext>
              </a:extLst>
            </p:cNvPr>
            <p:cNvGrpSpPr/>
            <p:nvPr/>
          </p:nvGrpSpPr>
          <p:grpSpPr>
            <a:xfrm>
              <a:off x="989083" y="201915"/>
              <a:ext cx="394763" cy="394763"/>
              <a:chOff x="0" y="0"/>
              <a:chExt cx="812800" cy="812800"/>
            </a:xfrm>
          </p:grpSpPr>
          <p:sp>
            <p:nvSpPr>
              <p:cNvPr id="637" name="Google Shape;637;p14">
                <a:extLst>
                  <a:ext uri="{FF2B5EF4-FFF2-40B4-BE49-F238E27FC236}">
                    <a16:creationId xmlns:a16="http://schemas.microsoft.com/office/drawing/2014/main" id="{67CC3B97-4321-EAA1-42B3-FE6704FD0B86}"/>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1200" kern="0">
                  <a:solidFill>
                    <a:srgbClr val="000000"/>
                  </a:solidFill>
                  <a:latin typeface="Arial"/>
                  <a:cs typeface="Arial"/>
                  <a:sym typeface="Arial"/>
                </a:endParaRPr>
              </a:p>
            </p:txBody>
          </p:sp>
          <p:sp>
            <p:nvSpPr>
              <p:cNvPr id="638" name="Google Shape;638;p14">
                <a:extLst>
                  <a:ext uri="{FF2B5EF4-FFF2-40B4-BE49-F238E27FC236}">
                    <a16:creationId xmlns:a16="http://schemas.microsoft.com/office/drawing/2014/main" id="{40B9B232-F24D-D94E-CA8F-BF4A2F86F0F0}"/>
                  </a:ext>
                </a:extLst>
              </p:cNvPr>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a:extLst>
                <a:ext uri="{FF2B5EF4-FFF2-40B4-BE49-F238E27FC236}">
                  <a16:creationId xmlns:a16="http://schemas.microsoft.com/office/drawing/2014/main" id="{F303C959-426D-2DC6-60CF-B044BB720C41}"/>
                </a:ext>
              </a:extLst>
            </p:cNvPr>
            <p:cNvGrpSpPr/>
            <p:nvPr/>
          </p:nvGrpSpPr>
          <p:grpSpPr>
            <a:xfrm>
              <a:off x="1663247" y="201915"/>
              <a:ext cx="394763" cy="394763"/>
              <a:chOff x="0" y="0"/>
              <a:chExt cx="812800" cy="812800"/>
            </a:xfrm>
          </p:grpSpPr>
          <p:sp>
            <p:nvSpPr>
              <p:cNvPr id="640" name="Google Shape;640;p14">
                <a:extLst>
                  <a:ext uri="{FF2B5EF4-FFF2-40B4-BE49-F238E27FC236}">
                    <a16:creationId xmlns:a16="http://schemas.microsoft.com/office/drawing/2014/main" id="{847331ED-F83E-A8F1-F1B0-E95B37EBE3F4}"/>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1200" kern="0">
                  <a:solidFill>
                    <a:srgbClr val="000000"/>
                  </a:solidFill>
                  <a:latin typeface="Arial"/>
                  <a:cs typeface="Arial"/>
                  <a:sym typeface="Arial"/>
                </a:endParaRPr>
              </a:p>
            </p:txBody>
          </p:sp>
          <p:sp>
            <p:nvSpPr>
              <p:cNvPr id="641" name="Google Shape;641;p14">
                <a:extLst>
                  <a:ext uri="{FF2B5EF4-FFF2-40B4-BE49-F238E27FC236}">
                    <a16:creationId xmlns:a16="http://schemas.microsoft.com/office/drawing/2014/main" id="{B237E474-A002-BD0C-1F38-848B3C6AA50D}"/>
                  </a:ext>
                </a:extLst>
              </p:cNvPr>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a:extLst>
              <a:ext uri="{FF2B5EF4-FFF2-40B4-BE49-F238E27FC236}">
                <a16:creationId xmlns:a16="http://schemas.microsoft.com/office/drawing/2014/main" id="{080F2E07-2AE5-A842-91FA-7CA46925A077}"/>
              </a:ext>
            </a:extLst>
          </p:cNvPr>
          <p:cNvGrpSpPr/>
          <p:nvPr/>
        </p:nvGrpSpPr>
        <p:grpSpPr>
          <a:xfrm>
            <a:off x="685800" y="879049"/>
            <a:ext cx="10562908" cy="1109071"/>
            <a:chOff x="0" y="-47625"/>
            <a:chExt cx="4517902" cy="474365"/>
          </a:xfrm>
        </p:grpSpPr>
        <p:sp>
          <p:nvSpPr>
            <p:cNvPr id="643" name="Google Shape;643;p14">
              <a:extLst>
                <a:ext uri="{FF2B5EF4-FFF2-40B4-BE49-F238E27FC236}">
                  <a16:creationId xmlns:a16="http://schemas.microsoft.com/office/drawing/2014/main" id="{A8EF19B8-AB25-195C-F3A3-7EC8E937A747}"/>
                </a:ext>
              </a:extLst>
            </p:cNvPr>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solidFill>
              <a:srgbClr val="FF66C4"/>
            </a:solidFill>
            <a:ln>
              <a:noFill/>
            </a:ln>
          </p:spPr>
          <p:txBody>
            <a:bodyPr spcFirstLastPara="1" wrap="square" lIns="60950" tIns="60950" rIns="60950" bIns="60950" anchor="ctr" anchorCtr="0">
              <a:noAutofit/>
            </a:bodyPr>
            <a:lstStyle/>
            <a:p>
              <a:pPr defTabSz="609630">
                <a:buClr>
                  <a:srgbClr val="000000"/>
                </a:buClr>
              </a:pPr>
              <a:endParaRPr sz="1200" kern="0">
                <a:solidFill>
                  <a:srgbClr val="000000"/>
                </a:solidFill>
                <a:latin typeface="Arial"/>
                <a:cs typeface="Arial"/>
                <a:sym typeface="Arial"/>
              </a:endParaRPr>
            </a:p>
          </p:txBody>
        </p:sp>
        <p:sp>
          <p:nvSpPr>
            <p:cNvPr id="644" name="Google Shape;644;p14">
              <a:extLst>
                <a:ext uri="{FF2B5EF4-FFF2-40B4-BE49-F238E27FC236}">
                  <a16:creationId xmlns:a16="http://schemas.microsoft.com/office/drawing/2014/main" id="{2D177DF7-3210-A4BC-0B97-C1E5D50DC151}"/>
                </a:ext>
              </a:extLst>
            </p:cNvPr>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a:extLst>
              <a:ext uri="{FF2B5EF4-FFF2-40B4-BE49-F238E27FC236}">
                <a16:creationId xmlns:a16="http://schemas.microsoft.com/office/drawing/2014/main" id="{85E4724B-36C0-9D50-D215-1045911F3871}"/>
              </a:ext>
            </a:extLst>
          </p:cNvPr>
          <p:cNvGrpSpPr/>
          <p:nvPr/>
        </p:nvGrpSpPr>
        <p:grpSpPr>
          <a:xfrm>
            <a:off x="1008592" y="1041879"/>
            <a:ext cx="10562908" cy="1109071"/>
            <a:chOff x="0" y="-47625"/>
            <a:chExt cx="4517902" cy="474365"/>
          </a:xfrm>
        </p:grpSpPr>
        <p:sp>
          <p:nvSpPr>
            <p:cNvPr id="646" name="Google Shape;646;p14">
              <a:extLst>
                <a:ext uri="{FF2B5EF4-FFF2-40B4-BE49-F238E27FC236}">
                  <a16:creationId xmlns:a16="http://schemas.microsoft.com/office/drawing/2014/main" id="{D31AD655-724B-E663-4143-2C2880455DB8}"/>
                </a:ext>
              </a:extLst>
            </p:cNvPr>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1200" kern="0">
                <a:solidFill>
                  <a:srgbClr val="000000"/>
                </a:solidFill>
                <a:latin typeface="Arial"/>
                <a:cs typeface="Arial"/>
                <a:sym typeface="Arial"/>
              </a:endParaRPr>
            </a:p>
          </p:txBody>
        </p:sp>
        <p:sp>
          <p:nvSpPr>
            <p:cNvPr id="647" name="Google Shape;647;p14">
              <a:extLst>
                <a:ext uri="{FF2B5EF4-FFF2-40B4-BE49-F238E27FC236}">
                  <a16:creationId xmlns:a16="http://schemas.microsoft.com/office/drawing/2014/main" id="{0EC03510-D40E-98F0-B07E-651FA7788A5B}"/>
                </a:ext>
              </a:extLst>
            </p:cNvPr>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a:extLst>
              <a:ext uri="{FF2B5EF4-FFF2-40B4-BE49-F238E27FC236}">
                <a16:creationId xmlns:a16="http://schemas.microsoft.com/office/drawing/2014/main" id="{B7904A59-490F-3E9F-AD69-E4EDCEFC35C6}"/>
              </a:ext>
            </a:extLst>
          </p:cNvPr>
          <p:cNvSpPr txBox="1"/>
          <p:nvPr/>
        </p:nvSpPr>
        <p:spPr>
          <a:xfrm>
            <a:off x="1127042" y="1162460"/>
            <a:ext cx="10326008" cy="1062920"/>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5756" kern="0" dirty="0">
                <a:solidFill>
                  <a:srgbClr val="FFFFFF"/>
                </a:solidFill>
                <a:latin typeface="Courier"/>
                <a:cs typeface="Arial"/>
                <a:sym typeface="Courier"/>
              </a:rPr>
              <a:t>Language Semantic</a:t>
            </a:r>
            <a:endParaRPr sz="1200" kern="0" dirty="0">
              <a:solidFill>
                <a:srgbClr val="000000"/>
              </a:solidFill>
              <a:latin typeface="Arial"/>
              <a:cs typeface="Arial"/>
              <a:sym typeface="Arial"/>
            </a:endParaRPr>
          </a:p>
        </p:txBody>
      </p:sp>
      <p:sp>
        <p:nvSpPr>
          <p:cNvPr id="2" name="Rectangle 1">
            <a:extLst>
              <a:ext uri="{FF2B5EF4-FFF2-40B4-BE49-F238E27FC236}">
                <a16:creationId xmlns:a16="http://schemas.microsoft.com/office/drawing/2014/main" id="{0BAFEA0F-7ACE-54BF-BDF9-BEE5CBD1E2B6}"/>
              </a:ext>
            </a:extLst>
          </p:cNvPr>
          <p:cNvSpPr>
            <a:spLocks noChangeArrowheads="1"/>
          </p:cNvSpPr>
          <p:nvPr/>
        </p:nvSpPr>
        <p:spPr bwMode="auto">
          <a:xfrm>
            <a:off x="1" y="29291"/>
            <a:ext cx="123175" cy="246221"/>
          </a:xfrm>
          <a:prstGeom prst="rect">
            <a:avLst/>
          </a:prstGeom>
          <a:solidFill>
            <a:srgbClr val="D7F2C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pic>
        <p:nvPicPr>
          <p:cNvPr id="5" name="Picture 4">
            <a:extLst>
              <a:ext uri="{FF2B5EF4-FFF2-40B4-BE49-F238E27FC236}">
                <a16:creationId xmlns:a16="http://schemas.microsoft.com/office/drawing/2014/main" id="{3405AE9F-94F5-456E-B0DB-0536BE487ED5}"/>
              </a:ext>
            </a:extLst>
          </p:cNvPr>
          <p:cNvPicPr>
            <a:picLocks noChangeAspect="1"/>
          </p:cNvPicPr>
          <p:nvPr/>
        </p:nvPicPr>
        <p:blipFill>
          <a:blip r:embed="rId3"/>
          <a:stretch>
            <a:fillRect/>
          </a:stretch>
        </p:blipFill>
        <p:spPr>
          <a:xfrm>
            <a:off x="3898954" y="4022447"/>
            <a:ext cx="4403403" cy="2232140"/>
          </a:xfrm>
          <a:prstGeom prst="rect">
            <a:avLst/>
          </a:prstGeom>
        </p:spPr>
      </p:pic>
      <p:sp>
        <p:nvSpPr>
          <p:cNvPr id="6" name="Google Shape;649;p14">
            <a:extLst>
              <a:ext uri="{FF2B5EF4-FFF2-40B4-BE49-F238E27FC236}">
                <a16:creationId xmlns:a16="http://schemas.microsoft.com/office/drawing/2014/main" id="{EFD411BA-6A51-FFD4-BC03-C011AAAA6D3E}"/>
              </a:ext>
            </a:extLst>
          </p:cNvPr>
          <p:cNvSpPr txBox="1"/>
          <p:nvPr/>
        </p:nvSpPr>
        <p:spPr>
          <a:xfrm>
            <a:off x="997460" y="2434591"/>
            <a:ext cx="10455590" cy="1378647"/>
          </a:xfrm>
          <a:prstGeom prst="rect">
            <a:avLst/>
          </a:prstGeom>
          <a:noFill/>
          <a:ln>
            <a:noFill/>
          </a:ln>
        </p:spPr>
        <p:txBody>
          <a:bodyPr spcFirstLastPara="1" wrap="square" lIns="0" tIns="0" rIns="0" bIns="0" anchor="t" anchorCtr="0">
            <a:spAutoFit/>
          </a:bodyPr>
          <a:lstStyle/>
          <a:p>
            <a:pPr defTabSz="609630">
              <a:lnSpc>
                <a:spcPct val="139958"/>
              </a:lnSpc>
              <a:buClr>
                <a:srgbClr val="FFFFFF"/>
              </a:buClr>
            </a:pPr>
            <a:r>
              <a:rPr lang="en-US" sz="2133" kern="0" dirty="0">
                <a:solidFill>
                  <a:srgbClr val="FF66C4"/>
                </a:solidFill>
                <a:latin typeface="Roboto Mono"/>
                <a:ea typeface="Roboto Mono"/>
                <a:cs typeface="Arial"/>
                <a:sym typeface="Roboto Mono"/>
              </a:rPr>
              <a:t>Variables are references, not boxes</a:t>
            </a:r>
          </a:p>
          <a:p>
            <a:pPr defTabSz="609630">
              <a:lnSpc>
                <a:spcPct val="139958"/>
              </a:lnSpc>
              <a:buClr>
                <a:srgbClr val="FFFFFF"/>
              </a:buClr>
            </a:pPr>
            <a:r>
              <a:rPr lang="en-US" sz="2133" kern="0" dirty="0">
                <a:solidFill>
                  <a:srgbClr val="FFFFFF"/>
                </a:solidFill>
                <a:latin typeface="Roboto Mono"/>
                <a:ea typeface="Roboto Mono"/>
                <a:cs typeface="Arial"/>
                <a:sym typeface="Roboto Mono"/>
              </a:rPr>
              <a:t>Python does not copy the value, x and y both refer to the same object (10)</a:t>
            </a:r>
            <a:endParaRPr lang="en-US" sz="1200" kern="0" dirty="0">
              <a:solidFill>
                <a:srgbClr val="FFFFFF"/>
              </a:solidFill>
              <a:latin typeface="Arial"/>
              <a:cs typeface="Arial"/>
              <a:sym typeface="Arial"/>
            </a:endParaRPr>
          </a:p>
        </p:txBody>
      </p:sp>
    </p:spTree>
    <p:extLst>
      <p:ext uri="{BB962C8B-B14F-4D97-AF65-F5344CB8AC3E}">
        <p14:creationId xmlns:p14="http://schemas.microsoft.com/office/powerpoint/2010/main" val="59507924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24043" y="217288"/>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1200"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1200"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1200"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1200"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1200"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9"/>
            <a:ext cx="10562908" cy="1109071"/>
            <a:chOff x="0" y="-47625"/>
            <a:chExt cx="4517902" cy="474365"/>
          </a:xfrm>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solidFill>
              <a:srgbClr val="FF66C4"/>
            </a:solidFill>
            <a:ln>
              <a:noFill/>
            </a:ln>
          </p:spPr>
          <p:txBody>
            <a:bodyPr spcFirstLastPara="1" wrap="square" lIns="60950" tIns="60950" rIns="60950" bIns="60950" anchor="ctr" anchorCtr="0">
              <a:noAutofit/>
            </a:bodyPr>
            <a:lstStyle/>
            <a:p>
              <a:pPr defTabSz="609630">
                <a:buClr>
                  <a:srgbClr val="000000"/>
                </a:buClr>
              </a:pPr>
              <a:endParaRPr sz="1200"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9"/>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1200"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60"/>
            <a:ext cx="10326008" cy="1062920"/>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5756" kern="0" dirty="0">
                <a:solidFill>
                  <a:srgbClr val="FFFFFF"/>
                </a:solidFill>
                <a:latin typeface="Courier"/>
                <a:cs typeface="Arial"/>
                <a:sym typeface="Courier"/>
              </a:rPr>
              <a:t>Language Semantic</a:t>
            </a:r>
            <a:endParaRPr sz="1200"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1200" kern="0">
              <a:solidFill>
                <a:srgbClr val="000000"/>
              </a:solidFill>
              <a:latin typeface="Arial"/>
              <a:cs typeface="Arial"/>
              <a:sym typeface="Arial"/>
            </a:endParaRPr>
          </a:p>
        </p:txBody>
      </p:sp>
      <p:sp>
        <p:nvSpPr>
          <p:cNvPr id="7" name="Rectangle 1">
            <a:extLst>
              <a:ext uri="{FF2B5EF4-FFF2-40B4-BE49-F238E27FC236}">
                <a16:creationId xmlns:a16="http://schemas.microsoft.com/office/drawing/2014/main" id="{20F41085-CE44-7E37-23E2-A522BDCBBFCD}"/>
              </a:ext>
            </a:extLst>
          </p:cNvPr>
          <p:cNvSpPr>
            <a:spLocks noChangeArrowheads="1"/>
          </p:cNvSpPr>
          <p:nvPr/>
        </p:nvSpPr>
        <p:spPr bwMode="auto">
          <a:xfrm>
            <a:off x="1" y="29291"/>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60" eaLnBrk="0" fontAlgn="base" hangingPunct="0">
              <a:spcBef>
                <a:spcPct val="0"/>
              </a:spcBef>
              <a:spcAft>
                <a:spcPct val="0"/>
              </a:spcAft>
              <a:buClr>
                <a:srgbClr val="000000"/>
              </a:buClr>
            </a:pPr>
            <a:endParaRPr lang="en-US" altLang="en-US" sz="1200" kern="0" dirty="0">
              <a:solidFill>
                <a:srgbClr val="000000"/>
              </a:solidFill>
              <a:latin typeface="Arial" panose="020B0604020202020204" pitchFamily="34" charset="0"/>
              <a:cs typeface="Arial"/>
              <a:sym typeface="Arial"/>
            </a:endParaRPr>
          </a:p>
        </p:txBody>
      </p:sp>
      <p:sp>
        <p:nvSpPr>
          <p:cNvPr id="6" name="Google Shape;649;p14">
            <a:extLst>
              <a:ext uri="{FF2B5EF4-FFF2-40B4-BE49-F238E27FC236}">
                <a16:creationId xmlns:a16="http://schemas.microsoft.com/office/drawing/2014/main" id="{E3BB16DC-967E-47C6-3CF3-8F532C8FEA25}"/>
              </a:ext>
            </a:extLst>
          </p:cNvPr>
          <p:cNvSpPr txBox="1"/>
          <p:nvPr/>
        </p:nvSpPr>
        <p:spPr>
          <a:xfrm>
            <a:off x="685800" y="2313779"/>
            <a:ext cx="9657840" cy="919098"/>
          </a:xfrm>
          <a:prstGeom prst="rect">
            <a:avLst/>
          </a:prstGeom>
          <a:noFill/>
          <a:ln>
            <a:noFill/>
          </a:ln>
        </p:spPr>
        <p:txBody>
          <a:bodyPr spcFirstLastPara="1" wrap="square" lIns="0" tIns="0" rIns="0" bIns="0" anchor="t" anchorCtr="0">
            <a:spAutoFit/>
          </a:bodyPr>
          <a:lstStyle/>
          <a:p>
            <a:pPr defTabSz="609630">
              <a:lnSpc>
                <a:spcPct val="139958"/>
              </a:lnSpc>
              <a:buClr>
                <a:srgbClr val="FFFFFF"/>
              </a:buClr>
            </a:pPr>
            <a:r>
              <a:rPr lang="en-US" sz="2133" kern="0" dirty="0">
                <a:solidFill>
                  <a:srgbClr val="FF66C4"/>
                </a:solidFill>
                <a:latin typeface="Roboto Mono"/>
                <a:ea typeface="Roboto Mono"/>
                <a:cs typeface="Arial"/>
                <a:sym typeface="Roboto Mono"/>
              </a:rPr>
              <a:t>Python is Dynamically-Typed Language</a:t>
            </a:r>
            <a:r>
              <a:rPr lang="en-US" sz="2133" kern="0" dirty="0">
                <a:solidFill>
                  <a:srgbClr val="FFFFFF"/>
                </a:solidFill>
                <a:latin typeface="Roboto Mono"/>
                <a:ea typeface="Roboto Mono"/>
                <a:cs typeface="Arial"/>
                <a:sym typeface="Roboto Mono"/>
              </a:rPr>
              <a:t>:</a:t>
            </a:r>
          </a:p>
          <a:p>
            <a:pPr marL="304831" indent="-304831" defTabSz="609630">
              <a:lnSpc>
                <a:spcPct val="139958"/>
              </a:lnSpc>
              <a:buClr>
                <a:srgbClr val="FFFFFF"/>
              </a:buClr>
              <a:buFont typeface="Arial" panose="020B0604020202020204" pitchFamily="34" charset="0"/>
              <a:buChar char="•"/>
            </a:pPr>
            <a:endParaRPr lang="en-US" sz="2133" kern="0" dirty="0">
              <a:solidFill>
                <a:srgbClr val="FFFFFF"/>
              </a:solidFill>
              <a:latin typeface="Roboto Mono"/>
              <a:ea typeface="Roboto Mono"/>
              <a:cs typeface="Arial"/>
              <a:sym typeface="Roboto Mono"/>
            </a:endParaRPr>
          </a:p>
        </p:txBody>
      </p:sp>
      <p:pic>
        <p:nvPicPr>
          <p:cNvPr id="5" name="Picture 4" descr="A screenshot of a computer&#10;&#10;Description automatically generated">
            <a:extLst>
              <a:ext uri="{FF2B5EF4-FFF2-40B4-BE49-F238E27FC236}">
                <a16:creationId xmlns:a16="http://schemas.microsoft.com/office/drawing/2014/main" id="{734CBB4D-D4BB-EE15-A51C-8026F11308BD}"/>
              </a:ext>
            </a:extLst>
          </p:cNvPr>
          <p:cNvPicPr>
            <a:picLocks noChangeAspect="1"/>
          </p:cNvPicPr>
          <p:nvPr/>
        </p:nvPicPr>
        <p:blipFill>
          <a:blip r:embed="rId3"/>
          <a:stretch>
            <a:fillRect/>
          </a:stretch>
        </p:blipFill>
        <p:spPr>
          <a:xfrm>
            <a:off x="662153" y="2926337"/>
            <a:ext cx="5535449" cy="1709548"/>
          </a:xfrm>
          <a:prstGeom prst="rect">
            <a:avLst/>
          </a:prstGeom>
        </p:spPr>
      </p:pic>
      <p:pic>
        <p:nvPicPr>
          <p:cNvPr id="9" name="Picture 8" descr="A screenshot of a computer&#10;&#10;Description automatically generated">
            <a:extLst>
              <a:ext uri="{FF2B5EF4-FFF2-40B4-BE49-F238E27FC236}">
                <a16:creationId xmlns:a16="http://schemas.microsoft.com/office/drawing/2014/main" id="{D6F86BD2-E092-4603-E3C6-30A9A3104886}"/>
              </a:ext>
            </a:extLst>
          </p:cNvPr>
          <p:cNvPicPr>
            <a:picLocks noChangeAspect="1"/>
          </p:cNvPicPr>
          <p:nvPr/>
        </p:nvPicPr>
        <p:blipFill>
          <a:blip r:embed="rId4"/>
          <a:stretch>
            <a:fillRect/>
          </a:stretch>
        </p:blipFill>
        <p:spPr>
          <a:xfrm>
            <a:off x="6526400" y="2926338"/>
            <a:ext cx="5168294" cy="1753553"/>
          </a:xfrm>
          <a:prstGeom prst="rect">
            <a:avLst/>
          </a:prstGeom>
        </p:spPr>
      </p:pic>
    </p:spTree>
    <p:extLst>
      <p:ext uri="{BB962C8B-B14F-4D97-AF65-F5344CB8AC3E}">
        <p14:creationId xmlns:p14="http://schemas.microsoft.com/office/powerpoint/2010/main" val="394082823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624">
          <a:extLst>
            <a:ext uri="{FF2B5EF4-FFF2-40B4-BE49-F238E27FC236}">
              <a16:creationId xmlns:a16="http://schemas.microsoft.com/office/drawing/2014/main" id="{6E689685-A4BC-D5A9-8F8A-A406AD35DA67}"/>
            </a:ext>
          </a:extLst>
        </p:cNvPr>
        <p:cNvGrpSpPr/>
        <p:nvPr/>
      </p:nvGrpSpPr>
      <p:grpSpPr>
        <a:xfrm>
          <a:off x="0" y="0"/>
          <a:ext cx="0" cy="0"/>
          <a:chOff x="0" y="0"/>
          <a:chExt cx="0" cy="0"/>
        </a:xfrm>
      </p:grpSpPr>
      <p:grpSp>
        <p:nvGrpSpPr>
          <p:cNvPr id="625" name="Google Shape;625;p14">
            <a:extLst>
              <a:ext uri="{FF2B5EF4-FFF2-40B4-BE49-F238E27FC236}">
                <a16:creationId xmlns:a16="http://schemas.microsoft.com/office/drawing/2014/main" id="{E7E748DC-FF7B-2FC5-89FE-31E281783507}"/>
              </a:ext>
            </a:extLst>
          </p:cNvPr>
          <p:cNvGrpSpPr/>
          <p:nvPr/>
        </p:nvGrpSpPr>
        <p:grpSpPr>
          <a:xfrm>
            <a:off x="324043" y="217288"/>
            <a:ext cx="11543917" cy="6302879"/>
            <a:chOff x="0" y="-241102"/>
            <a:chExt cx="23087835" cy="12605759"/>
          </a:xfrm>
        </p:grpSpPr>
        <p:grpSp>
          <p:nvGrpSpPr>
            <p:cNvPr id="626" name="Google Shape;626;p14">
              <a:extLst>
                <a:ext uri="{FF2B5EF4-FFF2-40B4-BE49-F238E27FC236}">
                  <a16:creationId xmlns:a16="http://schemas.microsoft.com/office/drawing/2014/main" id="{9901F74F-8ACE-D0D9-768C-3069354337DC}"/>
                </a:ext>
              </a:extLst>
            </p:cNvPr>
            <p:cNvGrpSpPr/>
            <p:nvPr/>
          </p:nvGrpSpPr>
          <p:grpSpPr>
            <a:xfrm>
              <a:off x="0" y="-241102"/>
              <a:ext cx="23069216" cy="12605759"/>
              <a:chOff x="0" y="-47625"/>
              <a:chExt cx="4556882" cy="2490026"/>
            </a:xfrm>
          </p:grpSpPr>
          <p:sp>
            <p:nvSpPr>
              <p:cNvPr id="627" name="Google Shape;627;p14">
                <a:extLst>
                  <a:ext uri="{FF2B5EF4-FFF2-40B4-BE49-F238E27FC236}">
                    <a16:creationId xmlns:a16="http://schemas.microsoft.com/office/drawing/2014/main" id="{5F13D711-7D66-8623-A7C6-0FB7FC6F2F13}"/>
                  </a:ext>
                </a:extLst>
              </p:cNvPr>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1200" kern="0">
                  <a:solidFill>
                    <a:srgbClr val="000000"/>
                  </a:solidFill>
                  <a:latin typeface="Arial"/>
                  <a:cs typeface="Arial"/>
                  <a:sym typeface="Arial"/>
                </a:endParaRPr>
              </a:p>
            </p:txBody>
          </p:sp>
          <p:sp>
            <p:nvSpPr>
              <p:cNvPr id="628" name="Google Shape;628;p14">
                <a:extLst>
                  <a:ext uri="{FF2B5EF4-FFF2-40B4-BE49-F238E27FC236}">
                    <a16:creationId xmlns:a16="http://schemas.microsoft.com/office/drawing/2014/main" id="{9C9B3594-4CA0-042D-B77B-E23956D7F4AE}"/>
                  </a:ext>
                </a:extLst>
              </p:cNvPr>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a:extLst>
                <a:ext uri="{FF2B5EF4-FFF2-40B4-BE49-F238E27FC236}">
                  <a16:creationId xmlns:a16="http://schemas.microsoft.com/office/drawing/2014/main" id="{095B94B3-78C8-A273-7517-8DC8CFC6E023}"/>
                </a:ext>
              </a:extLst>
            </p:cNvPr>
            <p:cNvGrpSpPr/>
            <p:nvPr/>
          </p:nvGrpSpPr>
          <p:grpSpPr>
            <a:xfrm>
              <a:off x="18619" y="-241102"/>
              <a:ext cx="23069216" cy="12605759"/>
              <a:chOff x="0" y="-47625"/>
              <a:chExt cx="4556882" cy="2490026"/>
            </a:xfrm>
          </p:grpSpPr>
          <p:sp>
            <p:nvSpPr>
              <p:cNvPr id="630" name="Google Shape;630;p14">
                <a:extLst>
                  <a:ext uri="{FF2B5EF4-FFF2-40B4-BE49-F238E27FC236}">
                    <a16:creationId xmlns:a16="http://schemas.microsoft.com/office/drawing/2014/main" id="{DA73E295-509E-68C0-F15E-B9613ED9229D}"/>
                  </a:ext>
                </a:extLst>
              </p:cNvPr>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1200" kern="0">
                  <a:solidFill>
                    <a:srgbClr val="000000"/>
                  </a:solidFill>
                  <a:latin typeface="Arial"/>
                  <a:cs typeface="Arial"/>
                  <a:sym typeface="Arial"/>
                </a:endParaRPr>
              </a:p>
            </p:txBody>
          </p:sp>
          <p:sp>
            <p:nvSpPr>
              <p:cNvPr id="631" name="Google Shape;631;p14">
                <a:extLst>
                  <a:ext uri="{FF2B5EF4-FFF2-40B4-BE49-F238E27FC236}">
                    <a16:creationId xmlns:a16="http://schemas.microsoft.com/office/drawing/2014/main" id="{F04FCE16-16CF-F53A-AA1A-1A99E7D471B8}"/>
                  </a:ext>
                </a:extLst>
              </p:cNvPr>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a:extLst>
                <a:ext uri="{FF2B5EF4-FFF2-40B4-BE49-F238E27FC236}">
                  <a16:creationId xmlns:a16="http://schemas.microsoft.com/office/drawing/2014/main" id="{DB3E5486-40E0-F0A9-B24F-44A1A748F238}"/>
                </a:ext>
              </a:extLst>
            </p:cNvPr>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a:extLst>
                <a:ext uri="{FF2B5EF4-FFF2-40B4-BE49-F238E27FC236}">
                  <a16:creationId xmlns:a16="http://schemas.microsoft.com/office/drawing/2014/main" id="{6E45103F-BC5A-AA05-8B54-A59772BC698F}"/>
                </a:ext>
              </a:extLst>
            </p:cNvPr>
            <p:cNvGrpSpPr/>
            <p:nvPr/>
          </p:nvGrpSpPr>
          <p:grpSpPr>
            <a:xfrm>
              <a:off x="318466" y="201915"/>
              <a:ext cx="394763" cy="394763"/>
              <a:chOff x="0" y="0"/>
              <a:chExt cx="812800" cy="812800"/>
            </a:xfrm>
          </p:grpSpPr>
          <p:sp>
            <p:nvSpPr>
              <p:cNvPr id="634" name="Google Shape;634;p14">
                <a:extLst>
                  <a:ext uri="{FF2B5EF4-FFF2-40B4-BE49-F238E27FC236}">
                    <a16:creationId xmlns:a16="http://schemas.microsoft.com/office/drawing/2014/main" id="{9C6B4CC4-44EE-2ACE-A13C-0A14CF7D4B99}"/>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1200" kern="0">
                  <a:solidFill>
                    <a:srgbClr val="000000"/>
                  </a:solidFill>
                  <a:latin typeface="Arial"/>
                  <a:cs typeface="Arial"/>
                  <a:sym typeface="Arial"/>
                </a:endParaRPr>
              </a:p>
            </p:txBody>
          </p:sp>
          <p:sp>
            <p:nvSpPr>
              <p:cNvPr id="635" name="Google Shape;635;p14">
                <a:extLst>
                  <a:ext uri="{FF2B5EF4-FFF2-40B4-BE49-F238E27FC236}">
                    <a16:creationId xmlns:a16="http://schemas.microsoft.com/office/drawing/2014/main" id="{C398431B-2F00-E1B0-C868-F49DBDD01AAC}"/>
                  </a:ext>
                </a:extLst>
              </p:cNvPr>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a:extLst>
                <a:ext uri="{FF2B5EF4-FFF2-40B4-BE49-F238E27FC236}">
                  <a16:creationId xmlns:a16="http://schemas.microsoft.com/office/drawing/2014/main" id="{E3C1F00E-CA2A-D59F-3FAB-7861BE259C59}"/>
                </a:ext>
              </a:extLst>
            </p:cNvPr>
            <p:cNvGrpSpPr/>
            <p:nvPr/>
          </p:nvGrpSpPr>
          <p:grpSpPr>
            <a:xfrm>
              <a:off x="989083" y="201915"/>
              <a:ext cx="394763" cy="394763"/>
              <a:chOff x="0" y="0"/>
              <a:chExt cx="812800" cy="812800"/>
            </a:xfrm>
          </p:grpSpPr>
          <p:sp>
            <p:nvSpPr>
              <p:cNvPr id="637" name="Google Shape;637;p14">
                <a:extLst>
                  <a:ext uri="{FF2B5EF4-FFF2-40B4-BE49-F238E27FC236}">
                    <a16:creationId xmlns:a16="http://schemas.microsoft.com/office/drawing/2014/main" id="{6168556E-41A6-6C88-F4C1-D001C1AD5816}"/>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1200" kern="0">
                  <a:solidFill>
                    <a:srgbClr val="000000"/>
                  </a:solidFill>
                  <a:latin typeface="Arial"/>
                  <a:cs typeface="Arial"/>
                  <a:sym typeface="Arial"/>
                </a:endParaRPr>
              </a:p>
            </p:txBody>
          </p:sp>
          <p:sp>
            <p:nvSpPr>
              <p:cNvPr id="638" name="Google Shape;638;p14">
                <a:extLst>
                  <a:ext uri="{FF2B5EF4-FFF2-40B4-BE49-F238E27FC236}">
                    <a16:creationId xmlns:a16="http://schemas.microsoft.com/office/drawing/2014/main" id="{0CC0B046-2C8E-6783-E18F-3B7BA7D2A553}"/>
                  </a:ext>
                </a:extLst>
              </p:cNvPr>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a:extLst>
                <a:ext uri="{FF2B5EF4-FFF2-40B4-BE49-F238E27FC236}">
                  <a16:creationId xmlns:a16="http://schemas.microsoft.com/office/drawing/2014/main" id="{E24DF182-BF54-66A9-F199-602E791D030F}"/>
                </a:ext>
              </a:extLst>
            </p:cNvPr>
            <p:cNvGrpSpPr/>
            <p:nvPr/>
          </p:nvGrpSpPr>
          <p:grpSpPr>
            <a:xfrm>
              <a:off x="1663247" y="201915"/>
              <a:ext cx="394763" cy="394763"/>
              <a:chOff x="0" y="0"/>
              <a:chExt cx="812800" cy="812800"/>
            </a:xfrm>
          </p:grpSpPr>
          <p:sp>
            <p:nvSpPr>
              <p:cNvPr id="640" name="Google Shape;640;p14">
                <a:extLst>
                  <a:ext uri="{FF2B5EF4-FFF2-40B4-BE49-F238E27FC236}">
                    <a16:creationId xmlns:a16="http://schemas.microsoft.com/office/drawing/2014/main" id="{C46D9AAA-0740-953E-40BE-E064AED5DAD6}"/>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1200" kern="0">
                  <a:solidFill>
                    <a:srgbClr val="000000"/>
                  </a:solidFill>
                  <a:latin typeface="Arial"/>
                  <a:cs typeface="Arial"/>
                  <a:sym typeface="Arial"/>
                </a:endParaRPr>
              </a:p>
            </p:txBody>
          </p:sp>
          <p:sp>
            <p:nvSpPr>
              <p:cNvPr id="641" name="Google Shape;641;p14">
                <a:extLst>
                  <a:ext uri="{FF2B5EF4-FFF2-40B4-BE49-F238E27FC236}">
                    <a16:creationId xmlns:a16="http://schemas.microsoft.com/office/drawing/2014/main" id="{B1349548-D5A4-4ECC-456A-430929457C97}"/>
                  </a:ext>
                </a:extLst>
              </p:cNvPr>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a:extLst>
              <a:ext uri="{FF2B5EF4-FFF2-40B4-BE49-F238E27FC236}">
                <a16:creationId xmlns:a16="http://schemas.microsoft.com/office/drawing/2014/main" id="{2C394116-1388-06B5-9617-D16F36254641}"/>
              </a:ext>
            </a:extLst>
          </p:cNvPr>
          <p:cNvGrpSpPr/>
          <p:nvPr/>
        </p:nvGrpSpPr>
        <p:grpSpPr>
          <a:xfrm>
            <a:off x="685800" y="879049"/>
            <a:ext cx="10562908" cy="1109071"/>
            <a:chOff x="0" y="-47625"/>
            <a:chExt cx="4517902" cy="474365"/>
          </a:xfrm>
        </p:grpSpPr>
        <p:sp>
          <p:nvSpPr>
            <p:cNvPr id="643" name="Google Shape;643;p14">
              <a:extLst>
                <a:ext uri="{FF2B5EF4-FFF2-40B4-BE49-F238E27FC236}">
                  <a16:creationId xmlns:a16="http://schemas.microsoft.com/office/drawing/2014/main" id="{FB652FBB-CF6D-E1C3-FE46-5B6171769A69}"/>
                </a:ext>
              </a:extLst>
            </p:cNvPr>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solidFill>
              <a:srgbClr val="FF66C4"/>
            </a:solidFill>
            <a:ln>
              <a:noFill/>
            </a:ln>
          </p:spPr>
          <p:txBody>
            <a:bodyPr spcFirstLastPara="1" wrap="square" lIns="60950" tIns="60950" rIns="60950" bIns="60950" anchor="ctr" anchorCtr="0">
              <a:noAutofit/>
            </a:bodyPr>
            <a:lstStyle/>
            <a:p>
              <a:pPr defTabSz="609630">
                <a:buClr>
                  <a:srgbClr val="000000"/>
                </a:buClr>
              </a:pPr>
              <a:endParaRPr sz="1200" kern="0">
                <a:solidFill>
                  <a:srgbClr val="000000"/>
                </a:solidFill>
                <a:latin typeface="Arial"/>
                <a:cs typeface="Arial"/>
                <a:sym typeface="Arial"/>
              </a:endParaRPr>
            </a:p>
          </p:txBody>
        </p:sp>
        <p:sp>
          <p:nvSpPr>
            <p:cNvPr id="644" name="Google Shape;644;p14">
              <a:extLst>
                <a:ext uri="{FF2B5EF4-FFF2-40B4-BE49-F238E27FC236}">
                  <a16:creationId xmlns:a16="http://schemas.microsoft.com/office/drawing/2014/main" id="{03AABF76-05B4-7DA8-51B0-F54B8E43B663}"/>
                </a:ext>
              </a:extLst>
            </p:cNvPr>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a:extLst>
              <a:ext uri="{FF2B5EF4-FFF2-40B4-BE49-F238E27FC236}">
                <a16:creationId xmlns:a16="http://schemas.microsoft.com/office/drawing/2014/main" id="{228E7C4A-C231-2B11-54DA-C3A443718EC6}"/>
              </a:ext>
            </a:extLst>
          </p:cNvPr>
          <p:cNvGrpSpPr/>
          <p:nvPr/>
        </p:nvGrpSpPr>
        <p:grpSpPr>
          <a:xfrm>
            <a:off x="1008592" y="1041879"/>
            <a:ext cx="10562908" cy="1109071"/>
            <a:chOff x="0" y="-47625"/>
            <a:chExt cx="4517902" cy="474365"/>
          </a:xfrm>
        </p:grpSpPr>
        <p:sp>
          <p:nvSpPr>
            <p:cNvPr id="646" name="Google Shape;646;p14">
              <a:extLst>
                <a:ext uri="{FF2B5EF4-FFF2-40B4-BE49-F238E27FC236}">
                  <a16:creationId xmlns:a16="http://schemas.microsoft.com/office/drawing/2014/main" id="{0D334AA2-F99A-A111-7269-35B11948E365}"/>
                </a:ext>
              </a:extLst>
            </p:cNvPr>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1200" kern="0">
                <a:solidFill>
                  <a:srgbClr val="000000"/>
                </a:solidFill>
                <a:latin typeface="Arial"/>
                <a:cs typeface="Arial"/>
                <a:sym typeface="Arial"/>
              </a:endParaRPr>
            </a:p>
          </p:txBody>
        </p:sp>
        <p:sp>
          <p:nvSpPr>
            <p:cNvPr id="647" name="Google Shape;647;p14">
              <a:extLst>
                <a:ext uri="{FF2B5EF4-FFF2-40B4-BE49-F238E27FC236}">
                  <a16:creationId xmlns:a16="http://schemas.microsoft.com/office/drawing/2014/main" id="{9EE62A85-6B02-45A0-6EDE-AF05D3694D01}"/>
                </a:ext>
              </a:extLst>
            </p:cNvPr>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a:extLst>
              <a:ext uri="{FF2B5EF4-FFF2-40B4-BE49-F238E27FC236}">
                <a16:creationId xmlns:a16="http://schemas.microsoft.com/office/drawing/2014/main" id="{72445672-32A6-BDCB-B4B8-0E3DFACA5F3A}"/>
              </a:ext>
            </a:extLst>
          </p:cNvPr>
          <p:cNvSpPr txBox="1"/>
          <p:nvPr/>
        </p:nvSpPr>
        <p:spPr>
          <a:xfrm>
            <a:off x="1127042" y="1162460"/>
            <a:ext cx="10326008" cy="1062920"/>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5756" kern="0" dirty="0">
                <a:solidFill>
                  <a:srgbClr val="FFFFFF"/>
                </a:solidFill>
                <a:latin typeface="Courier"/>
                <a:cs typeface="Arial"/>
                <a:sym typeface="Courier"/>
              </a:rPr>
              <a:t>Language Semantic</a:t>
            </a:r>
            <a:endParaRPr sz="1200"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E1C5364B-9035-249A-C395-6493DDBA49CA}"/>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1200" kern="0">
              <a:solidFill>
                <a:srgbClr val="000000"/>
              </a:solidFill>
              <a:latin typeface="Arial"/>
              <a:cs typeface="Arial"/>
              <a:sym typeface="Arial"/>
            </a:endParaRPr>
          </a:p>
        </p:txBody>
      </p:sp>
      <p:sp>
        <p:nvSpPr>
          <p:cNvPr id="7" name="Rectangle 1">
            <a:extLst>
              <a:ext uri="{FF2B5EF4-FFF2-40B4-BE49-F238E27FC236}">
                <a16:creationId xmlns:a16="http://schemas.microsoft.com/office/drawing/2014/main" id="{6621E3FF-A5C1-3877-9754-F23AAD705264}"/>
              </a:ext>
            </a:extLst>
          </p:cNvPr>
          <p:cNvSpPr>
            <a:spLocks noChangeArrowheads="1"/>
          </p:cNvSpPr>
          <p:nvPr/>
        </p:nvSpPr>
        <p:spPr bwMode="auto">
          <a:xfrm>
            <a:off x="1" y="29291"/>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60" eaLnBrk="0" fontAlgn="base" hangingPunct="0">
              <a:spcBef>
                <a:spcPct val="0"/>
              </a:spcBef>
              <a:spcAft>
                <a:spcPct val="0"/>
              </a:spcAft>
              <a:buClr>
                <a:srgbClr val="000000"/>
              </a:buClr>
            </a:pPr>
            <a:endParaRPr lang="en-US" altLang="en-US" sz="1200" kern="0" dirty="0">
              <a:solidFill>
                <a:srgbClr val="000000"/>
              </a:solidFill>
              <a:latin typeface="Arial" panose="020B0604020202020204" pitchFamily="34" charset="0"/>
              <a:cs typeface="Arial"/>
              <a:sym typeface="Arial"/>
            </a:endParaRPr>
          </a:p>
        </p:txBody>
      </p:sp>
      <p:sp>
        <p:nvSpPr>
          <p:cNvPr id="6" name="Google Shape;649;p14">
            <a:extLst>
              <a:ext uri="{FF2B5EF4-FFF2-40B4-BE49-F238E27FC236}">
                <a16:creationId xmlns:a16="http://schemas.microsoft.com/office/drawing/2014/main" id="{6D358305-85C0-F583-4B72-8841F5BA88BD}"/>
              </a:ext>
            </a:extLst>
          </p:cNvPr>
          <p:cNvSpPr txBox="1"/>
          <p:nvPr/>
        </p:nvSpPr>
        <p:spPr>
          <a:xfrm>
            <a:off x="685800" y="2313779"/>
            <a:ext cx="9657840" cy="919098"/>
          </a:xfrm>
          <a:prstGeom prst="rect">
            <a:avLst/>
          </a:prstGeom>
          <a:noFill/>
          <a:ln>
            <a:noFill/>
          </a:ln>
        </p:spPr>
        <p:txBody>
          <a:bodyPr spcFirstLastPara="1" wrap="square" lIns="0" tIns="0" rIns="0" bIns="0" anchor="t" anchorCtr="0">
            <a:spAutoFit/>
          </a:bodyPr>
          <a:lstStyle/>
          <a:p>
            <a:pPr defTabSz="609630">
              <a:lnSpc>
                <a:spcPct val="139958"/>
              </a:lnSpc>
              <a:buClr>
                <a:srgbClr val="FFFFFF"/>
              </a:buClr>
            </a:pPr>
            <a:r>
              <a:rPr lang="en-US" sz="2133" kern="0" dirty="0">
                <a:solidFill>
                  <a:srgbClr val="FF66C4"/>
                </a:solidFill>
                <a:latin typeface="Roboto Mono"/>
                <a:ea typeface="Roboto Mono"/>
                <a:cs typeface="Arial"/>
                <a:sym typeface="Roboto Mono"/>
              </a:rPr>
              <a:t>Indentation defines code blocks</a:t>
            </a:r>
            <a:r>
              <a:rPr lang="en-US" sz="2133" kern="0" dirty="0">
                <a:solidFill>
                  <a:srgbClr val="FFFFFF"/>
                </a:solidFill>
                <a:latin typeface="Roboto Mono"/>
                <a:ea typeface="Roboto Mono"/>
                <a:cs typeface="Arial"/>
                <a:sym typeface="Roboto Mono"/>
              </a:rPr>
              <a:t>:</a:t>
            </a:r>
          </a:p>
          <a:p>
            <a:pPr marL="304831" indent="-304831" defTabSz="609630">
              <a:lnSpc>
                <a:spcPct val="139958"/>
              </a:lnSpc>
              <a:buClr>
                <a:srgbClr val="FFFFFF"/>
              </a:buClr>
              <a:buFont typeface="Arial" panose="020B0604020202020204" pitchFamily="34" charset="0"/>
              <a:buChar char="•"/>
            </a:pPr>
            <a:r>
              <a:rPr lang="en-US" sz="2133" kern="0" dirty="0">
                <a:solidFill>
                  <a:srgbClr val="FFFFFF"/>
                </a:solidFill>
                <a:latin typeface="Roboto Mono"/>
                <a:ea typeface="Roboto Mono"/>
                <a:cs typeface="Arial"/>
                <a:sym typeface="Roboto Mono"/>
              </a:rPr>
              <a:t>No {} like other languages — spaces matter.</a:t>
            </a:r>
          </a:p>
        </p:txBody>
      </p:sp>
      <p:pic>
        <p:nvPicPr>
          <p:cNvPr id="4" name="Picture 3">
            <a:extLst>
              <a:ext uri="{FF2B5EF4-FFF2-40B4-BE49-F238E27FC236}">
                <a16:creationId xmlns:a16="http://schemas.microsoft.com/office/drawing/2014/main" id="{9D8741D9-0F0B-528C-709B-78ABDAB88D30}"/>
              </a:ext>
            </a:extLst>
          </p:cNvPr>
          <p:cNvPicPr>
            <a:picLocks noChangeAspect="1"/>
          </p:cNvPicPr>
          <p:nvPr/>
        </p:nvPicPr>
        <p:blipFill>
          <a:blip r:embed="rId3"/>
          <a:stretch>
            <a:fillRect/>
          </a:stretch>
        </p:blipFill>
        <p:spPr>
          <a:xfrm>
            <a:off x="2129317" y="3395708"/>
            <a:ext cx="7942676" cy="2374323"/>
          </a:xfrm>
          <a:prstGeom prst="rect">
            <a:avLst/>
          </a:prstGeom>
        </p:spPr>
      </p:pic>
    </p:spTree>
    <p:extLst>
      <p:ext uri="{BB962C8B-B14F-4D97-AF65-F5344CB8AC3E}">
        <p14:creationId xmlns:p14="http://schemas.microsoft.com/office/powerpoint/2010/main" val="236634772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624">
          <a:extLst>
            <a:ext uri="{FF2B5EF4-FFF2-40B4-BE49-F238E27FC236}">
              <a16:creationId xmlns:a16="http://schemas.microsoft.com/office/drawing/2014/main" id="{364FCEAA-8085-043B-38DF-1C6EDB7DF55E}"/>
            </a:ext>
          </a:extLst>
        </p:cNvPr>
        <p:cNvGrpSpPr/>
        <p:nvPr/>
      </p:nvGrpSpPr>
      <p:grpSpPr>
        <a:xfrm>
          <a:off x="0" y="0"/>
          <a:ext cx="0" cy="0"/>
          <a:chOff x="0" y="0"/>
          <a:chExt cx="0" cy="0"/>
        </a:xfrm>
      </p:grpSpPr>
      <p:grpSp>
        <p:nvGrpSpPr>
          <p:cNvPr id="625" name="Google Shape;625;p14">
            <a:extLst>
              <a:ext uri="{FF2B5EF4-FFF2-40B4-BE49-F238E27FC236}">
                <a16:creationId xmlns:a16="http://schemas.microsoft.com/office/drawing/2014/main" id="{4322F1EF-8D94-10E1-E9AF-5D84ECBECC66}"/>
              </a:ext>
            </a:extLst>
          </p:cNvPr>
          <p:cNvGrpSpPr/>
          <p:nvPr/>
        </p:nvGrpSpPr>
        <p:grpSpPr>
          <a:xfrm>
            <a:off x="324043" y="217288"/>
            <a:ext cx="11543917" cy="6302879"/>
            <a:chOff x="0" y="-241102"/>
            <a:chExt cx="23087835" cy="12605759"/>
          </a:xfrm>
        </p:grpSpPr>
        <p:grpSp>
          <p:nvGrpSpPr>
            <p:cNvPr id="626" name="Google Shape;626;p14">
              <a:extLst>
                <a:ext uri="{FF2B5EF4-FFF2-40B4-BE49-F238E27FC236}">
                  <a16:creationId xmlns:a16="http://schemas.microsoft.com/office/drawing/2014/main" id="{06F1AC74-FE78-4190-83B0-2F236FCE5611}"/>
                </a:ext>
              </a:extLst>
            </p:cNvPr>
            <p:cNvGrpSpPr/>
            <p:nvPr/>
          </p:nvGrpSpPr>
          <p:grpSpPr>
            <a:xfrm>
              <a:off x="0" y="-241102"/>
              <a:ext cx="23069216" cy="12605759"/>
              <a:chOff x="0" y="-47625"/>
              <a:chExt cx="4556882" cy="2490026"/>
            </a:xfrm>
          </p:grpSpPr>
          <p:sp>
            <p:nvSpPr>
              <p:cNvPr id="627" name="Google Shape;627;p14">
                <a:extLst>
                  <a:ext uri="{FF2B5EF4-FFF2-40B4-BE49-F238E27FC236}">
                    <a16:creationId xmlns:a16="http://schemas.microsoft.com/office/drawing/2014/main" id="{F2C4B566-AE8C-B3DC-FF55-030562A8F151}"/>
                  </a:ext>
                </a:extLst>
              </p:cNvPr>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1200" kern="0">
                  <a:solidFill>
                    <a:srgbClr val="000000"/>
                  </a:solidFill>
                  <a:latin typeface="Arial"/>
                  <a:cs typeface="Arial"/>
                  <a:sym typeface="Arial"/>
                </a:endParaRPr>
              </a:p>
            </p:txBody>
          </p:sp>
          <p:sp>
            <p:nvSpPr>
              <p:cNvPr id="628" name="Google Shape;628;p14">
                <a:extLst>
                  <a:ext uri="{FF2B5EF4-FFF2-40B4-BE49-F238E27FC236}">
                    <a16:creationId xmlns:a16="http://schemas.microsoft.com/office/drawing/2014/main" id="{E1AD90D2-D21A-4F42-0B1B-6FD2D4A78FD1}"/>
                  </a:ext>
                </a:extLst>
              </p:cNvPr>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a:extLst>
                <a:ext uri="{FF2B5EF4-FFF2-40B4-BE49-F238E27FC236}">
                  <a16:creationId xmlns:a16="http://schemas.microsoft.com/office/drawing/2014/main" id="{5A0D1EAF-6547-3321-1824-41EE69AD0E5A}"/>
                </a:ext>
              </a:extLst>
            </p:cNvPr>
            <p:cNvGrpSpPr/>
            <p:nvPr/>
          </p:nvGrpSpPr>
          <p:grpSpPr>
            <a:xfrm>
              <a:off x="18619" y="-241102"/>
              <a:ext cx="23069216" cy="12605759"/>
              <a:chOff x="0" y="-47625"/>
              <a:chExt cx="4556882" cy="2490026"/>
            </a:xfrm>
          </p:grpSpPr>
          <p:sp>
            <p:nvSpPr>
              <p:cNvPr id="630" name="Google Shape;630;p14">
                <a:extLst>
                  <a:ext uri="{FF2B5EF4-FFF2-40B4-BE49-F238E27FC236}">
                    <a16:creationId xmlns:a16="http://schemas.microsoft.com/office/drawing/2014/main" id="{2913A7EE-4032-B536-03A2-8CB3A3AA3662}"/>
                  </a:ext>
                </a:extLst>
              </p:cNvPr>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1200" kern="0">
                  <a:solidFill>
                    <a:srgbClr val="000000"/>
                  </a:solidFill>
                  <a:latin typeface="Arial"/>
                  <a:cs typeface="Arial"/>
                  <a:sym typeface="Arial"/>
                </a:endParaRPr>
              </a:p>
            </p:txBody>
          </p:sp>
          <p:sp>
            <p:nvSpPr>
              <p:cNvPr id="631" name="Google Shape;631;p14">
                <a:extLst>
                  <a:ext uri="{FF2B5EF4-FFF2-40B4-BE49-F238E27FC236}">
                    <a16:creationId xmlns:a16="http://schemas.microsoft.com/office/drawing/2014/main" id="{23C2D0C1-998B-7C5D-6152-1F0437CC908D}"/>
                  </a:ext>
                </a:extLst>
              </p:cNvPr>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a:extLst>
                <a:ext uri="{FF2B5EF4-FFF2-40B4-BE49-F238E27FC236}">
                  <a16:creationId xmlns:a16="http://schemas.microsoft.com/office/drawing/2014/main" id="{DC6C366F-3AF0-810D-4B26-50E0BAFC04B6}"/>
                </a:ext>
              </a:extLst>
            </p:cNvPr>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a:extLst>
                <a:ext uri="{FF2B5EF4-FFF2-40B4-BE49-F238E27FC236}">
                  <a16:creationId xmlns:a16="http://schemas.microsoft.com/office/drawing/2014/main" id="{BFC6C57A-D8AE-5E35-2D07-A2B86B830813}"/>
                </a:ext>
              </a:extLst>
            </p:cNvPr>
            <p:cNvGrpSpPr/>
            <p:nvPr/>
          </p:nvGrpSpPr>
          <p:grpSpPr>
            <a:xfrm>
              <a:off x="318466" y="201915"/>
              <a:ext cx="394763" cy="394763"/>
              <a:chOff x="0" y="0"/>
              <a:chExt cx="812800" cy="812800"/>
            </a:xfrm>
          </p:grpSpPr>
          <p:sp>
            <p:nvSpPr>
              <p:cNvPr id="634" name="Google Shape;634;p14">
                <a:extLst>
                  <a:ext uri="{FF2B5EF4-FFF2-40B4-BE49-F238E27FC236}">
                    <a16:creationId xmlns:a16="http://schemas.microsoft.com/office/drawing/2014/main" id="{449BDCC6-3129-B7F6-2057-52FF7877426D}"/>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1200" kern="0">
                  <a:solidFill>
                    <a:srgbClr val="000000"/>
                  </a:solidFill>
                  <a:latin typeface="Arial"/>
                  <a:cs typeface="Arial"/>
                  <a:sym typeface="Arial"/>
                </a:endParaRPr>
              </a:p>
            </p:txBody>
          </p:sp>
          <p:sp>
            <p:nvSpPr>
              <p:cNvPr id="635" name="Google Shape;635;p14">
                <a:extLst>
                  <a:ext uri="{FF2B5EF4-FFF2-40B4-BE49-F238E27FC236}">
                    <a16:creationId xmlns:a16="http://schemas.microsoft.com/office/drawing/2014/main" id="{FE8505CB-1E90-C301-151B-B3D68967847D}"/>
                  </a:ext>
                </a:extLst>
              </p:cNvPr>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a:extLst>
                <a:ext uri="{FF2B5EF4-FFF2-40B4-BE49-F238E27FC236}">
                  <a16:creationId xmlns:a16="http://schemas.microsoft.com/office/drawing/2014/main" id="{621A7E16-9DEC-9394-9C62-4F5A30CD7F21}"/>
                </a:ext>
              </a:extLst>
            </p:cNvPr>
            <p:cNvGrpSpPr/>
            <p:nvPr/>
          </p:nvGrpSpPr>
          <p:grpSpPr>
            <a:xfrm>
              <a:off x="989083" y="201915"/>
              <a:ext cx="394763" cy="394763"/>
              <a:chOff x="0" y="0"/>
              <a:chExt cx="812800" cy="812800"/>
            </a:xfrm>
          </p:grpSpPr>
          <p:sp>
            <p:nvSpPr>
              <p:cNvPr id="637" name="Google Shape;637;p14">
                <a:extLst>
                  <a:ext uri="{FF2B5EF4-FFF2-40B4-BE49-F238E27FC236}">
                    <a16:creationId xmlns:a16="http://schemas.microsoft.com/office/drawing/2014/main" id="{62C5B3DE-39B2-7408-F73B-DEFBFC30F165}"/>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1200" kern="0">
                  <a:solidFill>
                    <a:srgbClr val="000000"/>
                  </a:solidFill>
                  <a:latin typeface="Arial"/>
                  <a:cs typeface="Arial"/>
                  <a:sym typeface="Arial"/>
                </a:endParaRPr>
              </a:p>
            </p:txBody>
          </p:sp>
          <p:sp>
            <p:nvSpPr>
              <p:cNvPr id="638" name="Google Shape;638;p14">
                <a:extLst>
                  <a:ext uri="{FF2B5EF4-FFF2-40B4-BE49-F238E27FC236}">
                    <a16:creationId xmlns:a16="http://schemas.microsoft.com/office/drawing/2014/main" id="{83B6D286-26AA-B98E-C0CE-2600174B1D4C}"/>
                  </a:ext>
                </a:extLst>
              </p:cNvPr>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a:extLst>
                <a:ext uri="{FF2B5EF4-FFF2-40B4-BE49-F238E27FC236}">
                  <a16:creationId xmlns:a16="http://schemas.microsoft.com/office/drawing/2014/main" id="{21ADCB26-BCD4-32B9-75F3-2D769EEFD880}"/>
                </a:ext>
              </a:extLst>
            </p:cNvPr>
            <p:cNvGrpSpPr/>
            <p:nvPr/>
          </p:nvGrpSpPr>
          <p:grpSpPr>
            <a:xfrm>
              <a:off x="1663247" y="201915"/>
              <a:ext cx="394763" cy="394763"/>
              <a:chOff x="0" y="0"/>
              <a:chExt cx="812800" cy="812800"/>
            </a:xfrm>
          </p:grpSpPr>
          <p:sp>
            <p:nvSpPr>
              <p:cNvPr id="640" name="Google Shape;640;p14">
                <a:extLst>
                  <a:ext uri="{FF2B5EF4-FFF2-40B4-BE49-F238E27FC236}">
                    <a16:creationId xmlns:a16="http://schemas.microsoft.com/office/drawing/2014/main" id="{948013DA-A8D5-3255-36A5-D79D6A08FDCD}"/>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1200" kern="0">
                  <a:solidFill>
                    <a:srgbClr val="000000"/>
                  </a:solidFill>
                  <a:latin typeface="Arial"/>
                  <a:cs typeface="Arial"/>
                  <a:sym typeface="Arial"/>
                </a:endParaRPr>
              </a:p>
            </p:txBody>
          </p:sp>
          <p:sp>
            <p:nvSpPr>
              <p:cNvPr id="641" name="Google Shape;641;p14">
                <a:extLst>
                  <a:ext uri="{FF2B5EF4-FFF2-40B4-BE49-F238E27FC236}">
                    <a16:creationId xmlns:a16="http://schemas.microsoft.com/office/drawing/2014/main" id="{12A302EA-4E48-8934-7CC2-5556DB623E50}"/>
                  </a:ext>
                </a:extLst>
              </p:cNvPr>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a:extLst>
              <a:ext uri="{FF2B5EF4-FFF2-40B4-BE49-F238E27FC236}">
                <a16:creationId xmlns:a16="http://schemas.microsoft.com/office/drawing/2014/main" id="{4D3D6FE1-E0C8-275D-7DDC-82F7BA91D31D}"/>
              </a:ext>
            </a:extLst>
          </p:cNvPr>
          <p:cNvGrpSpPr/>
          <p:nvPr/>
        </p:nvGrpSpPr>
        <p:grpSpPr>
          <a:xfrm>
            <a:off x="685800" y="879049"/>
            <a:ext cx="10562908" cy="1109071"/>
            <a:chOff x="0" y="-47625"/>
            <a:chExt cx="4517902" cy="474365"/>
          </a:xfrm>
        </p:grpSpPr>
        <p:sp>
          <p:nvSpPr>
            <p:cNvPr id="643" name="Google Shape;643;p14">
              <a:extLst>
                <a:ext uri="{FF2B5EF4-FFF2-40B4-BE49-F238E27FC236}">
                  <a16:creationId xmlns:a16="http://schemas.microsoft.com/office/drawing/2014/main" id="{9BA2CF5E-E828-5131-B59F-83010EE8B7CF}"/>
                </a:ext>
              </a:extLst>
            </p:cNvPr>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solidFill>
              <a:srgbClr val="FF66C4"/>
            </a:solidFill>
            <a:ln>
              <a:noFill/>
            </a:ln>
          </p:spPr>
          <p:txBody>
            <a:bodyPr spcFirstLastPara="1" wrap="square" lIns="60950" tIns="60950" rIns="60950" bIns="60950" anchor="ctr" anchorCtr="0">
              <a:noAutofit/>
            </a:bodyPr>
            <a:lstStyle/>
            <a:p>
              <a:pPr defTabSz="609630">
                <a:buClr>
                  <a:srgbClr val="000000"/>
                </a:buClr>
              </a:pPr>
              <a:endParaRPr sz="1200" kern="0">
                <a:solidFill>
                  <a:srgbClr val="000000"/>
                </a:solidFill>
                <a:latin typeface="Arial"/>
                <a:cs typeface="Arial"/>
                <a:sym typeface="Arial"/>
              </a:endParaRPr>
            </a:p>
          </p:txBody>
        </p:sp>
        <p:sp>
          <p:nvSpPr>
            <p:cNvPr id="644" name="Google Shape;644;p14">
              <a:extLst>
                <a:ext uri="{FF2B5EF4-FFF2-40B4-BE49-F238E27FC236}">
                  <a16:creationId xmlns:a16="http://schemas.microsoft.com/office/drawing/2014/main" id="{049E4FE7-5638-55DC-7A61-A52B6737D860}"/>
                </a:ext>
              </a:extLst>
            </p:cNvPr>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a:extLst>
              <a:ext uri="{FF2B5EF4-FFF2-40B4-BE49-F238E27FC236}">
                <a16:creationId xmlns:a16="http://schemas.microsoft.com/office/drawing/2014/main" id="{85289E5B-FAC9-BA40-8EEB-3FF894DF89D6}"/>
              </a:ext>
            </a:extLst>
          </p:cNvPr>
          <p:cNvGrpSpPr/>
          <p:nvPr/>
        </p:nvGrpSpPr>
        <p:grpSpPr>
          <a:xfrm>
            <a:off x="1008592" y="1041879"/>
            <a:ext cx="10562908" cy="1109071"/>
            <a:chOff x="0" y="-47625"/>
            <a:chExt cx="4517902" cy="474365"/>
          </a:xfrm>
        </p:grpSpPr>
        <p:sp>
          <p:nvSpPr>
            <p:cNvPr id="646" name="Google Shape;646;p14">
              <a:extLst>
                <a:ext uri="{FF2B5EF4-FFF2-40B4-BE49-F238E27FC236}">
                  <a16:creationId xmlns:a16="http://schemas.microsoft.com/office/drawing/2014/main" id="{ECA41A67-DE3B-E02C-3C6E-84207DB705FC}"/>
                </a:ext>
              </a:extLst>
            </p:cNvPr>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1200" kern="0">
                <a:solidFill>
                  <a:srgbClr val="000000"/>
                </a:solidFill>
                <a:latin typeface="Arial"/>
                <a:cs typeface="Arial"/>
                <a:sym typeface="Arial"/>
              </a:endParaRPr>
            </a:p>
          </p:txBody>
        </p:sp>
        <p:sp>
          <p:nvSpPr>
            <p:cNvPr id="647" name="Google Shape;647;p14">
              <a:extLst>
                <a:ext uri="{FF2B5EF4-FFF2-40B4-BE49-F238E27FC236}">
                  <a16:creationId xmlns:a16="http://schemas.microsoft.com/office/drawing/2014/main" id="{912B62F8-9DDF-B030-64AA-612EBA18C843}"/>
                </a:ext>
              </a:extLst>
            </p:cNvPr>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a:extLst>
              <a:ext uri="{FF2B5EF4-FFF2-40B4-BE49-F238E27FC236}">
                <a16:creationId xmlns:a16="http://schemas.microsoft.com/office/drawing/2014/main" id="{8624A13D-5018-F5E8-1A1C-45DE361EBAEF}"/>
              </a:ext>
            </a:extLst>
          </p:cNvPr>
          <p:cNvSpPr txBox="1"/>
          <p:nvPr/>
        </p:nvSpPr>
        <p:spPr>
          <a:xfrm>
            <a:off x="1127042" y="1162460"/>
            <a:ext cx="10326008" cy="1062920"/>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5756" kern="0" dirty="0">
                <a:solidFill>
                  <a:srgbClr val="FFFFFF"/>
                </a:solidFill>
                <a:latin typeface="Courier"/>
                <a:cs typeface="Arial"/>
                <a:sym typeface="Courier"/>
              </a:rPr>
              <a:t>Language Semantic</a:t>
            </a:r>
            <a:endParaRPr sz="1200"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E3B7CCBC-8185-B6BE-E952-1850A8B63560}"/>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1200" kern="0">
              <a:solidFill>
                <a:srgbClr val="000000"/>
              </a:solidFill>
              <a:latin typeface="Arial"/>
              <a:cs typeface="Arial"/>
              <a:sym typeface="Arial"/>
            </a:endParaRPr>
          </a:p>
        </p:txBody>
      </p:sp>
      <p:sp>
        <p:nvSpPr>
          <p:cNvPr id="7" name="Rectangle 1">
            <a:extLst>
              <a:ext uri="{FF2B5EF4-FFF2-40B4-BE49-F238E27FC236}">
                <a16:creationId xmlns:a16="http://schemas.microsoft.com/office/drawing/2014/main" id="{7C9C3909-CBCD-9743-ACD4-A66F1EC20335}"/>
              </a:ext>
            </a:extLst>
          </p:cNvPr>
          <p:cNvSpPr>
            <a:spLocks noChangeArrowheads="1"/>
          </p:cNvSpPr>
          <p:nvPr/>
        </p:nvSpPr>
        <p:spPr bwMode="auto">
          <a:xfrm>
            <a:off x="1" y="29291"/>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60" eaLnBrk="0" fontAlgn="base" hangingPunct="0">
              <a:spcBef>
                <a:spcPct val="0"/>
              </a:spcBef>
              <a:spcAft>
                <a:spcPct val="0"/>
              </a:spcAft>
              <a:buClr>
                <a:srgbClr val="000000"/>
              </a:buClr>
            </a:pPr>
            <a:endParaRPr lang="en-US" altLang="en-US" sz="1200" kern="0" dirty="0">
              <a:solidFill>
                <a:srgbClr val="000000"/>
              </a:solidFill>
              <a:latin typeface="Arial" panose="020B0604020202020204" pitchFamily="34" charset="0"/>
              <a:cs typeface="Arial"/>
              <a:sym typeface="Arial"/>
            </a:endParaRPr>
          </a:p>
        </p:txBody>
      </p:sp>
      <p:sp>
        <p:nvSpPr>
          <p:cNvPr id="6" name="Google Shape;649;p14">
            <a:extLst>
              <a:ext uri="{FF2B5EF4-FFF2-40B4-BE49-F238E27FC236}">
                <a16:creationId xmlns:a16="http://schemas.microsoft.com/office/drawing/2014/main" id="{CC00D72C-1810-1918-2676-5B772202904B}"/>
              </a:ext>
            </a:extLst>
          </p:cNvPr>
          <p:cNvSpPr txBox="1"/>
          <p:nvPr/>
        </p:nvSpPr>
        <p:spPr>
          <a:xfrm>
            <a:off x="685800" y="2313779"/>
            <a:ext cx="9657840" cy="919098"/>
          </a:xfrm>
          <a:prstGeom prst="rect">
            <a:avLst/>
          </a:prstGeom>
          <a:noFill/>
          <a:ln>
            <a:noFill/>
          </a:ln>
        </p:spPr>
        <p:txBody>
          <a:bodyPr spcFirstLastPara="1" wrap="square" lIns="0" tIns="0" rIns="0" bIns="0" anchor="t" anchorCtr="0">
            <a:spAutoFit/>
          </a:bodyPr>
          <a:lstStyle/>
          <a:p>
            <a:pPr defTabSz="609630">
              <a:lnSpc>
                <a:spcPct val="139958"/>
              </a:lnSpc>
              <a:buClr>
                <a:srgbClr val="FFFFFF"/>
              </a:buClr>
            </a:pPr>
            <a:r>
              <a:rPr lang="en-US" sz="2133" kern="0" dirty="0">
                <a:solidFill>
                  <a:srgbClr val="FF66C4"/>
                </a:solidFill>
                <a:latin typeface="Roboto Mono"/>
                <a:ea typeface="Roboto Mono"/>
                <a:cs typeface="Arial"/>
                <a:sym typeface="Roboto Mono"/>
              </a:rPr>
              <a:t>Everything is an object</a:t>
            </a:r>
            <a:r>
              <a:rPr lang="en-US" sz="2133" kern="0" dirty="0">
                <a:solidFill>
                  <a:srgbClr val="FFFFFF"/>
                </a:solidFill>
                <a:latin typeface="Roboto Mono"/>
                <a:ea typeface="Roboto Mono"/>
                <a:cs typeface="Arial"/>
                <a:sym typeface="Roboto Mono"/>
              </a:rPr>
              <a:t>:</a:t>
            </a:r>
          </a:p>
          <a:p>
            <a:pPr marL="304831" indent="-304831" defTabSz="609630">
              <a:lnSpc>
                <a:spcPct val="139958"/>
              </a:lnSpc>
              <a:buClr>
                <a:srgbClr val="FFFFFF"/>
              </a:buClr>
              <a:buFont typeface="Arial" panose="020B0604020202020204" pitchFamily="34" charset="0"/>
              <a:buChar char="•"/>
            </a:pPr>
            <a:r>
              <a:rPr lang="en-US" sz="2133" kern="0" dirty="0">
                <a:solidFill>
                  <a:srgbClr val="FFFFFF"/>
                </a:solidFill>
                <a:latin typeface="Roboto Mono"/>
                <a:ea typeface="Roboto Mono"/>
                <a:cs typeface="Arial"/>
                <a:sym typeface="Roboto Mono"/>
              </a:rPr>
              <a:t>Even numbers and functions:</a:t>
            </a:r>
          </a:p>
        </p:txBody>
      </p:sp>
      <p:pic>
        <p:nvPicPr>
          <p:cNvPr id="5" name="Picture 4">
            <a:extLst>
              <a:ext uri="{FF2B5EF4-FFF2-40B4-BE49-F238E27FC236}">
                <a16:creationId xmlns:a16="http://schemas.microsoft.com/office/drawing/2014/main" id="{3D92E342-2B70-EF04-6841-56EAEBAB6989}"/>
              </a:ext>
            </a:extLst>
          </p:cNvPr>
          <p:cNvPicPr>
            <a:picLocks noChangeAspect="1"/>
          </p:cNvPicPr>
          <p:nvPr/>
        </p:nvPicPr>
        <p:blipFill>
          <a:blip r:embed="rId3"/>
          <a:stretch>
            <a:fillRect/>
          </a:stretch>
        </p:blipFill>
        <p:spPr>
          <a:xfrm>
            <a:off x="2728567" y="3837039"/>
            <a:ext cx="6744176" cy="1813560"/>
          </a:xfrm>
          <a:prstGeom prst="rect">
            <a:avLst/>
          </a:prstGeom>
        </p:spPr>
      </p:pic>
    </p:spTree>
    <p:extLst>
      <p:ext uri="{BB962C8B-B14F-4D97-AF65-F5344CB8AC3E}">
        <p14:creationId xmlns:p14="http://schemas.microsoft.com/office/powerpoint/2010/main" val="45316366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563"/>
        <p:cNvGrpSpPr/>
        <p:nvPr/>
      </p:nvGrpSpPr>
      <p:grpSpPr>
        <a:xfrm>
          <a:off x="0" y="0"/>
          <a:ext cx="0" cy="0"/>
          <a:chOff x="0" y="0"/>
          <a:chExt cx="0" cy="0"/>
        </a:xfrm>
      </p:grpSpPr>
      <p:grpSp>
        <p:nvGrpSpPr>
          <p:cNvPr id="564" name="Google Shape;564;p13"/>
          <p:cNvGrpSpPr/>
          <p:nvPr/>
        </p:nvGrpSpPr>
        <p:grpSpPr>
          <a:xfrm>
            <a:off x="324042" y="217287"/>
            <a:ext cx="11543917" cy="6302879"/>
            <a:chOff x="0" y="-241102"/>
            <a:chExt cx="23087835" cy="12605759"/>
          </a:xfrm>
        </p:grpSpPr>
        <p:grpSp>
          <p:nvGrpSpPr>
            <p:cNvPr id="565" name="Google Shape;565;p13"/>
            <p:cNvGrpSpPr/>
            <p:nvPr/>
          </p:nvGrpSpPr>
          <p:grpSpPr>
            <a:xfrm>
              <a:off x="0" y="-241102"/>
              <a:ext cx="23069216" cy="12605759"/>
              <a:chOff x="0" y="-47625"/>
              <a:chExt cx="4556882" cy="2490026"/>
            </a:xfrm>
          </p:grpSpPr>
          <p:sp>
            <p:nvSpPr>
              <p:cNvPr id="566" name="Google Shape;566;p13"/>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567" name="Google Shape;567;p13"/>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568" name="Google Shape;568;p13"/>
            <p:cNvGrpSpPr/>
            <p:nvPr/>
          </p:nvGrpSpPr>
          <p:grpSpPr>
            <a:xfrm>
              <a:off x="18619" y="-241102"/>
              <a:ext cx="23069216" cy="12605759"/>
              <a:chOff x="0" y="-47625"/>
              <a:chExt cx="4556882" cy="2490026"/>
            </a:xfrm>
          </p:grpSpPr>
          <p:sp>
            <p:nvSpPr>
              <p:cNvPr id="569" name="Google Shape;569;p13"/>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570" name="Google Shape;570;p13"/>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cxnSp>
          <p:nvCxnSpPr>
            <p:cNvPr id="571" name="Google Shape;571;p13"/>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572" name="Google Shape;572;p13"/>
            <p:cNvGrpSpPr/>
            <p:nvPr/>
          </p:nvGrpSpPr>
          <p:grpSpPr>
            <a:xfrm>
              <a:off x="318466" y="201915"/>
              <a:ext cx="394763" cy="394763"/>
              <a:chOff x="0" y="0"/>
              <a:chExt cx="812800" cy="812800"/>
            </a:xfrm>
          </p:grpSpPr>
          <p:sp>
            <p:nvSpPr>
              <p:cNvPr id="573" name="Google Shape;573;p13"/>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574" name="Google Shape;574;p13"/>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575" name="Google Shape;575;p13"/>
            <p:cNvGrpSpPr/>
            <p:nvPr/>
          </p:nvGrpSpPr>
          <p:grpSpPr>
            <a:xfrm>
              <a:off x="989083" y="201915"/>
              <a:ext cx="394763" cy="394763"/>
              <a:chOff x="0" y="0"/>
              <a:chExt cx="812800" cy="812800"/>
            </a:xfrm>
          </p:grpSpPr>
          <p:sp>
            <p:nvSpPr>
              <p:cNvPr id="576" name="Google Shape;576;p13"/>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577" name="Google Shape;577;p13"/>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578" name="Google Shape;578;p13"/>
            <p:cNvGrpSpPr/>
            <p:nvPr/>
          </p:nvGrpSpPr>
          <p:grpSpPr>
            <a:xfrm>
              <a:off x="1663247" y="201915"/>
              <a:ext cx="394763" cy="394763"/>
              <a:chOff x="0" y="0"/>
              <a:chExt cx="812800" cy="812800"/>
            </a:xfrm>
          </p:grpSpPr>
          <p:sp>
            <p:nvSpPr>
              <p:cNvPr id="579" name="Google Shape;579;p13"/>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580" name="Google Shape;580;p13"/>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sp>
        <p:nvSpPr>
          <p:cNvPr id="581" name="Google Shape;581;p13"/>
          <p:cNvSpPr txBox="1"/>
          <p:nvPr/>
        </p:nvSpPr>
        <p:spPr>
          <a:xfrm>
            <a:off x="739460" y="2467033"/>
            <a:ext cx="6880946" cy="2441566"/>
          </a:xfrm>
          <a:prstGeom prst="rect">
            <a:avLst/>
          </a:prstGeom>
          <a:noFill/>
          <a:ln>
            <a:noFill/>
          </a:ln>
        </p:spPr>
        <p:txBody>
          <a:bodyPr spcFirstLastPara="1" wrap="square" lIns="0" tIns="0" rIns="0" bIns="0" anchor="t" anchorCtr="0">
            <a:spAutoFit/>
          </a:bodyPr>
          <a:lstStyle/>
          <a:p>
            <a:pPr defTabSz="609630">
              <a:lnSpc>
                <a:spcPct val="119997"/>
              </a:lnSpc>
              <a:buClr>
                <a:srgbClr val="000000"/>
              </a:buClr>
            </a:pPr>
            <a:r>
              <a:rPr lang="en-US" sz="6611" kern="0" dirty="0">
                <a:solidFill>
                  <a:srgbClr val="FFFFFF"/>
                </a:solidFill>
                <a:latin typeface="Courier"/>
                <a:ea typeface="Courier"/>
                <a:cs typeface="Courier"/>
                <a:sym typeface="Courier"/>
              </a:rPr>
              <a:t>FLOW CONTROL</a:t>
            </a:r>
          </a:p>
          <a:p>
            <a:pPr defTabSz="609630">
              <a:lnSpc>
                <a:spcPct val="119997"/>
              </a:lnSpc>
              <a:buClr>
                <a:srgbClr val="000000"/>
              </a:buClr>
            </a:pPr>
            <a:r>
              <a:rPr lang="en-US" sz="6611" kern="0" dirty="0">
                <a:solidFill>
                  <a:srgbClr val="FFFFFF"/>
                </a:solidFill>
                <a:latin typeface="Courier"/>
                <a:cs typeface="Arial"/>
                <a:sym typeface="Courier"/>
              </a:rPr>
              <a:t>&amp; COLLECTION</a:t>
            </a:r>
            <a:endParaRPr sz="933" kern="0" dirty="0">
              <a:solidFill>
                <a:srgbClr val="000000"/>
              </a:solidFill>
              <a:latin typeface="Arial"/>
              <a:cs typeface="Arial"/>
              <a:sym typeface="Arial"/>
            </a:endParaRPr>
          </a:p>
        </p:txBody>
      </p:sp>
      <p:grpSp>
        <p:nvGrpSpPr>
          <p:cNvPr id="582" name="Google Shape;582;p13"/>
          <p:cNvGrpSpPr/>
          <p:nvPr/>
        </p:nvGrpSpPr>
        <p:grpSpPr>
          <a:xfrm>
            <a:off x="685801" y="998505"/>
            <a:ext cx="1755951" cy="1109071"/>
            <a:chOff x="0" y="-47625"/>
            <a:chExt cx="751045" cy="474365"/>
          </a:xfrm>
        </p:grpSpPr>
        <p:sp>
          <p:nvSpPr>
            <p:cNvPr id="583" name="Google Shape;583;p13"/>
            <p:cNvSpPr/>
            <p:nvPr/>
          </p:nvSpPr>
          <p:spPr>
            <a:xfrm>
              <a:off x="0" y="0"/>
              <a:ext cx="751045" cy="426740"/>
            </a:xfrm>
            <a:custGeom>
              <a:avLst/>
              <a:gdLst/>
              <a:ahLst/>
              <a:cxnLst/>
              <a:rect l="l" t="t" r="r" b="b"/>
              <a:pathLst>
                <a:path w="751045" h="426740" extrusionOk="0">
                  <a:moveTo>
                    <a:pt x="47029" y="0"/>
                  </a:moveTo>
                  <a:lnTo>
                    <a:pt x="704016" y="0"/>
                  </a:lnTo>
                  <a:cubicBezTo>
                    <a:pt x="729989" y="0"/>
                    <a:pt x="751045" y="21056"/>
                    <a:pt x="751045" y="47029"/>
                  </a:cubicBezTo>
                  <a:lnTo>
                    <a:pt x="751045" y="379711"/>
                  </a:lnTo>
                  <a:cubicBezTo>
                    <a:pt x="751045" y="405685"/>
                    <a:pt x="729989" y="426740"/>
                    <a:pt x="704016" y="426740"/>
                  </a:cubicBezTo>
                  <a:lnTo>
                    <a:pt x="47029" y="426740"/>
                  </a:lnTo>
                  <a:cubicBezTo>
                    <a:pt x="21056" y="426740"/>
                    <a:pt x="0" y="405685"/>
                    <a:pt x="0" y="379711"/>
                  </a:cubicBezTo>
                  <a:lnTo>
                    <a:pt x="0" y="47029"/>
                  </a:lnTo>
                  <a:cubicBezTo>
                    <a:pt x="0" y="21056"/>
                    <a:pt x="21056" y="0"/>
                    <a:pt x="47029" y="0"/>
                  </a:cubicBezTo>
                  <a:close/>
                </a:path>
              </a:pathLst>
            </a:custGeom>
            <a:solidFill>
              <a:srgbClr val="FF66C4"/>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584" name="Google Shape;584;p13"/>
            <p:cNvSpPr txBox="1"/>
            <p:nvPr/>
          </p:nvSpPr>
          <p:spPr>
            <a:xfrm>
              <a:off x="0" y="-47625"/>
              <a:ext cx="751045"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585" name="Google Shape;585;p13"/>
          <p:cNvGrpSpPr/>
          <p:nvPr/>
        </p:nvGrpSpPr>
        <p:grpSpPr>
          <a:xfrm>
            <a:off x="739461" y="1161334"/>
            <a:ext cx="1755951" cy="1109071"/>
            <a:chOff x="0" y="-47625"/>
            <a:chExt cx="751045" cy="474365"/>
          </a:xfrm>
        </p:grpSpPr>
        <p:sp>
          <p:nvSpPr>
            <p:cNvPr id="586" name="Google Shape;586;p13"/>
            <p:cNvSpPr/>
            <p:nvPr/>
          </p:nvSpPr>
          <p:spPr>
            <a:xfrm>
              <a:off x="0" y="0"/>
              <a:ext cx="751045" cy="426740"/>
            </a:xfrm>
            <a:custGeom>
              <a:avLst/>
              <a:gdLst/>
              <a:ahLst/>
              <a:cxnLst/>
              <a:rect l="l" t="t" r="r" b="b"/>
              <a:pathLst>
                <a:path w="751045" h="426740" extrusionOk="0">
                  <a:moveTo>
                    <a:pt x="52908" y="0"/>
                  </a:moveTo>
                  <a:lnTo>
                    <a:pt x="698137" y="0"/>
                  </a:lnTo>
                  <a:cubicBezTo>
                    <a:pt x="727357" y="0"/>
                    <a:pt x="751045" y="23688"/>
                    <a:pt x="751045" y="52908"/>
                  </a:cubicBezTo>
                  <a:lnTo>
                    <a:pt x="751045" y="373833"/>
                  </a:lnTo>
                  <a:cubicBezTo>
                    <a:pt x="751045" y="403053"/>
                    <a:pt x="727357" y="426740"/>
                    <a:pt x="698137" y="426740"/>
                  </a:cubicBezTo>
                  <a:lnTo>
                    <a:pt x="52908" y="426740"/>
                  </a:lnTo>
                  <a:cubicBezTo>
                    <a:pt x="23688" y="426740"/>
                    <a:pt x="0" y="403053"/>
                    <a:pt x="0" y="373833"/>
                  </a:cubicBezTo>
                  <a:lnTo>
                    <a:pt x="0" y="52908"/>
                  </a:lnTo>
                  <a:cubicBezTo>
                    <a:pt x="0" y="23688"/>
                    <a:pt x="23688" y="0"/>
                    <a:pt x="52908"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587" name="Google Shape;587;p13"/>
            <p:cNvSpPr txBox="1"/>
            <p:nvPr/>
          </p:nvSpPr>
          <p:spPr>
            <a:xfrm>
              <a:off x="0" y="-47625"/>
              <a:ext cx="751045"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588" name="Google Shape;588;p13"/>
          <p:cNvSpPr txBox="1"/>
          <p:nvPr/>
        </p:nvSpPr>
        <p:spPr>
          <a:xfrm>
            <a:off x="1039774" y="1310107"/>
            <a:ext cx="1155325" cy="1220783"/>
          </a:xfrm>
          <a:prstGeom prst="rect">
            <a:avLst/>
          </a:prstGeom>
          <a:noFill/>
          <a:ln>
            <a:noFill/>
          </a:ln>
        </p:spPr>
        <p:txBody>
          <a:bodyPr spcFirstLastPara="1" wrap="square" lIns="0" tIns="0" rIns="0" bIns="0" anchor="t" anchorCtr="0">
            <a:spAutoFit/>
          </a:bodyPr>
          <a:lstStyle/>
          <a:p>
            <a:pPr defTabSz="609630">
              <a:lnSpc>
                <a:spcPct val="119997"/>
              </a:lnSpc>
              <a:buClr>
                <a:srgbClr val="000000"/>
              </a:buClr>
            </a:pPr>
            <a:r>
              <a:rPr lang="en-US" sz="6611" kern="0" dirty="0">
                <a:solidFill>
                  <a:srgbClr val="FFFFFF"/>
                </a:solidFill>
                <a:latin typeface="Courier"/>
                <a:ea typeface="Courier"/>
                <a:cs typeface="Courier"/>
                <a:sym typeface="Courier"/>
              </a:rPr>
              <a:t>02</a:t>
            </a:r>
            <a:endParaRPr sz="933" kern="0" dirty="0">
              <a:solidFill>
                <a:srgbClr val="000000"/>
              </a:solidFill>
              <a:latin typeface="Arial"/>
              <a:cs typeface="Arial"/>
              <a:sym typeface="Arial"/>
            </a:endParaRPr>
          </a:p>
        </p:txBody>
      </p:sp>
      <p:grpSp>
        <p:nvGrpSpPr>
          <p:cNvPr id="590" name="Google Shape;590;p13"/>
          <p:cNvGrpSpPr/>
          <p:nvPr/>
        </p:nvGrpSpPr>
        <p:grpSpPr>
          <a:xfrm>
            <a:off x="8158040" y="1005571"/>
            <a:ext cx="3257877" cy="1763065"/>
            <a:chOff x="0" y="-208563"/>
            <a:chExt cx="6515753" cy="3526129"/>
          </a:xfrm>
        </p:grpSpPr>
        <p:grpSp>
          <p:nvGrpSpPr>
            <p:cNvPr id="591" name="Google Shape;591;p13"/>
            <p:cNvGrpSpPr/>
            <p:nvPr/>
          </p:nvGrpSpPr>
          <p:grpSpPr>
            <a:xfrm>
              <a:off x="2956287" y="2617202"/>
              <a:ext cx="3559466" cy="700364"/>
              <a:chOff x="0" y="-47625"/>
              <a:chExt cx="812800" cy="159927"/>
            </a:xfrm>
          </p:grpSpPr>
          <p:sp>
            <p:nvSpPr>
              <p:cNvPr id="592" name="Google Shape;592;p13"/>
              <p:cNvSpPr/>
              <p:nvPr/>
            </p:nvSpPr>
            <p:spPr>
              <a:xfrm>
                <a:off x="0" y="0"/>
                <a:ext cx="812800" cy="112302"/>
              </a:xfrm>
              <a:custGeom>
                <a:avLst/>
                <a:gdLst/>
                <a:ahLst/>
                <a:cxnLst/>
                <a:rect l="l" t="t" r="r" b="b"/>
                <a:pathLst>
                  <a:path w="812800" h="112302" extrusionOk="0">
                    <a:moveTo>
                      <a:pt x="56151" y="0"/>
                    </a:moveTo>
                    <a:lnTo>
                      <a:pt x="756649" y="0"/>
                    </a:lnTo>
                    <a:cubicBezTo>
                      <a:pt x="771541" y="0"/>
                      <a:pt x="785823" y="5916"/>
                      <a:pt x="796354" y="16446"/>
                    </a:cubicBezTo>
                    <a:cubicBezTo>
                      <a:pt x="806884" y="26977"/>
                      <a:pt x="812800" y="41259"/>
                      <a:pt x="812800" y="56151"/>
                    </a:cubicBezTo>
                    <a:lnTo>
                      <a:pt x="812800" y="56151"/>
                    </a:lnTo>
                    <a:cubicBezTo>
                      <a:pt x="812800" y="87162"/>
                      <a:pt x="787660" y="112302"/>
                      <a:pt x="756649" y="112302"/>
                    </a:cubicBezTo>
                    <a:lnTo>
                      <a:pt x="56151" y="112302"/>
                    </a:lnTo>
                    <a:cubicBezTo>
                      <a:pt x="41259" y="112302"/>
                      <a:pt x="26977" y="106386"/>
                      <a:pt x="16446" y="95856"/>
                    </a:cubicBezTo>
                    <a:cubicBezTo>
                      <a:pt x="5916" y="85326"/>
                      <a:pt x="0" y="71043"/>
                      <a:pt x="0" y="56151"/>
                    </a:cubicBezTo>
                    <a:lnTo>
                      <a:pt x="0" y="56151"/>
                    </a:lnTo>
                    <a:cubicBezTo>
                      <a:pt x="0" y="41259"/>
                      <a:pt x="5916" y="26977"/>
                      <a:pt x="16446" y="16446"/>
                    </a:cubicBezTo>
                    <a:cubicBezTo>
                      <a:pt x="26977" y="5916"/>
                      <a:pt x="41259" y="0"/>
                      <a:pt x="56151" y="0"/>
                    </a:cubicBezTo>
                    <a:close/>
                  </a:path>
                </a:pathLst>
              </a:custGeom>
              <a:solidFill>
                <a:srgbClr val="8C52FF"/>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593" name="Google Shape;593;p13"/>
              <p:cNvSpPr txBox="1"/>
              <p:nvPr/>
            </p:nvSpPr>
            <p:spPr>
              <a:xfrm>
                <a:off x="0" y="-47625"/>
                <a:ext cx="812800" cy="159927"/>
              </a:xfrm>
              <a:prstGeom prst="rect">
                <a:avLst/>
              </a:prstGeom>
              <a:noFill/>
              <a:ln>
                <a:noFill/>
              </a:ln>
            </p:spPr>
            <p:txBody>
              <a:bodyPr spcFirstLastPara="1" wrap="square" lIns="33867" tIns="33867" rIns="33867" bIns="33867" anchor="ctr" anchorCtr="0">
                <a:noAutofit/>
              </a:bodyPr>
              <a:lstStyle/>
              <a:p>
                <a:pPr algn="ctr" defTabSz="609630">
                  <a:lnSpc>
                    <a:spcPct val="186666"/>
                  </a:lnSpc>
                  <a:buClr>
                    <a:srgbClr val="000000"/>
                  </a:buClr>
                </a:pPr>
                <a:endParaRPr sz="1200" kern="0">
                  <a:solidFill>
                    <a:srgbClr val="000000"/>
                  </a:solidFill>
                  <a:latin typeface="Calibri"/>
                  <a:ea typeface="Calibri"/>
                  <a:cs typeface="Calibri"/>
                  <a:sym typeface="Calibri"/>
                </a:endParaRPr>
              </a:p>
            </p:txBody>
          </p:sp>
        </p:grpSp>
        <p:grpSp>
          <p:nvGrpSpPr>
            <p:cNvPr id="594" name="Google Shape;594;p13"/>
            <p:cNvGrpSpPr/>
            <p:nvPr/>
          </p:nvGrpSpPr>
          <p:grpSpPr>
            <a:xfrm>
              <a:off x="2500711" y="1675891"/>
              <a:ext cx="4015041" cy="700364"/>
              <a:chOff x="0" y="-47625"/>
              <a:chExt cx="916830" cy="159927"/>
            </a:xfrm>
          </p:grpSpPr>
          <p:sp>
            <p:nvSpPr>
              <p:cNvPr id="595" name="Google Shape;595;p13"/>
              <p:cNvSpPr/>
              <p:nvPr/>
            </p:nvSpPr>
            <p:spPr>
              <a:xfrm>
                <a:off x="0" y="0"/>
                <a:ext cx="916830" cy="112302"/>
              </a:xfrm>
              <a:custGeom>
                <a:avLst/>
                <a:gdLst/>
                <a:ahLst/>
                <a:cxnLst/>
                <a:rect l="l" t="t" r="r" b="b"/>
                <a:pathLst>
                  <a:path w="916830" h="112302" extrusionOk="0">
                    <a:moveTo>
                      <a:pt x="56151" y="0"/>
                    </a:moveTo>
                    <a:lnTo>
                      <a:pt x="860679" y="0"/>
                    </a:lnTo>
                    <a:cubicBezTo>
                      <a:pt x="891690" y="0"/>
                      <a:pt x="916830" y="25140"/>
                      <a:pt x="916830" y="56151"/>
                    </a:cubicBezTo>
                    <a:lnTo>
                      <a:pt x="916830" y="56151"/>
                    </a:lnTo>
                    <a:cubicBezTo>
                      <a:pt x="916830" y="71043"/>
                      <a:pt x="910914" y="85326"/>
                      <a:pt x="900384" y="95856"/>
                    </a:cubicBezTo>
                    <a:cubicBezTo>
                      <a:pt x="889853" y="106386"/>
                      <a:pt x="875571" y="112302"/>
                      <a:pt x="860679" y="112302"/>
                    </a:cubicBezTo>
                    <a:lnTo>
                      <a:pt x="56151" y="112302"/>
                    </a:lnTo>
                    <a:cubicBezTo>
                      <a:pt x="41259" y="112302"/>
                      <a:pt x="26977" y="106386"/>
                      <a:pt x="16446" y="95856"/>
                    </a:cubicBezTo>
                    <a:cubicBezTo>
                      <a:pt x="5916" y="85326"/>
                      <a:pt x="0" y="71043"/>
                      <a:pt x="0" y="56151"/>
                    </a:cubicBezTo>
                    <a:lnTo>
                      <a:pt x="0" y="56151"/>
                    </a:lnTo>
                    <a:cubicBezTo>
                      <a:pt x="0" y="41259"/>
                      <a:pt x="5916" y="26977"/>
                      <a:pt x="16446" y="16446"/>
                    </a:cubicBezTo>
                    <a:cubicBezTo>
                      <a:pt x="26977" y="5916"/>
                      <a:pt x="41259" y="0"/>
                      <a:pt x="56151" y="0"/>
                    </a:cubicBezTo>
                    <a:close/>
                  </a:path>
                </a:pathLst>
              </a:custGeom>
              <a:solidFill>
                <a:srgbClr val="FF66C4"/>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596" name="Google Shape;596;p13"/>
              <p:cNvSpPr txBox="1"/>
              <p:nvPr/>
            </p:nvSpPr>
            <p:spPr>
              <a:xfrm>
                <a:off x="0" y="-47625"/>
                <a:ext cx="916830" cy="159927"/>
              </a:xfrm>
              <a:prstGeom prst="rect">
                <a:avLst/>
              </a:prstGeom>
              <a:noFill/>
              <a:ln>
                <a:noFill/>
              </a:ln>
            </p:spPr>
            <p:txBody>
              <a:bodyPr spcFirstLastPara="1" wrap="square" lIns="33867" tIns="33867" rIns="33867" bIns="33867" anchor="ctr" anchorCtr="0">
                <a:noAutofit/>
              </a:bodyPr>
              <a:lstStyle/>
              <a:p>
                <a:pPr algn="ctr" defTabSz="609630">
                  <a:lnSpc>
                    <a:spcPct val="186666"/>
                  </a:lnSpc>
                  <a:buClr>
                    <a:srgbClr val="000000"/>
                  </a:buClr>
                </a:pPr>
                <a:endParaRPr sz="1200" kern="0">
                  <a:solidFill>
                    <a:srgbClr val="000000"/>
                  </a:solidFill>
                  <a:latin typeface="Calibri"/>
                  <a:ea typeface="Calibri"/>
                  <a:cs typeface="Calibri"/>
                  <a:sym typeface="Calibri"/>
                </a:endParaRPr>
              </a:p>
            </p:txBody>
          </p:sp>
        </p:grpSp>
        <p:grpSp>
          <p:nvGrpSpPr>
            <p:cNvPr id="597" name="Google Shape;597;p13"/>
            <p:cNvGrpSpPr/>
            <p:nvPr/>
          </p:nvGrpSpPr>
          <p:grpSpPr>
            <a:xfrm>
              <a:off x="1587463" y="-208563"/>
              <a:ext cx="2010510" cy="700364"/>
              <a:chOff x="0" y="-47625"/>
              <a:chExt cx="459098" cy="159927"/>
            </a:xfrm>
          </p:grpSpPr>
          <p:sp>
            <p:nvSpPr>
              <p:cNvPr id="598" name="Google Shape;598;p13"/>
              <p:cNvSpPr/>
              <p:nvPr/>
            </p:nvSpPr>
            <p:spPr>
              <a:xfrm>
                <a:off x="0" y="0"/>
                <a:ext cx="459098" cy="112302"/>
              </a:xfrm>
              <a:custGeom>
                <a:avLst/>
                <a:gdLst/>
                <a:ahLst/>
                <a:cxnLst/>
                <a:rect l="l" t="t" r="r" b="b"/>
                <a:pathLst>
                  <a:path w="459098" h="112302" extrusionOk="0">
                    <a:moveTo>
                      <a:pt x="56151" y="0"/>
                    </a:moveTo>
                    <a:lnTo>
                      <a:pt x="402947" y="0"/>
                    </a:lnTo>
                    <a:cubicBezTo>
                      <a:pt x="433958" y="0"/>
                      <a:pt x="459098" y="25140"/>
                      <a:pt x="459098" y="56151"/>
                    </a:cubicBezTo>
                    <a:lnTo>
                      <a:pt x="459098" y="56151"/>
                    </a:lnTo>
                    <a:cubicBezTo>
                      <a:pt x="459098" y="71043"/>
                      <a:pt x="453182" y="85326"/>
                      <a:pt x="442651" y="95856"/>
                    </a:cubicBezTo>
                    <a:cubicBezTo>
                      <a:pt x="432121" y="106386"/>
                      <a:pt x="417839" y="112302"/>
                      <a:pt x="402947" y="112302"/>
                    </a:cubicBezTo>
                    <a:lnTo>
                      <a:pt x="56151" y="112302"/>
                    </a:lnTo>
                    <a:cubicBezTo>
                      <a:pt x="41259" y="112302"/>
                      <a:pt x="26977" y="106386"/>
                      <a:pt x="16446" y="95856"/>
                    </a:cubicBezTo>
                    <a:cubicBezTo>
                      <a:pt x="5916" y="85326"/>
                      <a:pt x="0" y="71043"/>
                      <a:pt x="0" y="56151"/>
                    </a:cubicBezTo>
                    <a:lnTo>
                      <a:pt x="0" y="56151"/>
                    </a:lnTo>
                    <a:cubicBezTo>
                      <a:pt x="0" y="41259"/>
                      <a:pt x="5916" y="26977"/>
                      <a:pt x="16446" y="16446"/>
                    </a:cubicBezTo>
                    <a:cubicBezTo>
                      <a:pt x="26977" y="5916"/>
                      <a:pt x="41259" y="0"/>
                      <a:pt x="56151" y="0"/>
                    </a:cubicBezTo>
                    <a:close/>
                  </a:path>
                </a:pathLst>
              </a:custGeom>
              <a:solidFill>
                <a:srgbClr val="8C52FF"/>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599" name="Google Shape;599;p13"/>
              <p:cNvSpPr txBox="1"/>
              <p:nvPr/>
            </p:nvSpPr>
            <p:spPr>
              <a:xfrm>
                <a:off x="0" y="-47625"/>
                <a:ext cx="459098" cy="159927"/>
              </a:xfrm>
              <a:prstGeom prst="rect">
                <a:avLst/>
              </a:prstGeom>
              <a:noFill/>
              <a:ln>
                <a:noFill/>
              </a:ln>
            </p:spPr>
            <p:txBody>
              <a:bodyPr spcFirstLastPara="1" wrap="square" lIns="33867" tIns="33867" rIns="33867" bIns="33867" anchor="ctr" anchorCtr="0">
                <a:noAutofit/>
              </a:bodyPr>
              <a:lstStyle/>
              <a:p>
                <a:pPr algn="ctr" defTabSz="609630">
                  <a:lnSpc>
                    <a:spcPct val="186666"/>
                  </a:lnSpc>
                  <a:buClr>
                    <a:srgbClr val="000000"/>
                  </a:buClr>
                </a:pPr>
                <a:endParaRPr sz="1200" kern="0">
                  <a:solidFill>
                    <a:srgbClr val="000000"/>
                  </a:solidFill>
                  <a:latin typeface="Calibri"/>
                  <a:ea typeface="Calibri"/>
                  <a:cs typeface="Calibri"/>
                  <a:sym typeface="Calibri"/>
                </a:endParaRPr>
              </a:p>
            </p:txBody>
          </p:sp>
        </p:grpSp>
        <p:grpSp>
          <p:nvGrpSpPr>
            <p:cNvPr id="600" name="Google Shape;600;p13"/>
            <p:cNvGrpSpPr/>
            <p:nvPr/>
          </p:nvGrpSpPr>
          <p:grpSpPr>
            <a:xfrm>
              <a:off x="4062684" y="733664"/>
              <a:ext cx="2453069" cy="700364"/>
              <a:chOff x="0" y="-47625"/>
              <a:chExt cx="560156" cy="159927"/>
            </a:xfrm>
          </p:grpSpPr>
          <p:sp>
            <p:nvSpPr>
              <p:cNvPr id="601" name="Google Shape;601;p13"/>
              <p:cNvSpPr/>
              <p:nvPr/>
            </p:nvSpPr>
            <p:spPr>
              <a:xfrm>
                <a:off x="0" y="0"/>
                <a:ext cx="560156" cy="112302"/>
              </a:xfrm>
              <a:custGeom>
                <a:avLst/>
                <a:gdLst/>
                <a:ahLst/>
                <a:cxnLst/>
                <a:rect l="l" t="t" r="r" b="b"/>
                <a:pathLst>
                  <a:path w="560156" h="112302" extrusionOk="0">
                    <a:moveTo>
                      <a:pt x="56151" y="0"/>
                    </a:moveTo>
                    <a:lnTo>
                      <a:pt x="504004" y="0"/>
                    </a:lnTo>
                    <a:cubicBezTo>
                      <a:pt x="518897" y="0"/>
                      <a:pt x="533179" y="5916"/>
                      <a:pt x="543709" y="16446"/>
                    </a:cubicBezTo>
                    <a:cubicBezTo>
                      <a:pt x="554240" y="26977"/>
                      <a:pt x="560156" y="41259"/>
                      <a:pt x="560156" y="56151"/>
                    </a:cubicBezTo>
                    <a:lnTo>
                      <a:pt x="560156" y="56151"/>
                    </a:lnTo>
                    <a:cubicBezTo>
                      <a:pt x="560156" y="87162"/>
                      <a:pt x="535016" y="112302"/>
                      <a:pt x="504004" y="112302"/>
                    </a:cubicBezTo>
                    <a:lnTo>
                      <a:pt x="56151" y="112302"/>
                    </a:lnTo>
                    <a:cubicBezTo>
                      <a:pt x="41259" y="112302"/>
                      <a:pt x="26977" y="106386"/>
                      <a:pt x="16446" y="95856"/>
                    </a:cubicBezTo>
                    <a:cubicBezTo>
                      <a:pt x="5916" y="85326"/>
                      <a:pt x="0" y="71043"/>
                      <a:pt x="0" y="56151"/>
                    </a:cubicBezTo>
                    <a:lnTo>
                      <a:pt x="0" y="56151"/>
                    </a:lnTo>
                    <a:cubicBezTo>
                      <a:pt x="0" y="41259"/>
                      <a:pt x="5916" y="26977"/>
                      <a:pt x="16446" y="16446"/>
                    </a:cubicBezTo>
                    <a:cubicBezTo>
                      <a:pt x="26977" y="5916"/>
                      <a:pt x="41259" y="0"/>
                      <a:pt x="56151" y="0"/>
                    </a:cubicBezTo>
                    <a:close/>
                  </a:path>
                </a:pathLst>
              </a:custGeom>
              <a:solidFill>
                <a:srgbClr val="3B3A3A"/>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02" name="Google Shape;602;p13"/>
              <p:cNvSpPr txBox="1"/>
              <p:nvPr/>
            </p:nvSpPr>
            <p:spPr>
              <a:xfrm>
                <a:off x="0" y="-47625"/>
                <a:ext cx="560156" cy="159927"/>
              </a:xfrm>
              <a:prstGeom prst="rect">
                <a:avLst/>
              </a:prstGeom>
              <a:noFill/>
              <a:ln>
                <a:noFill/>
              </a:ln>
            </p:spPr>
            <p:txBody>
              <a:bodyPr spcFirstLastPara="1" wrap="square" lIns="33867" tIns="33867" rIns="33867" bIns="33867" anchor="ctr" anchorCtr="0">
                <a:noAutofit/>
              </a:bodyPr>
              <a:lstStyle/>
              <a:p>
                <a:pPr algn="ctr" defTabSz="609630">
                  <a:lnSpc>
                    <a:spcPct val="186666"/>
                  </a:lnSpc>
                  <a:buClr>
                    <a:srgbClr val="000000"/>
                  </a:buClr>
                </a:pPr>
                <a:endParaRPr sz="1200" kern="0">
                  <a:solidFill>
                    <a:srgbClr val="000000"/>
                  </a:solidFill>
                  <a:latin typeface="Calibri"/>
                  <a:ea typeface="Calibri"/>
                  <a:cs typeface="Calibri"/>
                  <a:sym typeface="Calibri"/>
                </a:endParaRPr>
              </a:p>
            </p:txBody>
          </p:sp>
        </p:grpSp>
        <p:grpSp>
          <p:nvGrpSpPr>
            <p:cNvPr id="603" name="Google Shape;603;p13"/>
            <p:cNvGrpSpPr/>
            <p:nvPr/>
          </p:nvGrpSpPr>
          <p:grpSpPr>
            <a:xfrm>
              <a:off x="4882719" y="-208563"/>
              <a:ext cx="1633034" cy="700364"/>
              <a:chOff x="0" y="-47625"/>
              <a:chExt cx="372901" cy="159927"/>
            </a:xfrm>
          </p:grpSpPr>
          <p:sp>
            <p:nvSpPr>
              <p:cNvPr id="604" name="Google Shape;604;p13"/>
              <p:cNvSpPr/>
              <p:nvPr/>
            </p:nvSpPr>
            <p:spPr>
              <a:xfrm>
                <a:off x="0" y="0"/>
                <a:ext cx="372901" cy="112302"/>
              </a:xfrm>
              <a:custGeom>
                <a:avLst/>
                <a:gdLst/>
                <a:ahLst/>
                <a:cxnLst/>
                <a:rect l="l" t="t" r="r" b="b"/>
                <a:pathLst>
                  <a:path w="372901" h="112302" extrusionOk="0">
                    <a:moveTo>
                      <a:pt x="56151" y="0"/>
                    </a:moveTo>
                    <a:lnTo>
                      <a:pt x="316750" y="0"/>
                    </a:lnTo>
                    <a:cubicBezTo>
                      <a:pt x="347762" y="0"/>
                      <a:pt x="372901" y="25140"/>
                      <a:pt x="372901" y="56151"/>
                    </a:cubicBezTo>
                    <a:lnTo>
                      <a:pt x="372901" y="56151"/>
                    </a:lnTo>
                    <a:cubicBezTo>
                      <a:pt x="372901" y="71043"/>
                      <a:pt x="366985" y="85326"/>
                      <a:pt x="356455" y="95856"/>
                    </a:cubicBezTo>
                    <a:cubicBezTo>
                      <a:pt x="345925" y="106386"/>
                      <a:pt x="331642" y="112302"/>
                      <a:pt x="316750" y="112302"/>
                    </a:cubicBezTo>
                    <a:lnTo>
                      <a:pt x="56151" y="112302"/>
                    </a:lnTo>
                    <a:cubicBezTo>
                      <a:pt x="41259" y="112302"/>
                      <a:pt x="26977" y="106386"/>
                      <a:pt x="16446" y="95856"/>
                    </a:cubicBezTo>
                    <a:cubicBezTo>
                      <a:pt x="5916" y="85326"/>
                      <a:pt x="0" y="71043"/>
                      <a:pt x="0" y="56151"/>
                    </a:cubicBezTo>
                    <a:lnTo>
                      <a:pt x="0" y="56151"/>
                    </a:lnTo>
                    <a:cubicBezTo>
                      <a:pt x="0" y="41259"/>
                      <a:pt x="5916" y="26977"/>
                      <a:pt x="16446" y="16446"/>
                    </a:cubicBezTo>
                    <a:cubicBezTo>
                      <a:pt x="26977" y="5916"/>
                      <a:pt x="41259" y="0"/>
                      <a:pt x="56151" y="0"/>
                    </a:cubicBezTo>
                    <a:close/>
                  </a:path>
                </a:pathLst>
              </a:custGeom>
              <a:solidFill>
                <a:srgbClr val="3B3A3A"/>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05" name="Google Shape;605;p13"/>
              <p:cNvSpPr txBox="1"/>
              <p:nvPr/>
            </p:nvSpPr>
            <p:spPr>
              <a:xfrm>
                <a:off x="0" y="-47625"/>
                <a:ext cx="372901" cy="159927"/>
              </a:xfrm>
              <a:prstGeom prst="rect">
                <a:avLst/>
              </a:prstGeom>
              <a:noFill/>
              <a:ln>
                <a:noFill/>
              </a:ln>
            </p:spPr>
            <p:txBody>
              <a:bodyPr spcFirstLastPara="1" wrap="square" lIns="33867" tIns="33867" rIns="33867" bIns="33867" anchor="ctr" anchorCtr="0">
                <a:noAutofit/>
              </a:bodyPr>
              <a:lstStyle/>
              <a:p>
                <a:pPr algn="ctr" defTabSz="609630">
                  <a:lnSpc>
                    <a:spcPct val="186666"/>
                  </a:lnSpc>
                  <a:buClr>
                    <a:srgbClr val="000000"/>
                  </a:buClr>
                </a:pPr>
                <a:endParaRPr sz="1200" kern="0">
                  <a:solidFill>
                    <a:srgbClr val="000000"/>
                  </a:solidFill>
                  <a:latin typeface="Calibri"/>
                  <a:ea typeface="Calibri"/>
                  <a:cs typeface="Calibri"/>
                  <a:sym typeface="Calibri"/>
                </a:endParaRPr>
              </a:p>
            </p:txBody>
          </p:sp>
        </p:grpSp>
        <p:grpSp>
          <p:nvGrpSpPr>
            <p:cNvPr id="606" name="Google Shape;606;p13"/>
            <p:cNvGrpSpPr/>
            <p:nvPr/>
          </p:nvGrpSpPr>
          <p:grpSpPr>
            <a:xfrm>
              <a:off x="691427" y="1675891"/>
              <a:ext cx="1633034" cy="700364"/>
              <a:chOff x="0" y="-47625"/>
              <a:chExt cx="372901" cy="159927"/>
            </a:xfrm>
          </p:grpSpPr>
          <p:sp>
            <p:nvSpPr>
              <p:cNvPr id="607" name="Google Shape;607;p13"/>
              <p:cNvSpPr/>
              <p:nvPr/>
            </p:nvSpPr>
            <p:spPr>
              <a:xfrm>
                <a:off x="0" y="0"/>
                <a:ext cx="372901" cy="112302"/>
              </a:xfrm>
              <a:custGeom>
                <a:avLst/>
                <a:gdLst/>
                <a:ahLst/>
                <a:cxnLst/>
                <a:rect l="l" t="t" r="r" b="b"/>
                <a:pathLst>
                  <a:path w="372901" h="112302" extrusionOk="0">
                    <a:moveTo>
                      <a:pt x="56151" y="0"/>
                    </a:moveTo>
                    <a:lnTo>
                      <a:pt x="316750" y="0"/>
                    </a:lnTo>
                    <a:cubicBezTo>
                      <a:pt x="347762" y="0"/>
                      <a:pt x="372901" y="25140"/>
                      <a:pt x="372901" y="56151"/>
                    </a:cubicBezTo>
                    <a:lnTo>
                      <a:pt x="372901" y="56151"/>
                    </a:lnTo>
                    <a:cubicBezTo>
                      <a:pt x="372901" y="71043"/>
                      <a:pt x="366985" y="85326"/>
                      <a:pt x="356455" y="95856"/>
                    </a:cubicBezTo>
                    <a:cubicBezTo>
                      <a:pt x="345925" y="106386"/>
                      <a:pt x="331642" y="112302"/>
                      <a:pt x="316750" y="112302"/>
                    </a:cubicBezTo>
                    <a:lnTo>
                      <a:pt x="56151" y="112302"/>
                    </a:lnTo>
                    <a:cubicBezTo>
                      <a:pt x="41259" y="112302"/>
                      <a:pt x="26977" y="106386"/>
                      <a:pt x="16446" y="95856"/>
                    </a:cubicBezTo>
                    <a:cubicBezTo>
                      <a:pt x="5916" y="85326"/>
                      <a:pt x="0" y="71043"/>
                      <a:pt x="0" y="56151"/>
                    </a:cubicBezTo>
                    <a:lnTo>
                      <a:pt x="0" y="56151"/>
                    </a:lnTo>
                    <a:cubicBezTo>
                      <a:pt x="0" y="41259"/>
                      <a:pt x="5916" y="26977"/>
                      <a:pt x="16446" y="16446"/>
                    </a:cubicBezTo>
                    <a:cubicBezTo>
                      <a:pt x="26977" y="5916"/>
                      <a:pt x="41259" y="0"/>
                      <a:pt x="56151" y="0"/>
                    </a:cubicBezTo>
                    <a:close/>
                  </a:path>
                </a:pathLst>
              </a:custGeom>
              <a:solidFill>
                <a:srgbClr val="7ED957"/>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08" name="Google Shape;608;p13"/>
              <p:cNvSpPr txBox="1"/>
              <p:nvPr/>
            </p:nvSpPr>
            <p:spPr>
              <a:xfrm>
                <a:off x="0" y="-47625"/>
                <a:ext cx="372901" cy="159927"/>
              </a:xfrm>
              <a:prstGeom prst="rect">
                <a:avLst/>
              </a:prstGeom>
              <a:noFill/>
              <a:ln>
                <a:noFill/>
              </a:ln>
            </p:spPr>
            <p:txBody>
              <a:bodyPr spcFirstLastPara="1" wrap="square" lIns="33867" tIns="33867" rIns="33867" bIns="33867" anchor="ctr" anchorCtr="0">
                <a:noAutofit/>
              </a:bodyPr>
              <a:lstStyle/>
              <a:p>
                <a:pPr algn="ctr" defTabSz="609630">
                  <a:lnSpc>
                    <a:spcPct val="186666"/>
                  </a:lnSpc>
                  <a:buClr>
                    <a:srgbClr val="000000"/>
                  </a:buClr>
                </a:pPr>
                <a:endParaRPr sz="1200" kern="0">
                  <a:solidFill>
                    <a:srgbClr val="000000"/>
                  </a:solidFill>
                  <a:latin typeface="Calibri"/>
                  <a:ea typeface="Calibri"/>
                  <a:cs typeface="Calibri"/>
                  <a:sym typeface="Calibri"/>
                </a:endParaRPr>
              </a:p>
            </p:txBody>
          </p:sp>
        </p:grpSp>
        <p:grpSp>
          <p:nvGrpSpPr>
            <p:cNvPr id="609" name="Google Shape;609;p13"/>
            <p:cNvGrpSpPr/>
            <p:nvPr/>
          </p:nvGrpSpPr>
          <p:grpSpPr>
            <a:xfrm>
              <a:off x="1160019" y="2617202"/>
              <a:ext cx="1633034" cy="700364"/>
              <a:chOff x="0" y="-47625"/>
              <a:chExt cx="372901" cy="159927"/>
            </a:xfrm>
          </p:grpSpPr>
          <p:sp>
            <p:nvSpPr>
              <p:cNvPr id="610" name="Google Shape;610;p13"/>
              <p:cNvSpPr/>
              <p:nvPr/>
            </p:nvSpPr>
            <p:spPr>
              <a:xfrm>
                <a:off x="0" y="0"/>
                <a:ext cx="372901" cy="112302"/>
              </a:xfrm>
              <a:custGeom>
                <a:avLst/>
                <a:gdLst/>
                <a:ahLst/>
                <a:cxnLst/>
                <a:rect l="l" t="t" r="r" b="b"/>
                <a:pathLst>
                  <a:path w="372901" h="112302" extrusionOk="0">
                    <a:moveTo>
                      <a:pt x="56151" y="0"/>
                    </a:moveTo>
                    <a:lnTo>
                      <a:pt x="316750" y="0"/>
                    </a:lnTo>
                    <a:cubicBezTo>
                      <a:pt x="347762" y="0"/>
                      <a:pt x="372901" y="25140"/>
                      <a:pt x="372901" y="56151"/>
                    </a:cubicBezTo>
                    <a:lnTo>
                      <a:pt x="372901" y="56151"/>
                    </a:lnTo>
                    <a:cubicBezTo>
                      <a:pt x="372901" y="71043"/>
                      <a:pt x="366985" y="85326"/>
                      <a:pt x="356455" y="95856"/>
                    </a:cubicBezTo>
                    <a:cubicBezTo>
                      <a:pt x="345925" y="106386"/>
                      <a:pt x="331642" y="112302"/>
                      <a:pt x="316750" y="112302"/>
                    </a:cubicBezTo>
                    <a:lnTo>
                      <a:pt x="56151" y="112302"/>
                    </a:lnTo>
                    <a:cubicBezTo>
                      <a:pt x="41259" y="112302"/>
                      <a:pt x="26977" y="106386"/>
                      <a:pt x="16446" y="95856"/>
                    </a:cubicBezTo>
                    <a:cubicBezTo>
                      <a:pt x="5916" y="85326"/>
                      <a:pt x="0" y="71043"/>
                      <a:pt x="0" y="56151"/>
                    </a:cubicBezTo>
                    <a:lnTo>
                      <a:pt x="0" y="56151"/>
                    </a:lnTo>
                    <a:cubicBezTo>
                      <a:pt x="0" y="41259"/>
                      <a:pt x="5916" y="26977"/>
                      <a:pt x="16446" y="16446"/>
                    </a:cubicBezTo>
                    <a:cubicBezTo>
                      <a:pt x="26977" y="5916"/>
                      <a:pt x="41259" y="0"/>
                      <a:pt x="56151" y="0"/>
                    </a:cubicBezTo>
                    <a:close/>
                  </a:path>
                </a:pathLst>
              </a:custGeom>
              <a:solidFill>
                <a:srgbClr val="7ED957"/>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11" name="Google Shape;611;p13"/>
              <p:cNvSpPr txBox="1"/>
              <p:nvPr/>
            </p:nvSpPr>
            <p:spPr>
              <a:xfrm>
                <a:off x="0" y="-47625"/>
                <a:ext cx="372901" cy="159927"/>
              </a:xfrm>
              <a:prstGeom prst="rect">
                <a:avLst/>
              </a:prstGeom>
              <a:noFill/>
              <a:ln>
                <a:noFill/>
              </a:ln>
            </p:spPr>
            <p:txBody>
              <a:bodyPr spcFirstLastPara="1" wrap="square" lIns="33867" tIns="33867" rIns="33867" bIns="33867" anchor="ctr" anchorCtr="0">
                <a:noAutofit/>
              </a:bodyPr>
              <a:lstStyle/>
              <a:p>
                <a:pPr algn="ctr" defTabSz="609630">
                  <a:lnSpc>
                    <a:spcPct val="186666"/>
                  </a:lnSpc>
                  <a:buClr>
                    <a:srgbClr val="000000"/>
                  </a:buClr>
                </a:pPr>
                <a:endParaRPr sz="1200" kern="0">
                  <a:solidFill>
                    <a:srgbClr val="000000"/>
                  </a:solidFill>
                  <a:latin typeface="Calibri"/>
                  <a:ea typeface="Calibri"/>
                  <a:cs typeface="Calibri"/>
                  <a:sym typeface="Calibri"/>
                </a:endParaRPr>
              </a:p>
            </p:txBody>
          </p:sp>
        </p:grpSp>
        <p:grpSp>
          <p:nvGrpSpPr>
            <p:cNvPr id="612" name="Google Shape;612;p13"/>
            <p:cNvGrpSpPr/>
            <p:nvPr/>
          </p:nvGrpSpPr>
          <p:grpSpPr>
            <a:xfrm>
              <a:off x="2956287" y="733664"/>
              <a:ext cx="995228" cy="700364"/>
              <a:chOff x="0" y="-47625"/>
              <a:chExt cx="227259" cy="159927"/>
            </a:xfrm>
          </p:grpSpPr>
          <p:sp>
            <p:nvSpPr>
              <p:cNvPr id="613" name="Google Shape;613;p13"/>
              <p:cNvSpPr/>
              <p:nvPr/>
            </p:nvSpPr>
            <p:spPr>
              <a:xfrm>
                <a:off x="0" y="0"/>
                <a:ext cx="227259" cy="112302"/>
              </a:xfrm>
              <a:custGeom>
                <a:avLst/>
                <a:gdLst/>
                <a:ahLst/>
                <a:cxnLst/>
                <a:rect l="l" t="t" r="r" b="b"/>
                <a:pathLst>
                  <a:path w="227259" h="112302" extrusionOk="0">
                    <a:moveTo>
                      <a:pt x="56151" y="0"/>
                    </a:moveTo>
                    <a:lnTo>
                      <a:pt x="171108" y="0"/>
                    </a:lnTo>
                    <a:cubicBezTo>
                      <a:pt x="186000" y="0"/>
                      <a:pt x="200283" y="5916"/>
                      <a:pt x="210813" y="16446"/>
                    </a:cubicBezTo>
                    <a:cubicBezTo>
                      <a:pt x="221343" y="26977"/>
                      <a:pt x="227259" y="41259"/>
                      <a:pt x="227259" y="56151"/>
                    </a:cubicBezTo>
                    <a:lnTo>
                      <a:pt x="227259" y="56151"/>
                    </a:lnTo>
                    <a:cubicBezTo>
                      <a:pt x="227259" y="87162"/>
                      <a:pt x="202120" y="112302"/>
                      <a:pt x="171108" y="112302"/>
                    </a:cubicBezTo>
                    <a:lnTo>
                      <a:pt x="56151" y="112302"/>
                    </a:lnTo>
                    <a:cubicBezTo>
                      <a:pt x="41259" y="112302"/>
                      <a:pt x="26977" y="106386"/>
                      <a:pt x="16446" y="95856"/>
                    </a:cubicBezTo>
                    <a:cubicBezTo>
                      <a:pt x="5916" y="85326"/>
                      <a:pt x="0" y="71043"/>
                      <a:pt x="0" y="56151"/>
                    </a:cubicBezTo>
                    <a:lnTo>
                      <a:pt x="0" y="56151"/>
                    </a:lnTo>
                    <a:cubicBezTo>
                      <a:pt x="0" y="41259"/>
                      <a:pt x="5916" y="26977"/>
                      <a:pt x="16446" y="16446"/>
                    </a:cubicBezTo>
                    <a:cubicBezTo>
                      <a:pt x="26977" y="5916"/>
                      <a:pt x="41259" y="0"/>
                      <a:pt x="56151" y="0"/>
                    </a:cubicBezTo>
                    <a:close/>
                  </a:path>
                </a:pathLst>
              </a:custGeom>
              <a:solidFill>
                <a:srgbClr val="FFDE59"/>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14" name="Google Shape;614;p13"/>
              <p:cNvSpPr txBox="1"/>
              <p:nvPr/>
            </p:nvSpPr>
            <p:spPr>
              <a:xfrm>
                <a:off x="0" y="-47625"/>
                <a:ext cx="227259" cy="159927"/>
              </a:xfrm>
              <a:prstGeom prst="rect">
                <a:avLst/>
              </a:prstGeom>
              <a:noFill/>
              <a:ln>
                <a:noFill/>
              </a:ln>
            </p:spPr>
            <p:txBody>
              <a:bodyPr spcFirstLastPara="1" wrap="square" lIns="33867" tIns="33867" rIns="33867" bIns="33867" anchor="ctr" anchorCtr="0">
                <a:noAutofit/>
              </a:bodyPr>
              <a:lstStyle/>
              <a:p>
                <a:pPr algn="ctr" defTabSz="609630">
                  <a:lnSpc>
                    <a:spcPct val="186666"/>
                  </a:lnSpc>
                  <a:buClr>
                    <a:srgbClr val="000000"/>
                  </a:buClr>
                </a:pPr>
                <a:endParaRPr sz="1200" kern="0">
                  <a:solidFill>
                    <a:srgbClr val="000000"/>
                  </a:solidFill>
                  <a:latin typeface="Calibri"/>
                  <a:ea typeface="Calibri"/>
                  <a:cs typeface="Calibri"/>
                  <a:sym typeface="Calibri"/>
                </a:endParaRPr>
              </a:p>
            </p:txBody>
          </p:sp>
        </p:grpSp>
        <p:grpSp>
          <p:nvGrpSpPr>
            <p:cNvPr id="615" name="Google Shape;615;p13"/>
            <p:cNvGrpSpPr/>
            <p:nvPr/>
          </p:nvGrpSpPr>
          <p:grpSpPr>
            <a:xfrm>
              <a:off x="0" y="2617202"/>
              <a:ext cx="995228" cy="700364"/>
              <a:chOff x="0" y="-47625"/>
              <a:chExt cx="227259" cy="159927"/>
            </a:xfrm>
          </p:grpSpPr>
          <p:sp>
            <p:nvSpPr>
              <p:cNvPr id="616" name="Google Shape;616;p13"/>
              <p:cNvSpPr/>
              <p:nvPr/>
            </p:nvSpPr>
            <p:spPr>
              <a:xfrm>
                <a:off x="0" y="0"/>
                <a:ext cx="227259" cy="112302"/>
              </a:xfrm>
              <a:custGeom>
                <a:avLst/>
                <a:gdLst/>
                <a:ahLst/>
                <a:cxnLst/>
                <a:rect l="l" t="t" r="r" b="b"/>
                <a:pathLst>
                  <a:path w="227259" h="112302" extrusionOk="0">
                    <a:moveTo>
                      <a:pt x="56151" y="0"/>
                    </a:moveTo>
                    <a:lnTo>
                      <a:pt x="171108" y="0"/>
                    </a:lnTo>
                    <a:cubicBezTo>
                      <a:pt x="186000" y="0"/>
                      <a:pt x="200283" y="5916"/>
                      <a:pt x="210813" y="16446"/>
                    </a:cubicBezTo>
                    <a:cubicBezTo>
                      <a:pt x="221343" y="26977"/>
                      <a:pt x="227259" y="41259"/>
                      <a:pt x="227259" y="56151"/>
                    </a:cubicBezTo>
                    <a:lnTo>
                      <a:pt x="227259" y="56151"/>
                    </a:lnTo>
                    <a:cubicBezTo>
                      <a:pt x="227259" y="87162"/>
                      <a:pt x="202120" y="112302"/>
                      <a:pt x="171108" y="112302"/>
                    </a:cubicBezTo>
                    <a:lnTo>
                      <a:pt x="56151" y="112302"/>
                    </a:lnTo>
                    <a:cubicBezTo>
                      <a:pt x="41259" y="112302"/>
                      <a:pt x="26977" y="106386"/>
                      <a:pt x="16446" y="95856"/>
                    </a:cubicBezTo>
                    <a:cubicBezTo>
                      <a:pt x="5916" y="85326"/>
                      <a:pt x="0" y="71043"/>
                      <a:pt x="0" y="56151"/>
                    </a:cubicBezTo>
                    <a:lnTo>
                      <a:pt x="0" y="56151"/>
                    </a:lnTo>
                    <a:cubicBezTo>
                      <a:pt x="0" y="41259"/>
                      <a:pt x="5916" y="26977"/>
                      <a:pt x="16446" y="16446"/>
                    </a:cubicBezTo>
                    <a:cubicBezTo>
                      <a:pt x="26977" y="5916"/>
                      <a:pt x="41259" y="0"/>
                      <a:pt x="56151" y="0"/>
                    </a:cubicBezTo>
                    <a:close/>
                  </a:path>
                </a:pathLst>
              </a:custGeom>
              <a:solidFill>
                <a:srgbClr val="545454"/>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17" name="Google Shape;617;p13"/>
              <p:cNvSpPr txBox="1"/>
              <p:nvPr/>
            </p:nvSpPr>
            <p:spPr>
              <a:xfrm>
                <a:off x="0" y="-47625"/>
                <a:ext cx="227259" cy="159927"/>
              </a:xfrm>
              <a:prstGeom prst="rect">
                <a:avLst/>
              </a:prstGeom>
              <a:noFill/>
              <a:ln>
                <a:noFill/>
              </a:ln>
            </p:spPr>
            <p:txBody>
              <a:bodyPr spcFirstLastPara="1" wrap="square" lIns="33867" tIns="33867" rIns="33867" bIns="33867" anchor="ctr" anchorCtr="0">
                <a:noAutofit/>
              </a:bodyPr>
              <a:lstStyle/>
              <a:p>
                <a:pPr algn="ctr" defTabSz="609630">
                  <a:lnSpc>
                    <a:spcPct val="186666"/>
                  </a:lnSpc>
                  <a:buClr>
                    <a:srgbClr val="000000"/>
                  </a:buClr>
                </a:pPr>
                <a:endParaRPr sz="1200" kern="0">
                  <a:solidFill>
                    <a:srgbClr val="000000"/>
                  </a:solidFill>
                  <a:latin typeface="Calibri"/>
                  <a:ea typeface="Calibri"/>
                  <a:cs typeface="Calibri"/>
                  <a:sym typeface="Calibri"/>
                </a:endParaRPr>
              </a:p>
            </p:txBody>
          </p:sp>
        </p:grpSp>
        <p:grpSp>
          <p:nvGrpSpPr>
            <p:cNvPr id="618" name="Google Shape;618;p13"/>
            <p:cNvGrpSpPr/>
            <p:nvPr/>
          </p:nvGrpSpPr>
          <p:grpSpPr>
            <a:xfrm>
              <a:off x="3740791" y="-208563"/>
              <a:ext cx="995228" cy="700364"/>
              <a:chOff x="0" y="-47625"/>
              <a:chExt cx="227259" cy="159927"/>
            </a:xfrm>
          </p:grpSpPr>
          <p:sp>
            <p:nvSpPr>
              <p:cNvPr id="619" name="Google Shape;619;p13"/>
              <p:cNvSpPr/>
              <p:nvPr/>
            </p:nvSpPr>
            <p:spPr>
              <a:xfrm>
                <a:off x="0" y="0"/>
                <a:ext cx="227259" cy="112302"/>
              </a:xfrm>
              <a:custGeom>
                <a:avLst/>
                <a:gdLst/>
                <a:ahLst/>
                <a:cxnLst/>
                <a:rect l="l" t="t" r="r" b="b"/>
                <a:pathLst>
                  <a:path w="227259" h="112302" extrusionOk="0">
                    <a:moveTo>
                      <a:pt x="56151" y="0"/>
                    </a:moveTo>
                    <a:lnTo>
                      <a:pt x="171108" y="0"/>
                    </a:lnTo>
                    <a:cubicBezTo>
                      <a:pt x="186000" y="0"/>
                      <a:pt x="200283" y="5916"/>
                      <a:pt x="210813" y="16446"/>
                    </a:cubicBezTo>
                    <a:cubicBezTo>
                      <a:pt x="221343" y="26977"/>
                      <a:pt x="227259" y="41259"/>
                      <a:pt x="227259" y="56151"/>
                    </a:cubicBezTo>
                    <a:lnTo>
                      <a:pt x="227259" y="56151"/>
                    </a:lnTo>
                    <a:cubicBezTo>
                      <a:pt x="227259" y="87162"/>
                      <a:pt x="202120" y="112302"/>
                      <a:pt x="171108" y="112302"/>
                    </a:cubicBezTo>
                    <a:lnTo>
                      <a:pt x="56151" y="112302"/>
                    </a:lnTo>
                    <a:cubicBezTo>
                      <a:pt x="41259" y="112302"/>
                      <a:pt x="26977" y="106386"/>
                      <a:pt x="16446" y="95856"/>
                    </a:cubicBezTo>
                    <a:cubicBezTo>
                      <a:pt x="5916" y="85326"/>
                      <a:pt x="0" y="71043"/>
                      <a:pt x="0" y="56151"/>
                    </a:cubicBezTo>
                    <a:lnTo>
                      <a:pt x="0" y="56151"/>
                    </a:lnTo>
                    <a:cubicBezTo>
                      <a:pt x="0" y="41259"/>
                      <a:pt x="5916" y="26977"/>
                      <a:pt x="16446" y="16446"/>
                    </a:cubicBezTo>
                    <a:cubicBezTo>
                      <a:pt x="26977" y="5916"/>
                      <a:pt x="41259" y="0"/>
                      <a:pt x="56151" y="0"/>
                    </a:cubicBezTo>
                    <a:close/>
                  </a:path>
                </a:pathLst>
              </a:custGeom>
              <a:solidFill>
                <a:srgbClr val="7ED957"/>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0" name="Google Shape;620;p13"/>
              <p:cNvSpPr txBox="1"/>
              <p:nvPr/>
            </p:nvSpPr>
            <p:spPr>
              <a:xfrm>
                <a:off x="0" y="-47625"/>
                <a:ext cx="227259" cy="159927"/>
              </a:xfrm>
              <a:prstGeom prst="rect">
                <a:avLst/>
              </a:prstGeom>
              <a:noFill/>
              <a:ln>
                <a:noFill/>
              </a:ln>
            </p:spPr>
            <p:txBody>
              <a:bodyPr spcFirstLastPara="1" wrap="square" lIns="33867" tIns="33867" rIns="33867" bIns="33867" anchor="ctr" anchorCtr="0">
                <a:noAutofit/>
              </a:bodyPr>
              <a:lstStyle/>
              <a:p>
                <a:pPr algn="ctr" defTabSz="609630">
                  <a:lnSpc>
                    <a:spcPct val="186666"/>
                  </a:lnSpc>
                  <a:buClr>
                    <a:srgbClr val="000000"/>
                  </a:buClr>
                </a:pPr>
                <a:endParaRPr sz="1200" kern="0">
                  <a:solidFill>
                    <a:srgbClr val="000000"/>
                  </a:solidFill>
                  <a:latin typeface="Calibri"/>
                  <a:ea typeface="Calibri"/>
                  <a:cs typeface="Calibri"/>
                  <a:sym typeface="Calibri"/>
                </a:endParaRPr>
              </a:p>
            </p:txBody>
          </p:sp>
        </p:grpSp>
      </p:grpSp>
    </p:spTree>
    <p:extLst>
      <p:ext uri="{BB962C8B-B14F-4D97-AF65-F5344CB8AC3E}">
        <p14:creationId xmlns:p14="http://schemas.microsoft.com/office/powerpoint/2010/main" val="112882151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24042" y="217287"/>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a:solidFill>
            <a:schemeClr val="accent1"/>
          </a:solidFill>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60"/>
            <a:ext cx="10326008" cy="1062920"/>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5756" kern="0" dirty="0">
                <a:solidFill>
                  <a:srgbClr val="FFFFFF"/>
                </a:solidFill>
                <a:latin typeface="Courier"/>
                <a:cs typeface="Arial"/>
                <a:sym typeface="Courier"/>
              </a:rPr>
              <a:t>Making Decision</a:t>
            </a:r>
            <a:endParaRPr sz="933"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7" name="Rectangle 1">
            <a:extLst>
              <a:ext uri="{FF2B5EF4-FFF2-40B4-BE49-F238E27FC236}">
                <a16:creationId xmlns:a16="http://schemas.microsoft.com/office/drawing/2014/main" id="{20F41085-CE44-7E37-23E2-A522BDCBBFCD}"/>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6" name="Google Shape;649;p14">
            <a:extLst>
              <a:ext uri="{FF2B5EF4-FFF2-40B4-BE49-F238E27FC236}">
                <a16:creationId xmlns:a16="http://schemas.microsoft.com/office/drawing/2014/main" id="{E3BB16DC-967E-47C6-3CF3-8F532C8FEA25}"/>
              </a:ext>
            </a:extLst>
          </p:cNvPr>
          <p:cNvSpPr txBox="1"/>
          <p:nvPr/>
        </p:nvSpPr>
        <p:spPr>
          <a:xfrm>
            <a:off x="1015964" y="2441629"/>
            <a:ext cx="9512337" cy="3217804"/>
          </a:xfrm>
          <a:prstGeom prst="rect">
            <a:avLst/>
          </a:prstGeom>
          <a:noFill/>
          <a:ln>
            <a:noFill/>
          </a:ln>
        </p:spPr>
        <p:txBody>
          <a:bodyPr spcFirstLastPara="1" wrap="square" lIns="0" tIns="0" rIns="0" bIns="0" anchor="t" anchorCtr="0">
            <a:spAutoFit/>
          </a:bodyPr>
          <a:lstStyle/>
          <a:p>
            <a:pPr marL="304815" indent="-304815" defTabSz="609630">
              <a:lnSpc>
                <a:spcPct val="139958"/>
              </a:lnSpc>
              <a:buClr>
                <a:srgbClr val="FFFFFF"/>
              </a:buClr>
              <a:buFont typeface="Arial" panose="020B0604020202020204" pitchFamily="34" charset="0"/>
              <a:buChar char="•"/>
            </a:pPr>
            <a:r>
              <a:rPr lang="en-US" sz="1867" kern="0" dirty="0">
                <a:solidFill>
                  <a:srgbClr val="FFFFFF"/>
                </a:solidFill>
                <a:latin typeface="Roboto Mono"/>
                <a:ea typeface="Roboto Mono"/>
                <a:cs typeface="Arial"/>
                <a:sym typeface="Roboto Mono"/>
              </a:rPr>
              <a:t>A programmer writes a program and the </a:t>
            </a:r>
            <a:r>
              <a:rPr lang="en-US" sz="1867" kern="0" dirty="0">
                <a:solidFill>
                  <a:srgbClr val="8C52FF"/>
                </a:solidFill>
                <a:latin typeface="Roboto Mono"/>
                <a:ea typeface="Roboto Mono"/>
                <a:cs typeface="Arial"/>
                <a:sym typeface="Roboto Mono"/>
              </a:rPr>
              <a:t>program asks questions</a:t>
            </a:r>
            <a:r>
              <a:rPr lang="en-US" sz="1867" kern="0" dirty="0">
                <a:solidFill>
                  <a:srgbClr val="FFFFFF"/>
                </a:solidFill>
                <a:latin typeface="Roboto Mono"/>
                <a:ea typeface="Roboto Mono"/>
                <a:cs typeface="Arial"/>
                <a:sym typeface="Roboto Mono"/>
              </a:rPr>
              <a:t>.</a:t>
            </a:r>
          </a:p>
          <a:p>
            <a:pPr marL="304815" indent="-304815" defTabSz="609630">
              <a:lnSpc>
                <a:spcPct val="139958"/>
              </a:lnSpc>
              <a:buClr>
                <a:srgbClr val="FFFFFF"/>
              </a:buClr>
              <a:buFont typeface="Arial" panose="020B0604020202020204" pitchFamily="34" charset="0"/>
              <a:buChar char="•"/>
            </a:pPr>
            <a:r>
              <a:rPr lang="en-US" sz="1867" kern="0" dirty="0">
                <a:solidFill>
                  <a:srgbClr val="FFFFFF"/>
                </a:solidFill>
                <a:latin typeface="Roboto Mono"/>
                <a:ea typeface="Roboto Mono"/>
                <a:cs typeface="Arial"/>
                <a:sym typeface="Roboto Mono"/>
              </a:rPr>
              <a:t>A computer executes the program and </a:t>
            </a:r>
            <a:r>
              <a:rPr lang="en-US" sz="1867" kern="0" dirty="0">
                <a:solidFill>
                  <a:srgbClr val="8C52FF"/>
                </a:solidFill>
                <a:latin typeface="Roboto Mono"/>
                <a:ea typeface="Roboto Mono"/>
                <a:cs typeface="Arial"/>
                <a:sym typeface="Roboto Mono"/>
              </a:rPr>
              <a:t>provides the answers</a:t>
            </a:r>
            <a:r>
              <a:rPr lang="en-US" sz="1867" kern="0" dirty="0">
                <a:solidFill>
                  <a:srgbClr val="FFFFFF"/>
                </a:solidFill>
                <a:latin typeface="Roboto Mono"/>
                <a:ea typeface="Roboto Mono"/>
                <a:cs typeface="Arial"/>
                <a:sym typeface="Roboto Mono"/>
              </a:rPr>
              <a:t>. The program must be able to </a:t>
            </a:r>
            <a:r>
              <a:rPr lang="en-US" sz="1867" kern="0" dirty="0">
                <a:solidFill>
                  <a:srgbClr val="8C52FF"/>
                </a:solidFill>
                <a:latin typeface="Roboto Mono"/>
                <a:ea typeface="Roboto Mono"/>
                <a:cs typeface="Arial"/>
                <a:sym typeface="Roboto Mono"/>
              </a:rPr>
              <a:t>react according to the received answers</a:t>
            </a:r>
            <a:r>
              <a:rPr lang="en-US" sz="1867" kern="0" dirty="0">
                <a:solidFill>
                  <a:srgbClr val="FFFFFF"/>
                </a:solidFill>
                <a:latin typeface="Roboto Mono"/>
                <a:ea typeface="Roboto Mono"/>
                <a:cs typeface="Arial"/>
                <a:sym typeface="Roboto Mono"/>
              </a:rPr>
              <a:t>.</a:t>
            </a:r>
          </a:p>
          <a:p>
            <a:pPr marL="304815" indent="-304815" defTabSz="609630">
              <a:lnSpc>
                <a:spcPct val="139958"/>
              </a:lnSpc>
              <a:buClr>
                <a:srgbClr val="FFFFFF"/>
              </a:buClr>
              <a:buFont typeface="Arial" panose="020B0604020202020204" pitchFamily="34" charset="0"/>
              <a:buChar char="•"/>
            </a:pPr>
            <a:endParaRPr lang="en-US" sz="1867" kern="0" dirty="0">
              <a:solidFill>
                <a:srgbClr val="FFFFFF"/>
              </a:solidFill>
              <a:latin typeface="Roboto Mono"/>
              <a:ea typeface="Roboto Mono"/>
              <a:cs typeface="Arial"/>
              <a:sym typeface="Roboto Mono"/>
            </a:endParaRPr>
          </a:p>
          <a:p>
            <a:pPr defTabSz="609630">
              <a:lnSpc>
                <a:spcPct val="139958"/>
              </a:lnSpc>
              <a:buClr>
                <a:srgbClr val="FFFFFF"/>
              </a:buClr>
            </a:pPr>
            <a:r>
              <a:rPr lang="en-US" sz="1867" kern="0" dirty="0">
                <a:solidFill>
                  <a:srgbClr val="FFFFFF"/>
                </a:solidFill>
                <a:latin typeface="Roboto Mono"/>
                <a:ea typeface="Roboto Mono"/>
                <a:cs typeface="Arial"/>
                <a:sym typeface="Roboto Mono"/>
              </a:rPr>
              <a:t>Fortunately, computers know only two kinds of answers:</a:t>
            </a:r>
          </a:p>
          <a:p>
            <a:pPr defTabSz="609630">
              <a:lnSpc>
                <a:spcPct val="139958"/>
              </a:lnSpc>
              <a:buClr>
                <a:srgbClr val="FFFFFF"/>
              </a:buClr>
            </a:pPr>
            <a:endParaRPr lang="en-US" sz="1867" kern="0" dirty="0">
              <a:solidFill>
                <a:srgbClr val="FFFFFF"/>
              </a:solidFill>
              <a:latin typeface="Roboto Mono"/>
              <a:ea typeface="Roboto Mono"/>
              <a:cs typeface="Arial"/>
              <a:sym typeface="Roboto Mono"/>
            </a:endParaRPr>
          </a:p>
          <a:p>
            <a:pPr defTabSz="609630">
              <a:lnSpc>
                <a:spcPct val="139958"/>
              </a:lnSpc>
              <a:buClr>
                <a:srgbClr val="FFFFFF"/>
              </a:buClr>
            </a:pPr>
            <a:r>
              <a:rPr lang="en-US" sz="1867" kern="0" dirty="0">
                <a:solidFill>
                  <a:srgbClr val="FFFFFF"/>
                </a:solidFill>
                <a:latin typeface="Roboto Mono"/>
                <a:ea typeface="Roboto Mono"/>
                <a:cs typeface="Arial"/>
                <a:sym typeface="Roboto Mono"/>
              </a:rPr>
              <a:t>yes, this is true;</a:t>
            </a:r>
          </a:p>
          <a:p>
            <a:pPr defTabSz="609630">
              <a:lnSpc>
                <a:spcPct val="139958"/>
              </a:lnSpc>
              <a:buClr>
                <a:srgbClr val="FFFFFF"/>
              </a:buClr>
            </a:pPr>
            <a:r>
              <a:rPr lang="en-US" sz="1867" kern="0" dirty="0">
                <a:solidFill>
                  <a:srgbClr val="FFFFFF"/>
                </a:solidFill>
                <a:latin typeface="Roboto Mono"/>
                <a:ea typeface="Roboto Mono"/>
                <a:cs typeface="Arial"/>
                <a:sym typeface="Roboto Mono"/>
              </a:rPr>
              <a:t>no, this is false.</a:t>
            </a:r>
          </a:p>
        </p:txBody>
      </p:sp>
      <p:sp>
        <p:nvSpPr>
          <p:cNvPr id="3" name="Rectangle 1">
            <a:extLst>
              <a:ext uri="{FF2B5EF4-FFF2-40B4-BE49-F238E27FC236}">
                <a16:creationId xmlns:a16="http://schemas.microsoft.com/office/drawing/2014/main" id="{0E9B0D59-3084-D5BA-88A0-D33BADA639E4}"/>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4" name="Rectangle 1">
            <a:extLst>
              <a:ext uri="{FF2B5EF4-FFF2-40B4-BE49-F238E27FC236}">
                <a16:creationId xmlns:a16="http://schemas.microsoft.com/office/drawing/2014/main" id="{23F2007E-42F7-9440-F3A0-FD42A273BA15}"/>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6" name="Rectangle 5">
            <a:extLst>
              <a:ext uri="{FF2B5EF4-FFF2-40B4-BE49-F238E27FC236}">
                <a16:creationId xmlns:a16="http://schemas.microsoft.com/office/drawing/2014/main" id="{9F5FADB2-91AF-D4FA-A045-82F997FBBD17}"/>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5" name="Rectangle 1">
            <a:extLst>
              <a:ext uri="{FF2B5EF4-FFF2-40B4-BE49-F238E27FC236}">
                <a16:creationId xmlns:a16="http://schemas.microsoft.com/office/drawing/2014/main" id="{E6496D04-2116-A83E-095C-4F80A7E97EC5}"/>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9" name="Rectangle 2">
            <a:extLst>
              <a:ext uri="{FF2B5EF4-FFF2-40B4-BE49-F238E27FC236}">
                <a16:creationId xmlns:a16="http://schemas.microsoft.com/office/drawing/2014/main" id="{3E458D6A-E9DB-1287-7EA5-E23645965E69}"/>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2" name="Rectangle 2">
            <a:extLst>
              <a:ext uri="{FF2B5EF4-FFF2-40B4-BE49-F238E27FC236}">
                <a16:creationId xmlns:a16="http://schemas.microsoft.com/office/drawing/2014/main" id="{FBB22B93-F8CC-6F00-52DE-0350807328D2}"/>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3" name="Rectangle 3">
            <a:extLst>
              <a:ext uri="{FF2B5EF4-FFF2-40B4-BE49-F238E27FC236}">
                <a16:creationId xmlns:a16="http://schemas.microsoft.com/office/drawing/2014/main" id="{18B7A569-70FF-9BCA-F988-F9B46A585DE3}"/>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4" name="Rectangle 4">
            <a:extLst>
              <a:ext uri="{FF2B5EF4-FFF2-40B4-BE49-F238E27FC236}">
                <a16:creationId xmlns:a16="http://schemas.microsoft.com/office/drawing/2014/main" id="{2FCDB2EA-91A1-15F5-FC81-BD234CFC7F07}"/>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Tree>
    <p:extLst>
      <p:ext uri="{BB962C8B-B14F-4D97-AF65-F5344CB8AC3E}">
        <p14:creationId xmlns:p14="http://schemas.microsoft.com/office/powerpoint/2010/main" val="257889011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24042" y="217287"/>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a:solidFill>
            <a:schemeClr val="accent1"/>
          </a:solidFill>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60"/>
            <a:ext cx="10326008" cy="1062920"/>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5756" kern="0" dirty="0">
                <a:solidFill>
                  <a:srgbClr val="FFFFFF"/>
                </a:solidFill>
                <a:latin typeface="Courier"/>
                <a:cs typeface="Arial"/>
                <a:sym typeface="Courier"/>
              </a:rPr>
              <a:t>Equality Operator</a:t>
            </a:r>
            <a:endParaRPr sz="933"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7" name="Rectangle 1">
            <a:extLst>
              <a:ext uri="{FF2B5EF4-FFF2-40B4-BE49-F238E27FC236}">
                <a16:creationId xmlns:a16="http://schemas.microsoft.com/office/drawing/2014/main" id="{20F41085-CE44-7E37-23E2-A522BDCBBFCD}"/>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6" name="Google Shape;649;p14">
            <a:extLst>
              <a:ext uri="{FF2B5EF4-FFF2-40B4-BE49-F238E27FC236}">
                <a16:creationId xmlns:a16="http://schemas.microsoft.com/office/drawing/2014/main" id="{E3BB16DC-967E-47C6-3CF3-8F532C8FEA25}"/>
              </a:ext>
            </a:extLst>
          </p:cNvPr>
          <p:cNvSpPr txBox="1"/>
          <p:nvPr/>
        </p:nvSpPr>
        <p:spPr>
          <a:xfrm>
            <a:off x="1015964" y="2441629"/>
            <a:ext cx="9512337" cy="3620030"/>
          </a:xfrm>
          <a:prstGeom prst="rect">
            <a:avLst/>
          </a:prstGeom>
          <a:noFill/>
          <a:ln>
            <a:noFill/>
          </a:ln>
        </p:spPr>
        <p:txBody>
          <a:bodyPr spcFirstLastPara="1" wrap="square" lIns="0" tIns="0" rIns="0" bIns="0" anchor="t" anchorCtr="0">
            <a:spAutoFit/>
          </a:bodyPr>
          <a:lstStyle/>
          <a:p>
            <a:pPr defTabSz="609630">
              <a:lnSpc>
                <a:spcPct val="139958"/>
              </a:lnSpc>
              <a:buClr>
                <a:srgbClr val="FFFFFF"/>
              </a:buClr>
            </a:pPr>
            <a:r>
              <a:rPr lang="en-US" sz="1867" kern="0" dirty="0">
                <a:solidFill>
                  <a:srgbClr val="FFFFFF"/>
                </a:solidFill>
                <a:latin typeface="Roboto Mono"/>
                <a:ea typeface="Roboto Mono"/>
                <a:cs typeface="Arial"/>
                <a:sym typeface="Roboto Mono"/>
              </a:rPr>
              <a:t>Question: are two values equal?</a:t>
            </a:r>
          </a:p>
          <a:p>
            <a:pPr marL="304815" indent="-304815" defTabSz="609630">
              <a:lnSpc>
                <a:spcPct val="139958"/>
              </a:lnSpc>
              <a:buClr>
                <a:srgbClr val="FFFFFF"/>
              </a:buClr>
              <a:buFont typeface="Arial" panose="020B0604020202020204" pitchFamily="34" charset="0"/>
              <a:buChar char="•"/>
            </a:pPr>
            <a:r>
              <a:rPr lang="en-US" sz="1867" kern="0" dirty="0">
                <a:solidFill>
                  <a:srgbClr val="FFFFFF"/>
                </a:solidFill>
                <a:latin typeface="Roboto Mono"/>
                <a:ea typeface="Roboto Mono"/>
                <a:cs typeface="Arial"/>
                <a:sym typeface="Roboto Mono"/>
              </a:rPr>
              <a:t>To ask this question, you use the == (equal equal) operator.</a:t>
            </a:r>
          </a:p>
          <a:p>
            <a:pPr marL="304815" indent="-304815" defTabSz="609630">
              <a:lnSpc>
                <a:spcPct val="139958"/>
              </a:lnSpc>
              <a:buClr>
                <a:srgbClr val="FFFFFF"/>
              </a:buClr>
              <a:buFont typeface="Arial" panose="020B0604020202020204" pitchFamily="34" charset="0"/>
              <a:buChar char="•"/>
            </a:pPr>
            <a:endParaRPr lang="en-US" sz="1867" kern="0" dirty="0">
              <a:solidFill>
                <a:srgbClr val="FFFFFF"/>
              </a:solidFill>
              <a:latin typeface="Roboto Mono"/>
              <a:ea typeface="Roboto Mono"/>
              <a:cs typeface="Arial"/>
              <a:sym typeface="Roboto Mono"/>
            </a:endParaRPr>
          </a:p>
          <a:p>
            <a:pPr marL="304815" indent="-304815" defTabSz="609630">
              <a:lnSpc>
                <a:spcPct val="139958"/>
              </a:lnSpc>
              <a:buClr>
                <a:srgbClr val="FFFFFF"/>
              </a:buClr>
              <a:buFont typeface="Arial" panose="020B0604020202020204" pitchFamily="34" charset="0"/>
              <a:buChar char="•"/>
            </a:pPr>
            <a:r>
              <a:rPr lang="en-US" sz="1867" kern="0" dirty="0">
                <a:solidFill>
                  <a:srgbClr val="FFFFFF"/>
                </a:solidFill>
                <a:latin typeface="Roboto Mono"/>
                <a:ea typeface="Roboto Mono"/>
                <a:cs typeface="Arial"/>
                <a:sym typeface="Roboto Mono"/>
              </a:rPr>
              <a:t>Don't forget this important distinction:</a:t>
            </a:r>
          </a:p>
          <a:p>
            <a:pPr defTabSz="609630">
              <a:lnSpc>
                <a:spcPct val="139958"/>
              </a:lnSpc>
              <a:buClr>
                <a:srgbClr val="FFFFFF"/>
              </a:buClr>
            </a:pPr>
            <a:r>
              <a:rPr lang="en-US" sz="1867" kern="0" dirty="0">
                <a:solidFill>
                  <a:srgbClr val="8C52FF"/>
                </a:solidFill>
                <a:latin typeface="Roboto Mono"/>
                <a:ea typeface="Roboto Mono"/>
                <a:cs typeface="Arial"/>
                <a:sym typeface="Roboto Mono"/>
              </a:rPr>
              <a:t>=</a:t>
            </a:r>
            <a:r>
              <a:rPr lang="en-US" sz="1867" kern="0" dirty="0">
                <a:solidFill>
                  <a:srgbClr val="FFFFFF"/>
                </a:solidFill>
                <a:latin typeface="Roboto Mono"/>
                <a:ea typeface="Roboto Mono"/>
                <a:cs typeface="Arial"/>
                <a:sym typeface="Roboto Mono"/>
              </a:rPr>
              <a:t> is an </a:t>
            </a:r>
            <a:r>
              <a:rPr lang="en-US" sz="1867" kern="0" dirty="0">
                <a:solidFill>
                  <a:srgbClr val="8C52FF"/>
                </a:solidFill>
                <a:latin typeface="Roboto Mono"/>
                <a:ea typeface="Roboto Mono"/>
                <a:cs typeface="Arial"/>
                <a:sym typeface="Roboto Mono"/>
              </a:rPr>
              <a:t>assignment operator</a:t>
            </a:r>
            <a:r>
              <a:rPr lang="en-US" sz="1867" kern="0" dirty="0">
                <a:solidFill>
                  <a:srgbClr val="FFFFFF"/>
                </a:solidFill>
                <a:latin typeface="Roboto Mono"/>
                <a:ea typeface="Roboto Mono"/>
                <a:cs typeface="Arial"/>
                <a:sym typeface="Roboto Mono"/>
              </a:rPr>
              <a:t>, e.g., a = b assigns a with the value of b;</a:t>
            </a:r>
          </a:p>
          <a:p>
            <a:pPr defTabSz="609630">
              <a:lnSpc>
                <a:spcPct val="139958"/>
              </a:lnSpc>
              <a:buClr>
                <a:srgbClr val="FFFFFF"/>
              </a:buClr>
            </a:pPr>
            <a:r>
              <a:rPr lang="en-US" sz="1867" kern="0" dirty="0">
                <a:solidFill>
                  <a:srgbClr val="8C52FF"/>
                </a:solidFill>
                <a:latin typeface="Roboto Mono"/>
                <a:ea typeface="Roboto Mono"/>
                <a:cs typeface="Arial"/>
                <a:sym typeface="Roboto Mono"/>
              </a:rPr>
              <a:t>==</a:t>
            </a:r>
            <a:r>
              <a:rPr lang="en-US" sz="1867" kern="0" dirty="0">
                <a:solidFill>
                  <a:srgbClr val="FFFFFF"/>
                </a:solidFill>
                <a:latin typeface="Roboto Mono"/>
                <a:ea typeface="Roboto Mono"/>
                <a:cs typeface="Arial"/>
                <a:sym typeface="Roboto Mono"/>
              </a:rPr>
              <a:t> is the question are these values equal?; a ==b </a:t>
            </a:r>
          </a:p>
          <a:p>
            <a:pPr defTabSz="609630">
              <a:lnSpc>
                <a:spcPct val="139958"/>
              </a:lnSpc>
              <a:buClr>
                <a:srgbClr val="FFFFFF"/>
              </a:buClr>
            </a:pPr>
            <a:r>
              <a:rPr lang="en-US" sz="1867" kern="0" dirty="0">
                <a:solidFill>
                  <a:srgbClr val="8C52FF"/>
                </a:solidFill>
                <a:latin typeface="Roboto Mono"/>
                <a:ea typeface="Roboto Mono"/>
                <a:cs typeface="Arial"/>
                <a:sym typeface="Roboto Mono"/>
              </a:rPr>
              <a:t>compares</a:t>
            </a:r>
            <a:r>
              <a:rPr lang="en-US" sz="1867" kern="0" dirty="0">
                <a:solidFill>
                  <a:srgbClr val="FFFFFF"/>
                </a:solidFill>
                <a:latin typeface="Roboto Mono"/>
                <a:ea typeface="Roboto Mono"/>
                <a:cs typeface="Arial"/>
                <a:sym typeface="Roboto Mono"/>
              </a:rPr>
              <a:t> a and b.</a:t>
            </a:r>
          </a:p>
          <a:p>
            <a:pPr marL="304815" indent="-304815" defTabSz="609630">
              <a:lnSpc>
                <a:spcPct val="139958"/>
              </a:lnSpc>
              <a:buClr>
                <a:srgbClr val="FFFFFF"/>
              </a:buClr>
              <a:buFont typeface="Arial" panose="020B0604020202020204" pitchFamily="34" charset="0"/>
              <a:buChar char="•"/>
            </a:pPr>
            <a:endParaRPr lang="en-US" sz="1867" kern="0" dirty="0">
              <a:solidFill>
                <a:srgbClr val="FFFFFF"/>
              </a:solidFill>
              <a:latin typeface="Roboto Mono"/>
              <a:ea typeface="Roboto Mono"/>
              <a:cs typeface="Arial"/>
              <a:sym typeface="Roboto Mono"/>
            </a:endParaRPr>
          </a:p>
        </p:txBody>
      </p:sp>
      <p:sp>
        <p:nvSpPr>
          <p:cNvPr id="3" name="Rectangle 1">
            <a:extLst>
              <a:ext uri="{FF2B5EF4-FFF2-40B4-BE49-F238E27FC236}">
                <a16:creationId xmlns:a16="http://schemas.microsoft.com/office/drawing/2014/main" id="{0E9B0D59-3084-D5BA-88A0-D33BADA639E4}"/>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4" name="Rectangle 1">
            <a:extLst>
              <a:ext uri="{FF2B5EF4-FFF2-40B4-BE49-F238E27FC236}">
                <a16:creationId xmlns:a16="http://schemas.microsoft.com/office/drawing/2014/main" id="{23F2007E-42F7-9440-F3A0-FD42A273BA15}"/>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6" name="Rectangle 5">
            <a:extLst>
              <a:ext uri="{FF2B5EF4-FFF2-40B4-BE49-F238E27FC236}">
                <a16:creationId xmlns:a16="http://schemas.microsoft.com/office/drawing/2014/main" id="{9F5FADB2-91AF-D4FA-A045-82F997FBBD17}"/>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5" name="Rectangle 1">
            <a:extLst>
              <a:ext uri="{FF2B5EF4-FFF2-40B4-BE49-F238E27FC236}">
                <a16:creationId xmlns:a16="http://schemas.microsoft.com/office/drawing/2014/main" id="{E6496D04-2116-A83E-095C-4F80A7E97EC5}"/>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9" name="Rectangle 2">
            <a:extLst>
              <a:ext uri="{FF2B5EF4-FFF2-40B4-BE49-F238E27FC236}">
                <a16:creationId xmlns:a16="http://schemas.microsoft.com/office/drawing/2014/main" id="{3E458D6A-E9DB-1287-7EA5-E23645965E69}"/>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2" name="Rectangle 2">
            <a:extLst>
              <a:ext uri="{FF2B5EF4-FFF2-40B4-BE49-F238E27FC236}">
                <a16:creationId xmlns:a16="http://schemas.microsoft.com/office/drawing/2014/main" id="{FBB22B93-F8CC-6F00-52DE-0350807328D2}"/>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3" name="Rectangle 3">
            <a:extLst>
              <a:ext uri="{FF2B5EF4-FFF2-40B4-BE49-F238E27FC236}">
                <a16:creationId xmlns:a16="http://schemas.microsoft.com/office/drawing/2014/main" id="{18B7A569-70FF-9BCA-F988-F9B46A585DE3}"/>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4" name="Rectangle 4">
            <a:extLst>
              <a:ext uri="{FF2B5EF4-FFF2-40B4-BE49-F238E27FC236}">
                <a16:creationId xmlns:a16="http://schemas.microsoft.com/office/drawing/2014/main" id="{2FCDB2EA-91A1-15F5-FC81-BD234CFC7F07}"/>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8" name="Rectangle 1">
            <a:extLst>
              <a:ext uri="{FF2B5EF4-FFF2-40B4-BE49-F238E27FC236}">
                <a16:creationId xmlns:a16="http://schemas.microsoft.com/office/drawing/2014/main" id="{0F1F2EC1-C748-E4D9-8264-E0226CCDAB58}"/>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Tree>
    <p:extLst>
      <p:ext uri="{BB962C8B-B14F-4D97-AF65-F5344CB8AC3E}">
        <p14:creationId xmlns:p14="http://schemas.microsoft.com/office/powerpoint/2010/main" val="89187356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24042" y="217287"/>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a:solidFill>
            <a:schemeClr val="accent1"/>
          </a:solidFill>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60"/>
            <a:ext cx="10326008" cy="1062920"/>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5756" kern="0" dirty="0">
                <a:solidFill>
                  <a:srgbClr val="FFFFFF"/>
                </a:solidFill>
                <a:latin typeface="Courier"/>
                <a:cs typeface="Arial"/>
                <a:sym typeface="Courier"/>
              </a:rPr>
              <a:t>Equality Operator</a:t>
            </a:r>
            <a:endParaRPr sz="933"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7" name="Rectangle 1">
            <a:extLst>
              <a:ext uri="{FF2B5EF4-FFF2-40B4-BE49-F238E27FC236}">
                <a16:creationId xmlns:a16="http://schemas.microsoft.com/office/drawing/2014/main" id="{20F41085-CE44-7E37-23E2-A522BDCBBFCD}"/>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6" name="Google Shape;649;p14">
            <a:extLst>
              <a:ext uri="{FF2B5EF4-FFF2-40B4-BE49-F238E27FC236}">
                <a16:creationId xmlns:a16="http://schemas.microsoft.com/office/drawing/2014/main" id="{E3BB16DC-967E-47C6-3CF3-8F532C8FEA25}"/>
              </a:ext>
            </a:extLst>
          </p:cNvPr>
          <p:cNvSpPr txBox="1"/>
          <p:nvPr/>
        </p:nvSpPr>
        <p:spPr>
          <a:xfrm>
            <a:off x="1015964" y="2441629"/>
            <a:ext cx="9512337" cy="2413353"/>
          </a:xfrm>
          <a:prstGeom prst="rect">
            <a:avLst/>
          </a:prstGeom>
          <a:noFill/>
          <a:ln>
            <a:noFill/>
          </a:ln>
        </p:spPr>
        <p:txBody>
          <a:bodyPr spcFirstLastPara="1" wrap="square" lIns="0" tIns="0" rIns="0" bIns="0" anchor="t" anchorCtr="0">
            <a:spAutoFit/>
          </a:bodyPr>
          <a:lstStyle/>
          <a:p>
            <a:pPr defTabSz="609630">
              <a:lnSpc>
                <a:spcPct val="139958"/>
              </a:lnSpc>
              <a:buClr>
                <a:srgbClr val="FFFFFF"/>
              </a:buClr>
            </a:pPr>
            <a:r>
              <a:rPr lang="en-US" sz="1867" kern="0" dirty="0">
                <a:solidFill>
                  <a:srgbClr val="FFFFFF"/>
                </a:solidFill>
                <a:latin typeface="Roboto Mono"/>
                <a:ea typeface="Roboto Mono"/>
                <a:cs typeface="Arial"/>
                <a:sym typeface="Roboto Mono"/>
              </a:rPr>
              <a:t>2 == 2? # TRUE</a:t>
            </a:r>
          </a:p>
          <a:p>
            <a:pPr defTabSz="609630">
              <a:lnSpc>
                <a:spcPct val="139958"/>
              </a:lnSpc>
              <a:buClr>
                <a:srgbClr val="FFFFFF"/>
              </a:buClr>
            </a:pPr>
            <a:endParaRPr lang="en-US" sz="1867" kern="0" dirty="0">
              <a:solidFill>
                <a:srgbClr val="FFFFFF"/>
              </a:solidFill>
              <a:latin typeface="Roboto Mono"/>
              <a:ea typeface="Roboto Mono"/>
              <a:cs typeface="Arial"/>
              <a:sym typeface="Roboto Mono"/>
            </a:endParaRPr>
          </a:p>
          <a:p>
            <a:pPr defTabSz="609630">
              <a:lnSpc>
                <a:spcPct val="139958"/>
              </a:lnSpc>
              <a:buClr>
                <a:srgbClr val="FFFFFF"/>
              </a:buClr>
            </a:pPr>
            <a:r>
              <a:rPr lang="en-US" sz="1867" kern="0" dirty="0">
                <a:solidFill>
                  <a:srgbClr val="FFFFFF"/>
                </a:solidFill>
                <a:latin typeface="Roboto Mono"/>
                <a:ea typeface="Roboto Mono"/>
                <a:cs typeface="Arial"/>
                <a:sym typeface="Roboto Mono"/>
              </a:rPr>
              <a:t>2 == 2.0? # TRUE Python is able to convert the integer value into its real equivalent</a:t>
            </a:r>
          </a:p>
          <a:p>
            <a:pPr defTabSz="609630">
              <a:lnSpc>
                <a:spcPct val="139958"/>
              </a:lnSpc>
              <a:buClr>
                <a:srgbClr val="FFFFFF"/>
              </a:buClr>
            </a:pPr>
            <a:endParaRPr lang="en-US" sz="1867" kern="0" dirty="0">
              <a:solidFill>
                <a:srgbClr val="FFFFFF"/>
              </a:solidFill>
              <a:latin typeface="Roboto Mono"/>
              <a:ea typeface="Roboto Mono"/>
              <a:cs typeface="Arial"/>
              <a:sym typeface="Roboto Mono"/>
            </a:endParaRPr>
          </a:p>
          <a:p>
            <a:pPr defTabSz="609630">
              <a:lnSpc>
                <a:spcPct val="139958"/>
              </a:lnSpc>
              <a:buClr>
                <a:srgbClr val="FFFFFF"/>
              </a:buClr>
            </a:pPr>
            <a:r>
              <a:rPr lang="en-US" sz="1867" kern="0" dirty="0">
                <a:solidFill>
                  <a:srgbClr val="FFFFFF"/>
                </a:solidFill>
                <a:latin typeface="Roboto Mono"/>
                <a:ea typeface="Roboto Mono"/>
                <a:cs typeface="Arial"/>
                <a:sym typeface="Roboto Mono"/>
              </a:rPr>
              <a:t>1 == 2 # FALSE</a:t>
            </a:r>
          </a:p>
        </p:txBody>
      </p:sp>
      <p:sp>
        <p:nvSpPr>
          <p:cNvPr id="3" name="Rectangle 1">
            <a:extLst>
              <a:ext uri="{FF2B5EF4-FFF2-40B4-BE49-F238E27FC236}">
                <a16:creationId xmlns:a16="http://schemas.microsoft.com/office/drawing/2014/main" id="{0E9B0D59-3084-D5BA-88A0-D33BADA639E4}"/>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4" name="Rectangle 1">
            <a:extLst>
              <a:ext uri="{FF2B5EF4-FFF2-40B4-BE49-F238E27FC236}">
                <a16:creationId xmlns:a16="http://schemas.microsoft.com/office/drawing/2014/main" id="{23F2007E-42F7-9440-F3A0-FD42A273BA15}"/>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6" name="Rectangle 5">
            <a:extLst>
              <a:ext uri="{FF2B5EF4-FFF2-40B4-BE49-F238E27FC236}">
                <a16:creationId xmlns:a16="http://schemas.microsoft.com/office/drawing/2014/main" id="{9F5FADB2-91AF-D4FA-A045-82F997FBBD17}"/>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5" name="Rectangle 1">
            <a:extLst>
              <a:ext uri="{FF2B5EF4-FFF2-40B4-BE49-F238E27FC236}">
                <a16:creationId xmlns:a16="http://schemas.microsoft.com/office/drawing/2014/main" id="{E6496D04-2116-A83E-095C-4F80A7E97EC5}"/>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9" name="Rectangle 2">
            <a:extLst>
              <a:ext uri="{FF2B5EF4-FFF2-40B4-BE49-F238E27FC236}">
                <a16:creationId xmlns:a16="http://schemas.microsoft.com/office/drawing/2014/main" id="{3E458D6A-E9DB-1287-7EA5-E23645965E69}"/>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2" name="Rectangle 2">
            <a:extLst>
              <a:ext uri="{FF2B5EF4-FFF2-40B4-BE49-F238E27FC236}">
                <a16:creationId xmlns:a16="http://schemas.microsoft.com/office/drawing/2014/main" id="{FBB22B93-F8CC-6F00-52DE-0350807328D2}"/>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3" name="Rectangle 3">
            <a:extLst>
              <a:ext uri="{FF2B5EF4-FFF2-40B4-BE49-F238E27FC236}">
                <a16:creationId xmlns:a16="http://schemas.microsoft.com/office/drawing/2014/main" id="{18B7A569-70FF-9BCA-F988-F9B46A585DE3}"/>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4" name="Rectangle 4">
            <a:extLst>
              <a:ext uri="{FF2B5EF4-FFF2-40B4-BE49-F238E27FC236}">
                <a16:creationId xmlns:a16="http://schemas.microsoft.com/office/drawing/2014/main" id="{2FCDB2EA-91A1-15F5-FC81-BD234CFC7F07}"/>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8" name="Rectangle 1">
            <a:extLst>
              <a:ext uri="{FF2B5EF4-FFF2-40B4-BE49-F238E27FC236}">
                <a16:creationId xmlns:a16="http://schemas.microsoft.com/office/drawing/2014/main" id="{0F1F2EC1-C748-E4D9-8264-E0226CCDAB58}"/>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Tree>
    <p:extLst>
      <p:ext uri="{BB962C8B-B14F-4D97-AF65-F5344CB8AC3E}">
        <p14:creationId xmlns:p14="http://schemas.microsoft.com/office/powerpoint/2010/main" val="383647255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24042" y="217287"/>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a:solidFill>
            <a:schemeClr val="accent1"/>
          </a:solidFill>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60"/>
            <a:ext cx="10326008" cy="1062920"/>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5756" kern="0" dirty="0">
                <a:solidFill>
                  <a:srgbClr val="FFFFFF"/>
                </a:solidFill>
                <a:latin typeface="Courier"/>
                <a:cs typeface="Arial"/>
                <a:sym typeface="Courier"/>
              </a:rPr>
              <a:t>Equality Operator</a:t>
            </a:r>
            <a:endParaRPr sz="933"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7" name="Rectangle 1">
            <a:extLst>
              <a:ext uri="{FF2B5EF4-FFF2-40B4-BE49-F238E27FC236}">
                <a16:creationId xmlns:a16="http://schemas.microsoft.com/office/drawing/2014/main" id="{20F41085-CE44-7E37-23E2-A522BDCBBFCD}"/>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6" name="Google Shape;649;p14">
            <a:extLst>
              <a:ext uri="{FF2B5EF4-FFF2-40B4-BE49-F238E27FC236}">
                <a16:creationId xmlns:a16="http://schemas.microsoft.com/office/drawing/2014/main" id="{E3BB16DC-967E-47C6-3CF3-8F532C8FEA25}"/>
              </a:ext>
            </a:extLst>
          </p:cNvPr>
          <p:cNvSpPr txBox="1"/>
          <p:nvPr/>
        </p:nvSpPr>
        <p:spPr>
          <a:xfrm>
            <a:off x="1015964" y="2441630"/>
            <a:ext cx="9512337" cy="2815579"/>
          </a:xfrm>
          <a:prstGeom prst="rect">
            <a:avLst/>
          </a:prstGeom>
          <a:noFill/>
          <a:ln>
            <a:noFill/>
          </a:ln>
        </p:spPr>
        <p:txBody>
          <a:bodyPr spcFirstLastPara="1" wrap="square" lIns="0" tIns="0" rIns="0" bIns="0" anchor="t" anchorCtr="0">
            <a:spAutoFit/>
          </a:bodyPr>
          <a:lstStyle/>
          <a:p>
            <a:pPr defTabSz="609630">
              <a:lnSpc>
                <a:spcPct val="139958"/>
              </a:lnSpc>
              <a:buClr>
                <a:srgbClr val="FFFFFF"/>
              </a:buClr>
            </a:pPr>
            <a:r>
              <a:rPr lang="en-US" sz="1867" kern="0" dirty="0">
                <a:solidFill>
                  <a:srgbClr val="FFFFFF"/>
                </a:solidFill>
                <a:latin typeface="Roboto Mono"/>
                <a:ea typeface="Roboto Mono"/>
                <a:cs typeface="Arial"/>
                <a:sym typeface="Roboto Mono"/>
              </a:rPr>
              <a:t>Inequality: the not equal to operator (!=)</a:t>
            </a:r>
          </a:p>
          <a:p>
            <a:pPr defTabSz="609630">
              <a:lnSpc>
                <a:spcPct val="139958"/>
              </a:lnSpc>
              <a:buClr>
                <a:srgbClr val="FFFFFF"/>
              </a:buClr>
            </a:pPr>
            <a:endParaRPr lang="en-US" sz="1867" kern="0" dirty="0">
              <a:solidFill>
                <a:srgbClr val="FFFFFF"/>
              </a:solidFill>
              <a:latin typeface="Roboto Mono"/>
              <a:ea typeface="Roboto Mono"/>
              <a:cs typeface="Arial"/>
              <a:sym typeface="Roboto Mono"/>
            </a:endParaRPr>
          </a:p>
          <a:p>
            <a:pPr marL="304815" indent="-304815" defTabSz="609630">
              <a:lnSpc>
                <a:spcPct val="139958"/>
              </a:lnSpc>
              <a:buClr>
                <a:srgbClr val="FFFFFF"/>
              </a:buClr>
              <a:buFont typeface="Arial" panose="020B0604020202020204" pitchFamily="34" charset="0"/>
              <a:buChar char="•"/>
            </a:pPr>
            <a:r>
              <a:rPr lang="en-US" sz="1867" kern="0" dirty="0">
                <a:solidFill>
                  <a:srgbClr val="FFFFFF"/>
                </a:solidFill>
                <a:latin typeface="Roboto Mono"/>
                <a:ea typeface="Roboto Mono"/>
                <a:cs typeface="Arial"/>
                <a:sym typeface="Roboto Mono"/>
              </a:rPr>
              <a:t>The != (not equal to) operator compares the values of two operands, too. Here is the difference: if they are equal, the result of the comparison is </a:t>
            </a:r>
            <a:r>
              <a:rPr lang="en-US" sz="1867" kern="0" dirty="0">
                <a:solidFill>
                  <a:srgbClr val="8C52FF"/>
                </a:solidFill>
                <a:latin typeface="Roboto Mono"/>
                <a:ea typeface="Roboto Mono"/>
                <a:cs typeface="Arial"/>
                <a:sym typeface="Roboto Mono"/>
              </a:rPr>
              <a:t>False</a:t>
            </a:r>
            <a:r>
              <a:rPr lang="en-US" sz="1867" kern="0" dirty="0">
                <a:solidFill>
                  <a:srgbClr val="FFFFFF"/>
                </a:solidFill>
                <a:latin typeface="Roboto Mono"/>
                <a:ea typeface="Roboto Mono"/>
                <a:cs typeface="Arial"/>
                <a:sym typeface="Roboto Mono"/>
              </a:rPr>
              <a:t>. If they are not equal, the result of the comparison is </a:t>
            </a:r>
            <a:r>
              <a:rPr lang="en-US" sz="1867" kern="0" dirty="0">
                <a:solidFill>
                  <a:srgbClr val="8C52FF"/>
                </a:solidFill>
                <a:latin typeface="Roboto Mono"/>
                <a:ea typeface="Roboto Mono"/>
                <a:cs typeface="Arial"/>
                <a:sym typeface="Roboto Mono"/>
              </a:rPr>
              <a:t>True. </a:t>
            </a:r>
          </a:p>
          <a:p>
            <a:pPr marL="304815" indent="-304815" defTabSz="609630">
              <a:lnSpc>
                <a:spcPct val="139958"/>
              </a:lnSpc>
              <a:buClr>
                <a:srgbClr val="FFFFFF"/>
              </a:buClr>
              <a:buFont typeface="Arial" panose="020B0604020202020204" pitchFamily="34" charset="0"/>
              <a:buChar char="•"/>
            </a:pPr>
            <a:endParaRPr lang="en-US" sz="1867" kern="0" dirty="0">
              <a:solidFill>
                <a:srgbClr val="FFFFFF"/>
              </a:solidFill>
              <a:latin typeface="Roboto Mono"/>
              <a:ea typeface="Roboto Mono"/>
              <a:cs typeface="Arial"/>
              <a:sym typeface="Roboto Mono"/>
            </a:endParaRPr>
          </a:p>
        </p:txBody>
      </p:sp>
      <p:sp>
        <p:nvSpPr>
          <p:cNvPr id="3" name="Rectangle 1">
            <a:extLst>
              <a:ext uri="{FF2B5EF4-FFF2-40B4-BE49-F238E27FC236}">
                <a16:creationId xmlns:a16="http://schemas.microsoft.com/office/drawing/2014/main" id="{0E9B0D59-3084-D5BA-88A0-D33BADA639E4}"/>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4" name="Rectangle 1">
            <a:extLst>
              <a:ext uri="{FF2B5EF4-FFF2-40B4-BE49-F238E27FC236}">
                <a16:creationId xmlns:a16="http://schemas.microsoft.com/office/drawing/2014/main" id="{23F2007E-42F7-9440-F3A0-FD42A273BA15}"/>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6" name="Rectangle 5">
            <a:extLst>
              <a:ext uri="{FF2B5EF4-FFF2-40B4-BE49-F238E27FC236}">
                <a16:creationId xmlns:a16="http://schemas.microsoft.com/office/drawing/2014/main" id="{9F5FADB2-91AF-D4FA-A045-82F997FBBD17}"/>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5" name="Rectangle 1">
            <a:extLst>
              <a:ext uri="{FF2B5EF4-FFF2-40B4-BE49-F238E27FC236}">
                <a16:creationId xmlns:a16="http://schemas.microsoft.com/office/drawing/2014/main" id="{E6496D04-2116-A83E-095C-4F80A7E97EC5}"/>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9" name="Rectangle 2">
            <a:extLst>
              <a:ext uri="{FF2B5EF4-FFF2-40B4-BE49-F238E27FC236}">
                <a16:creationId xmlns:a16="http://schemas.microsoft.com/office/drawing/2014/main" id="{3E458D6A-E9DB-1287-7EA5-E23645965E69}"/>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2" name="Rectangle 2">
            <a:extLst>
              <a:ext uri="{FF2B5EF4-FFF2-40B4-BE49-F238E27FC236}">
                <a16:creationId xmlns:a16="http://schemas.microsoft.com/office/drawing/2014/main" id="{FBB22B93-F8CC-6F00-52DE-0350807328D2}"/>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3" name="Rectangle 3">
            <a:extLst>
              <a:ext uri="{FF2B5EF4-FFF2-40B4-BE49-F238E27FC236}">
                <a16:creationId xmlns:a16="http://schemas.microsoft.com/office/drawing/2014/main" id="{18B7A569-70FF-9BCA-F988-F9B46A585DE3}"/>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4" name="Rectangle 4">
            <a:extLst>
              <a:ext uri="{FF2B5EF4-FFF2-40B4-BE49-F238E27FC236}">
                <a16:creationId xmlns:a16="http://schemas.microsoft.com/office/drawing/2014/main" id="{2FCDB2EA-91A1-15F5-FC81-BD234CFC7F07}"/>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8" name="Rectangle 1">
            <a:extLst>
              <a:ext uri="{FF2B5EF4-FFF2-40B4-BE49-F238E27FC236}">
                <a16:creationId xmlns:a16="http://schemas.microsoft.com/office/drawing/2014/main" id="{0F1F2EC1-C748-E4D9-8264-E0226CCDAB58}"/>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7" name="Rectangle 4">
            <a:extLst>
              <a:ext uri="{FF2B5EF4-FFF2-40B4-BE49-F238E27FC236}">
                <a16:creationId xmlns:a16="http://schemas.microsoft.com/office/drawing/2014/main" id="{F69E88BE-B2F7-3489-7254-6BAA7DD3E0BF}"/>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Tree>
    <p:extLst>
      <p:ext uri="{BB962C8B-B14F-4D97-AF65-F5344CB8AC3E}">
        <p14:creationId xmlns:p14="http://schemas.microsoft.com/office/powerpoint/2010/main" val="240147636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24042" y="217287"/>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a:solidFill>
            <a:schemeClr val="accent1"/>
          </a:solidFill>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60"/>
            <a:ext cx="10326008" cy="1062920"/>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5756" kern="0" dirty="0">
                <a:solidFill>
                  <a:srgbClr val="FFFFFF"/>
                </a:solidFill>
                <a:latin typeface="Courier"/>
                <a:cs typeface="Arial"/>
                <a:sym typeface="Courier"/>
              </a:rPr>
              <a:t>Comparison Operator</a:t>
            </a:r>
            <a:endParaRPr sz="933"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7" name="Rectangle 1">
            <a:extLst>
              <a:ext uri="{FF2B5EF4-FFF2-40B4-BE49-F238E27FC236}">
                <a16:creationId xmlns:a16="http://schemas.microsoft.com/office/drawing/2014/main" id="{20F41085-CE44-7E37-23E2-A522BDCBBFCD}"/>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6" name="Google Shape;649;p14">
            <a:extLst>
              <a:ext uri="{FF2B5EF4-FFF2-40B4-BE49-F238E27FC236}">
                <a16:creationId xmlns:a16="http://schemas.microsoft.com/office/drawing/2014/main" id="{E3BB16DC-967E-47C6-3CF3-8F532C8FEA25}"/>
              </a:ext>
            </a:extLst>
          </p:cNvPr>
          <p:cNvSpPr txBox="1"/>
          <p:nvPr/>
        </p:nvSpPr>
        <p:spPr>
          <a:xfrm>
            <a:off x="1015964" y="2441630"/>
            <a:ext cx="9512337" cy="3562129"/>
          </a:xfrm>
          <a:prstGeom prst="rect">
            <a:avLst/>
          </a:prstGeom>
          <a:noFill/>
          <a:ln>
            <a:noFill/>
          </a:ln>
        </p:spPr>
        <p:txBody>
          <a:bodyPr spcFirstLastPara="1" wrap="square" lIns="0" tIns="0" rIns="0" bIns="0" anchor="t" anchorCtr="0">
            <a:spAutoFit/>
          </a:bodyPr>
          <a:lstStyle/>
          <a:p>
            <a:pPr marL="304815" indent="-304815" defTabSz="609630">
              <a:lnSpc>
                <a:spcPct val="139958"/>
              </a:lnSpc>
              <a:buClr>
                <a:srgbClr val="FFFFFF"/>
              </a:buClr>
              <a:buFont typeface="Arial" panose="020B0604020202020204" pitchFamily="34" charset="0"/>
              <a:buChar char="•"/>
            </a:pPr>
            <a:r>
              <a:rPr lang="en-US" sz="3200" kern="0" dirty="0">
                <a:solidFill>
                  <a:srgbClr val="FFFFFF"/>
                </a:solidFill>
                <a:latin typeface="Roboto Mono"/>
                <a:ea typeface="Roboto Mono"/>
                <a:cs typeface="Arial"/>
                <a:sym typeface="Roboto Mono"/>
              </a:rPr>
              <a:t>Greater than &gt;</a:t>
            </a:r>
          </a:p>
          <a:p>
            <a:pPr marL="304815" indent="-304815" defTabSz="609630">
              <a:lnSpc>
                <a:spcPct val="139958"/>
              </a:lnSpc>
              <a:buClr>
                <a:srgbClr val="FFFFFF"/>
              </a:buClr>
              <a:buFont typeface="Arial" panose="020B0604020202020204" pitchFamily="34" charset="0"/>
              <a:buChar char="•"/>
            </a:pPr>
            <a:r>
              <a:rPr lang="en-US" sz="3200" kern="0" dirty="0">
                <a:solidFill>
                  <a:srgbClr val="FFFFFF"/>
                </a:solidFill>
                <a:latin typeface="Roboto Mono"/>
                <a:ea typeface="Roboto Mono"/>
                <a:cs typeface="Arial"/>
                <a:sym typeface="Roboto Mono"/>
              </a:rPr>
              <a:t>Greater than or equal to &gt;=</a:t>
            </a:r>
          </a:p>
          <a:p>
            <a:pPr marL="304815" indent="-304815" defTabSz="609630">
              <a:lnSpc>
                <a:spcPct val="139958"/>
              </a:lnSpc>
              <a:buClr>
                <a:srgbClr val="FFFFFF"/>
              </a:buClr>
              <a:buFont typeface="Arial" panose="020B0604020202020204" pitchFamily="34" charset="0"/>
              <a:buChar char="•"/>
            </a:pPr>
            <a:r>
              <a:rPr lang="en-US" sz="3200" kern="0" dirty="0">
                <a:solidFill>
                  <a:srgbClr val="FFFFFF"/>
                </a:solidFill>
                <a:latin typeface="Roboto Mono"/>
                <a:ea typeface="Roboto Mono"/>
                <a:cs typeface="Arial"/>
                <a:sym typeface="Roboto Mono"/>
              </a:rPr>
              <a:t>Less than or equal to &lt;=</a:t>
            </a:r>
          </a:p>
          <a:p>
            <a:pPr marL="304815" indent="-304815" defTabSz="609630">
              <a:lnSpc>
                <a:spcPct val="139958"/>
              </a:lnSpc>
              <a:buClr>
                <a:srgbClr val="FFFFFF"/>
              </a:buClr>
              <a:buFont typeface="Arial" panose="020B0604020202020204" pitchFamily="34" charset="0"/>
              <a:buChar char="•"/>
            </a:pPr>
            <a:r>
              <a:rPr lang="en-US" sz="3200" kern="0" dirty="0">
                <a:solidFill>
                  <a:srgbClr val="FFFFFF"/>
                </a:solidFill>
                <a:latin typeface="Roboto Mono"/>
                <a:ea typeface="Roboto Mono"/>
                <a:cs typeface="Arial"/>
                <a:sym typeface="Roboto Mono"/>
              </a:rPr>
              <a:t>Less than &lt;</a:t>
            </a:r>
          </a:p>
          <a:p>
            <a:pPr defTabSz="609630">
              <a:lnSpc>
                <a:spcPct val="139958"/>
              </a:lnSpc>
              <a:buClr>
                <a:srgbClr val="FFFFFF"/>
              </a:buClr>
            </a:pPr>
            <a:endParaRPr lang="en-US" sz="1867" kern="0" dirty="0">
              <a:solidFill>
                <a:srgbClr val="FFFFFF"/>
              </a:solidFill>
              <a:latin typeface="Roboto Mono"/>
              <a:ea typeface="Roboto Mono"/>
              <a:cs typeface="Arial"/>
              <a:sym typeface="Roboto Mono"/>
            </a:endParaRPr>
          </a:p>
          <a:p>
            <a:pPr marL="304815" indent="-304815" defTabSz="609630">
              <a:lnSpc>
                <a:spcPct val="139958"/>
              </a:lnSpc>
              <a:buClr>
                <a:srgbClr val="FFFFFF"/>
              </a:buClr>
              <a:buFont typeface="Arial" panose="020B0604020202020204" pitchFamily="34" charset="0"/>
              <a:buChar char="•"/>
            </a:pPr>
            <a:endParaRPr lang="en-US" sz="1867" kern="0" dirty="0">
              <a:solidFill>
                <a:srgbClr val="FFFFFF"/>
              </a:solidFill>
              <a:latin typeface="Roboto Mono"/>
              <a:ea typeface="Roboto Mono"/>
              <a:cs typeface="Arial"/>
              <a:sym typeface="Roboto Mono"/>
            </a:endParaRPr>
          </a:p>
        </p:txBody>
      </p:sp>
      <p:sp>
        <p:nvSpPr>
          <p:cNvPr id="3" name="Rectangle 1">
            <a:extLst>
              <a:ext uri="{FF2B5EF4-FFF2-40B4-BE49-F238E27FC236}">
                <a16:creationId xmlns:a16="http://schemas.microsoft.com/office/drawing/2014/main" id="{0E9B0D59-3084-D5BA-88A0-D33BADA639E4}"/>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4" name="Rectangle 1">
            <a:extLst>
              <a:ext uri="{FF2B5EF4-FFF2-40B4-BE49-F238E27FC236}">
                <a16:creationId xmlns:a16="http://schemas.microsoft.com/office/drawing/2014/main" id="{23F2007E-42F7-9440-F3A0-FD42A273BA15}"/>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6" name="Rectangle 5">
            <a:extLst>
              <a:ext uri="{FF2B5EF4-FFF2-40B4-BE49-F238E27FC236}">
                <a16:creationId xmlns:a16="http://schemas.microsoft.com/office/drawing/2014/main" id="{9F5FADB2-91AF-D4FA-A045-82F997FBBD17}"/>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5" name="Rectangle 1">
            <a:extLst>
              <a:ext uri="{FF2B5EF4-FFF2-40B4-BE49-F238E27FC236}">
                <a16:creationId xmlns:a16="http://schemas.microsoft.com/office/drawing/2014/main" id="{E6496D04-2116-A83E-095C-4F80A7E97EC5}"/>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9" name="Rectangle 2">
            <a:extLst>
              <a:ext uri="{FF2B5EF4-FFF2-40B4-BE49-F238E27FC236}">
                <a16:creationId xmlns:a16="http://schemas.microsoft.com/office/drawing/2014/main" id="{3E458D6A-E9DB-1287-7EA5-E23645965E69}"/>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2" name="Rectangle 2">
            <a:extLst>
              <a:ext uri="{FF2B5EF4-FFF2-40B4-BE49-F238E27FC236}">
                <a16:creationId xmlns:a16="http://schemas.microsoft.com/office/drawing/2014/main" id="{FBB22B93-F8CC-6F00-52DE-0350807328D2}"/>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3" name="Rectangle 3">
            <a:extLst>
              <a:ext uri="{FF2B5EF4-FFF2-40B4-BE49-F238E27FC236}">
                <a16:creationId xmlns:a16="http://schemas.microsoft.com/office/drawing/2014/main" id="{18B7A569-70FF-9BCA-F988-F9B46A585DE3}"/>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4" name="Rectangle 4">
            <a:extLst>
              <a:ext uri="{FF2B5EF4-FFF2-40B4-BE49-F238E27FC236}">
                <a16:creationId xmlns:a16="http://schemas.microsoft.com/office/drawing/2014/main" id="{2FCDB2EA-91A1-15F5-FC81-BD234CFC7F07}"/>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8" name="Rectangle 1">
            <a:extLst>
              <a:ext uri="{FF2B5EF4-FFF2-40B4-BE49-F238E27FC236}">
                <a16:creationId xmlns:a16="http://schemas.microsoft.com/office/drawing/2014/main" id="{0F1F2EC1-C748-E4D9-8264-E0226CCDAB58}"/>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7" name="Rectangle 4">
            <a:extLst>
              <a:ext uri="{FF2B5EF4-FFF2-40B4-BE49-F238E27FC236}">
                <a16:creationId xmlns:a16="http://schemas.microsoft.com/office/drawing/2014/main" id="{F69E88BE-B2F7-3489-7254-6BAA7DD3E0BF}"/>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Tree>
    <p:extLst>
      <p:ext uri="{BB962C8B-B14F-4D97-AF65-F5344CB8AC3E}">
        <p14:creationId xmlns:p14="http://schemas.microsoft.com/office/powerpoint/2010/main" val="352103417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24042" y="217287"/>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a:solidFill>
            <a:schemeClr val="accent1"/>
          </a:solidFill>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60"/>
            <a:ext cx="10326008" cy="1062920"/>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5756" kern="0" dirty="0">
                <a:solidFill>
                  <a:srgbClr val="FFFFFF"/>
                </a:solidFill>
                <a:latin typeface="Courier"/>
                <a:cs typeface="Arial"/>
                <a:sym typeface="Courier"/>
              </a:rPr>
              <a:t>Comparison Operator</a:t>
            </a:r>
            <a:endParaRPr sz="933"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7" name="Rectangle 1">
            <a:extLst>
              <a:ext uri="{FF2B5EF4-FFF2-40B4-BE49-F238E27FC236}">
                <a16:creationId xmlns:a16="http://schemas.microsoft.com/office/drawing/2014/main" id="{20F41085-CE44-7E37-23E2-A522BDCBBFCD}"/>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6" name="Google Shape;649;p14">
            <a:extLst>
              <a:ext uri="{FF2B5EF4-FFF2-40B4-BE49-F238E27FC236}">
                <a16:creationId xmlns:a16="http://schemas.microsoft.com/office/drawing/2014/main" id="{E3BB16DC-967E-47C6-3CF3-8F532C8FEA25}"/>
              </a:ext>
            </a:extLst>
          </p:cNvPr>
          <p:cNvSpPr txBox="1"/>
          <p:nvPr/>
        </p:nvSpPr>
        <p:spPr>
          <a:xfrm>
            <a:off x="1015964" y="2441630"/>
            <a:ext cx="9512337" cy="2470485"/>
          </a:xfrm>
          <a:prstGeom prst="rect">
            <a:avLst/>
          </a:prstGeom>
          <a:noFill/>
          <a:ln>
            <a:noFill/>
          </a:ln>
        </p:spPr>
        <p:txBody>
          <a:bodyPr spcFirstLastPara="1" wrap="square" lIns="0" tIns="0" rIns="0" bIns="0" anchor="t" anchorCtr="0">
            <a:spAutoFit/>
          </a:bodyPr>
          <a:lstStyle/>
          <a:p>
            <a:pPr marL="304815" indent="-304815" defTabSz="609630">
              <a:lnSpc>
                <a:spcPct val="139958"/>
              </a:lnSpc>
              <a:buClr>
                <a:srgbClr val="FFFFFF"/>
              </a:buClr>
              <a:buFont typeface="Arial" panose="020B0604020202020204" pitchFamily="34" charset="0"/>
              <a:buChar char="•"/>
            </a:pPr>
            <a:r>
              <a:rPr lang="en-US" sz="1600" kern="0" dirty="0">
                <a:solidFill>
                  <a:srgbClr val="FFFFFF"/>
                </a:solidFill>
                <a:latin typeface="Roboto Mono"/>
                <a:ea typeface="Roboto Mono"/>
                <a:cs typeface="Arial"/>
                <a:sym typeface="Roboto Mono"/>
              </a:rPr>
              <a:t>What can you do with the answer (i.e., the result of a comparison operation) you get from the computer?</a:t>
            </a:r>
          </a:p>
          <a:p>
            <a:pPr marL="304815" indent="-304815" defTabSz="609630">
              <a:lnSpc>
                <a:spcPct val="139958"/>
              </a:lnSpc>
              <a:buClr>
                <a:srgbClr val="FFFFFF"/>
              </a:buClr>
              <a:buFont typeface="Arial" panose="020B0604020202020204" pitchFamily="34" charset="0"/>
              <a:buChar char="•"/>
            </a:pPr>
            <a:endParaRPr lang="en-US" sz="1600" kern="0" dirty="0">
              <a:solidFill>
                <a:srgbClr val="FFFFFF"/>
              </a:solidFill>
              <a:latin typeface="Roboto Mono"/>
              <a:ea typeface="Roboto Mono"/>
              <a:cs typeface="Arial"/>
              <a:sym typeface="Roboto Mono"/>
            </a:endParaRPr>
          </a:p>
          <a:p>
            <a:pPr marL="304815" indent="-304815" defTabSz="609630">
              <a:lnSpc>
                <a:spcPct val="139958"/>
              </a:lnSpc>
              <a:buClr>
                <a:srgbClr val="FFFFFF"/>
              </a:buClr>
              <a:buFont typeface="Arial" panose="020B0604020202020204" pitchFamily="34" charset="0"/>
              <a:buChar char="•"/>
            </a:pPr>
            <a:r>
              <a:rPr lang="en-US" sz="1600" kern="0" dirty="0">
                <a:solidFill>
                  <a:srgbClr val="FFFFFF"/>
                </a:solidFill>
                <a:latin typeface="Roboto Mono"/>
                <a:ea typeface="Roboto Mono"/>
                <a:cs typeface="Arial"/>
                <a:sym typeface="Roboto Mono"/>
              </a:rPr>
              <a:t>There are at least two possibilities: first, you can memorize it (store it in a variable) and make use of it later. How do you do that? Well, you would use an arbitrary variable like this:</a:t>
            </a:r>
          </a:p>
          <a:p>
            <a:pPr marL="304815" indent="-304815" defTabSz="609630">
              <a:lnSpc>
                <a:spcPct val="139958"/>
              </a:lnSpc>
              <a:buClr>
                <a:srgbClr val="FFFFFF"/>
              </a:buClr>
              <a:buFont typeface="Arial" panose="020B0604020202020204" pitchFamily="34" charset="0"/>
              <a:buChar char="•"/>
            </a:pPr>
            <a:endParaRPr lang="en-US" sz="1867" kern="0" dirty="0">
              <a:solidFill>
                <a:srgbClr val="FFFFFF"/>
              </a:solidFill>
              <a:latin typeface="Roboto Mono"/>
              <a:ea typeface="Roboto Mono"/>
              <a:cs typeface="Arial"/>
              <a:sym typeface="Roboto Mono"/>
            </a:endParaRPr>
          </a:p>
        </p:txBody>
      </p:sp>
      <p:sp>
        <p:nvSpPr>
          <p:cNvPr id="3" name="Rectangle 1">
            <a:extLst>
              <a:ext uri="{FF2B5EF4-FFF2-40B4-BE49-F238E27FC236}">
                <a16:creationId xmlns:a16="http://schemas.microsoft.com/office/drawing/2014/main" id="{0E9B0D59-3084-D5BA-88A0-D33BADA639E4}"/>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4" name="Rectangle 1">
            <a:extLst>
              <a:ext uri="{FF2B5EF4-FFF2-40B4-BE49-F238E27FC236}">
                <a16:creationId xmlns:a16="http://schemas.microsoft.com/office/drawing/2014/main" id="{23F2007E-42F7-9440-F3A0-FD42A273BA15}"/>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6" name="Rectangle 5">
            <a:extLst>
              <a:ext uri="{FF2B5EF4-FFF2-40B4-BE49-F238E27FC236}">
                <a16:creationId xmlns:a16="http://schemas.microsoft.com/office/drawing/2014/main" id="{9F5FADB2-91AF-D4FA-A045-82F997FBBD17}"/>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5" name="Rectangle 1">
            <a:extLst>
              <a:ext uri="{FF2B5EF4-FFF2-40B4-BE49-F238E27FC236}">
                <a16:creationId xmlns:a16="http://schemas.microsoft.com/office/drawing/2014/main" id="{E6496D04-2116-A83E-095C-4F80A7E97EC5}"/>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9" name="Rectangle 2">
            <a:extLst>
              <a:ext uri="{FF2B5EF4-FFF2-40B4-BE49-F238E27FC236}">
                <a16:creationId xmlns:a16="http://schemas.microsoft.com/office/drawing/2014/main" id="{3E458D6A-E9DB-1287-7EA5-E23645965E69}"/>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2" name="Rectangle 2">
            <a:extLst>
              <a:ext uri="{FF2B5EF4-FFF2-40B4-BE49-F238E27FC236}">
                <a16:creationId xmlns:a16="http://schemas.microsoft.com/office/drawing/2014/main" id="{FBB22B93-F8CC-6F00-52DE-0350807328D2}"/>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3" name="Rectangle 3">
            <a:extLst>
              <a:ext uri="{FF2B5EF4-FFF2-40B4-BE49-F238E27FC236}">
                <a16:creationId xmlns:a16="http://schemas.microsoft.com/office/drawing/2014/main" id="{18B7A569-70FF-9BCA-F988-F9B46A585DE3}"/>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4" name="Rectangle 4">
            <a:extLst>
              <a:ext uri="{FF2B5EF4-FFF2-40B4-BE49-F238E27FC236}">
                <a16:creationId xmlns:a16="http://schemas.microsoft.com/office/drawing/2014/main" id="{2FCDB2EA-91A1-15F5-FC81-BD234CFC7F07}"/>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8" name="Rectangle 1">
            <a:extLst>
              <a:ext uri="{FF2B5EF4-FFF2-40B4-BE49-F238E27FC236}">
                <a16:creationId xmlns:a16="http://schemas.microsoft.com/office/drawing/2014/main" id="{0F1F2EC1-C748-E4D9-8264-E0226CCDAB58}"/>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7" name="Rectangle 4">
            <a:extLst>
              <a:ext uri="{FF2B5EF4-FFF2-40B4-BE49-F238E27FC236}">
                <a16:creationId xmlns:a16="http://schemas.microsoft.com/office/drawing/2014/main" id="{F69E88BE-B2F7-3489-7254-6BAA7DD3E0BF}"/>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8" name="TextBox 17">
            <a:extLst>
              <a:ext uri="{FF2B5EF4-FFF2-40B4-BE49-F238E27FC236}">
                <a16:creationId xmlns:a16="http://schemas.microsoft.com/office/drawing/2014/main" id="{F17D7621-2FCB-0374-7FAA-345D726E9896}"/>
              </a:ext>
            </a:extLst>
          </p:cNvPr>
          <p:cNvSpPr txBox="1"/>
          <p:nvPr/>
        </p:nvSpPr>
        <p:spPr>
          <a:xfrm>
            <a:off x="2186846" y="5436718"/>
            <a:ext cx="7808997" cy="461665"/>
          </a:xfrm>
          <a:prstGeom prst="rect">
            <a:avLst/>
          </a:prstGeom>
          <a:noFill/>
        </p:spPr>
        <p:txBody>
          <a:bodyPr wrap="square">
            <a:spAutoFit/>
          </a:bodyPr>
          <a:lstStyle/>
          <a:p>
            <a:pPr defTabSz="609630">
              <a:buClr>
                <a:srgbClr val="000000"/>
              </a:buClr>
            </a:pPr>
            <a:r>
              <a:rPr lang="en-US" sz="2400" kern="0" dirty="0">
                <a:solidFill>
                  <a:srgbClr val="8C52FF"/>
                </a:solidFill>
                <a:latin typeface="Arial"/>
                <a:cs typeface="Arial"/>
                <a:sym typeface="Arial"/>
              </a:rPr>
              <a:t> answer = </a:t>
            </a:r>
            <a:r>
              <a:rPr lang="en-US" sz="2400" kern="0" dirty="0" err="1">
                <a:solidFill>
                  <a:srgbClr val="8C52FF"/>
                </a:solidFill>
                <a:latin typeface="Arial"/>
                <a:cs typeface="Arial"/>
                <a:sym typeface="Arial"/>
              </a:rPr>
              <a:t>number_of_lions</a:t>
            </a:r>
            <a:r>
              <a:rPr lang="en-US" sz="2400" kern="0" dirty="0">
                <a:solidFill>
                  <a:srgbClr val="8C52FF"/>
                </a:solidFill>
                <a:latin typeface="Arial"/>
                <a:cs typeface="Arial"/>
                <a:sym typeface="Arial"/>
              </a:rPr>
              <a:t> &gt;= </a:t>
            </a:r>
            <a:r>
              <a:rPr lang="en-US" sz="2400" kern="0" dirty="0" err="1">
                <a:solidFill>
                  <a:srgbClr val="8C52FF"/>
                </a:solidFill>
                <a:latin typeface="Arial"/>
                <a:cs typeface="Arial"/>
                <a:sym typeface="Arial"/>
              </a:rPr>
              <a:t>number_of_lionesses</a:t>
            </a:r>
            <a:endParaRPr lang="en-MY" sz="2400" kern="0" dirty="0">
              <a:solidFill>
                <a:srgbClr val="8C52FF"/>
              </a:solidFill>
              <a:latin typeface="Arial"/>
              <a:cs typeface="Arial"/>
              <a:sym typeface="Arial"/>
            </a:endParaRPr>
          </a:p>
        </p:txBody>
      </p:sp>
    </p:spTree>
    <p:extLst>
      <p:ext uri="{BB962C8B-B14F-4D97-AF65-F5344CB8AC3E}">
        <p14:creationId xmlns:p14="http://schemas.microsoft.com/office/powerpoint/2010/main" val="358509695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24042" y="217287"/>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a:solidFill>
            <a:schemeClr val="accent1"/>
          </a:solidFill>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60"/>
            <a:ext cx="10326008" cy="1062920"/>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5756" kern="0" dirty="0">
                <a:solidFill>
                  <a:srgbClr val="FFFFFF"/>
                </a:solidFill>
                <a:latin typeface="Courier"/>
                <a:cs typeface="Arial"/>
                <a:sym typeface="Courier"/>
              </a:rPr>
              <a:t>Comparison Operator</a:t>
            </a:r>
            <a:endParaRPr sz="933"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7" name="Rectangle 1">
            <a:extLst>
              <a:ext uri="{FF2B5EF4-FFF2-40B4-BE49-F238E27FC236}">
                <a16:creationId xmlns:a16="http://schemas.microsoft.com/office/drawing/2014/main" id="{20F41085-CE44-7E37-23E2-A522BDCBBFCD}"/>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3" name="Rectangle 1">
            <a:extLst>
              <a:ext uri="{FF2B5EF4-FFF2-40B4-BE49-F238E27FC236}">
                <a16:creationId xmlns:a16="http://schemas.microsoft.com/office/drawing/2014/main" id="{0E9B0D59-3084-D5BA-88A0-D33BADA639E4}"/>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4" name="Rectangle 1">
            <a:extLst>
              <a:ext uri="{FF2B5EF4-FFF2-40B4-BE49-F238E27FC236}">
                <a16:creationId xmlns:a16="http://schemas.microsoft.com/office/drawing/2014/main" id="{23F2007E-42F7-9440-F3A0-FD42A273BA15}"/>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6" name="Rectangle 5">
            <a:extLst>
              <a:ext uri="{FF2B5EF4-FFF2-40B4-BE49-F238E27FC236}">
                <a16:creationId xmlns:a16="http://schemas.microsoft.com/office/drawing/2014/main" id="{9F5FADB2-91AF-D4FA-A045-82F997FBBD17}"/>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5" name="Rectangle 1">
            <a:extLst>
              <a:ext uri="{FF2B5EF4-FFF2-40B4-BE49-F238E27FC236}">
                <a16:creationId xmlns:a16="http://schemas.microsoft.com/office/drawing/2014/main" id="{E6496D04-2116-A83E-095C-4F80A7E97EC5}"/>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9" name="Rectangle 2">
            <a:extLst>
              <a:ext uri="{FF2B5EF4-FFF2-40B4-BE49-F238E27FC236}">
                <a16:creationId xmlns:a16="http://schemas.microsoft.com/office/drawing/2014/main" id="{3E458D6A-E9DB-1287-7EA5-E23645965E69}"/>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2" name="Rectangle 2">
            <a:extLst>
              <a:ext uri="{FF2B5EF4-FFF2-40B4-BE49-F238E27FC236}">
                <a16:creationId xmlns:a16="http://schemas.microsoft.com/office/drawing/2014/main" id="{FBB22B93-F8CC-6F00-52DE-0350807328D2}"/>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3" name="Rectangle 3">
            <a:extLst>
              <a:ext uri="{FF2B5EF4-FFF2-40B4-BE49-F238E27FC236}">
                <a16:creationId xmlns:a16="http://schemas.microsoft.com/office/drawing/2014/main" id="{18B7A569-70FF-9BCA-F988-F9B46A585DE3}"/>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4" name="Rectangle 4">
            <a:extLst>
              <a:ext uri="{FF2B5EF4-FFF2-40B4-BE49-F238E27FC236}">
                <a16:creationId xmlns:a16="http://schemas.microsoft.com/office/drawing/2014/main" id="{2FCDB2EA-91A1-15F5-FC81-BD234CFC7F07}"/>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8" name="Rectangle 1">
            <a:extLst>
              <a:ext uri="{FF2B5EF4-FFF2-40B4-BE49-F238E27FC236}">
                <a16:creationId xmlns:a16="http://schemas.microsoft.com/office/drawing/2014/main" id="{0F1F2EC1-C748-E4D9-8264-E0226CCDAB58}"/>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7" name="Rectangle 4">
            <a:extLst>
              <a:ext uri="{FF2B5EF4-FFF2-40B4-BE49-F238E27FC236}">
                <a16:creationId xmlns:a16="http://schemas.microsoft.com/office/drawing/2014/main" id="{F69E88BE-B2F7-3489-7254-6BAA7DD3E0BF}"/>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graphicFrame>
        <p:nvGraphicFramePr>
          <p:cNvPr id="15" name="Table 14">
            <a:extLst>
              <a:ext uri="{FF2B5EF4-FFF2-40B4-BE49-F238E27FC236}">
                <a16:creationId xmlns:a16="http://schemas.microsoft.com/office/drawing/2014/main" id="{BA14F0AC-79C1-6830-743F-A036879DAC92}"/>
              </a:ext>
            </a:extLst>
          </p:cNvPr>
          <p:cNvGraphicFramePr>
            <a:graphicFrameLocks noGrp="1"/>
          </p:cNvGraphicFramePr>
          <p:nvPr/>
        </p:nvGraphicFramePr>
        <p:xfrm>
          <a:off x="2852615" y="2680026"/>
          <a:ext cx="6283569" cy="3298925"/>
        </p:xfrm>
        <a:graphic>
          <a:graphicData uri="http://schemas.openxmlformats.org/drawingml/2006/table">
            <a:tbl>
              <a:tblPr/>
              <a:tblGrid>
                <a:gridCol w="2094523">
                  <a:extLst>
                    <a:ext uri="{9D8B030D-6E8A-4147-A177-3AD203B41FA5}">
                      <a16:colId xmlns:a16="http://schemas.microsoft.com/office/drawing/2014/main" val="3955820557"/>
                    </a:ext>
                  </a:extLst>
                </a:gridCol>
                <a:gridCol w="2094523">
                  <a:extLst>
                    <a:ext uri="{9D8B030D-6E8A-4147-A177-3AD203B41FA5}">
                      <a16:colId xmlns:a16="http://schemas.microsoft.com/office/drawing/2014/main" val="409300818"/>
                    </a:ext>
                  </a:extLst>
                </a:gridCol>
                <a:gridCol w="2094523">
                  <a:extLst>
                    <a:ext uri="{9D8B030D-6E8A-4147-A177-3AD203B41FA5}">
                      <a16:colId xmlns:a16="http://schemas.microsoft.com/office/drawing/2014/main" val="2050716863"/>
                    </a:ext>
                  </a:extLst>
                </a:gridCol>
              </a:tblGrid>
              <a:tr h="471275">
                <a:tc>
                  <a:txBody>
                    <a:bodyPr/>
                    <a:lstStyle/>
                    <a:p>
                      <a:pPr algn="l"/>
                      <a:r>
                        <a:rPr lang="en-MY" sz="2400">
                          <a:solidFill>
                            <a:srgbClr val="222222"/>
                          </a:solidFill>
                          <a:effectLst/>
                        </a:rPr>
                        <a:t>Priority</a:t>
                      </a:r>
                    </a:p>
                  </a:txBody>
                  <a:tcPr marL="60960" marR="60960" marT="30480" marB="3048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a:r>
                        <a:rPr lang="en-MY" sz="2400">
                          <a:solidFill>
                            <a:srgbClr val="222222"/>
                          </a:solidFill>
                          <a:effectLst/>
                        </a:rPr>
                        <a:t>Operator</a:t>
                      </a:r>
                    </a:p>
                  </a:txBody>
                  <a:tcPr marL="60960" marR="60960" marT="30480" marB="3048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a:endParaRPr lang="en-MY" sz="2400">
                        <a:solidFill>
                          <a:srgbClr val="222222"/>
                        </a:solidFill>
                        <a:effectLst/>
                      </a:endParaRPr>
                    </a:p>
                  </a:txBody>
                  <a:tcPr marL="60960" marR="60960" marT="30480" marB="3048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202598599"/>
                  </a:ext>
                </a:extLst>
              </a:tr>
              <a:tr h="471275">
                <a:tc>
                  <a:txBody>
                    <a:bodyPr/>
                    <a:lstStyle/>
                    <a:p>
                      <a:pPr algn="l"/>
                      <a:r>
                        <a:rPr lang="en-MY" sz="2400">
                          <a:solidFill>
                            <a:srgbClr val="222222"/>
                          </a:solidFill>
                          <a:effectLst/>
                        </a:rPr>
                        <a:t>1</a:t>
                      </a:r>
                    </a:p>
                  </a:txBody>
                  <a:tcPr marL="60960" marR="60960" marT="30480" marB="3048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algn="l"/>
                      <a:r>
                        <a:rPr lang="en-MY" sz="2400">
                          <a:solidFill>
                            <a:srgbClr val="222222"/>
                          </a:solidFill>
                          <a:effectLst/>
                        </a:rPr>
                        <a:t>+, -</a:t>
                      </a:r>
                    </a:p>
                  </a:txBody>
                  <a:tcPr marL="60960" marR="60960" marT="30480" marB="3048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algn="l"/>
                      <a:r>
                        <a:rPr lang="en-MY" sz="2400">
                          <a:solidFill>
                            <a:srgbClr val="222222"/>
                          </a:solidFill>
                          <a:effectLst/>
                        </a:rPr>
                        <a:t>unary</a:t>
                      </a:r>
                    </a:p>
                  </a:txBody>
                  <a:tcPr marL="60960" marR="60960" marT="30480" marB="3048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extLst>
                  <a:ext uri="{0D108BD9-81ED-4DB2-BD59-A6C34878D82A}">
                    <a16:rowId xmlns:a16="http://schemas.microsoft.com/office/drawing/2014/main" val="896096068"/>
                  </a:ext>
                </a:extLst>
              </a:tr>
              <a:tr h="471275">
                <a:tc>
                  <a:txBody>
                    <a:bodyPr/>
                    <a:lstStyle/>
                    <a:p>
                      <a:pPr algn="l"/>
                      <a:r>
                        <a:rPr lang="en-MY" sz="2400">
                          <a:solidFill>
                            <a:srgbClr val="222222"/>
                          </a:solidFill>
                          <a:effectLst/>
                        </a:rPr>
                        <a:t>2</a:t>
                      </a:r>
                    </a:p>
                  </a:txBody>
                  <a:tcPr marL="60960" marR="60960" marT="30480" marB="3048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a:r>
                        <a:rPr lang="en-MY" sz="2400">
                          <a:solidFill>
                            <a:srgbClr val="222222"/>
                          </a:solidFill>
                          <a:effectLst/>
                        </a:rPr>
                        <a:t>**</a:t>
                      </a:r>
                    </a:p>
                  </a:txBody>
                  <a:tcPr marL="60960" marR="60960" marT="30480" marB="3048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a:endParaRPr lang="en-MY" sz="2400">
                        <a:solidFill>
                          <a:srgbClr val="222222"/>
                        </a:solidFill>
                        <a:effectLst/>
                      </a:endParaRPr>
                    </a:p>
                  </a:txBody>
                  <a:tcPr marL="60960" marR="60960" marT="30480" marB="3048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944508006"/>
                  </a:ext>
                </a:extLst>
              </a:tr>
              <a:tr h="471275">
                <a:tc>
                  <a:txBody>
                    <a:bodyPr/>
                    <a:lstStyle/>
                    <a:p>
                      <a:pPr algn="l"/>
                      <a:r>
                        <a:rPr lang="en-MY" sz="2400">
                          <a:solidFill>
                            <a:srgbClr val="222222"/>
                          </a:solidFill>
                          <a:effectLst/>
                        </a:rPr>
                        <a:t>3</a:t>
                      </a:r>
                    </a:p>
                  </a:txBody>
                  <a:tcPr marL="60960" marR="60960" marT="30480" marB="3048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algn="l"/>
                      <a:r>
                        <a:rPr lang="en-MY" sz="2400">
                          <a:solidFill>
                            <a:srgbClr val="222222"/>
                          </a:solidFill>
                          <a:effectLst/>
                        </a:rPr>
                        <a:t>*, /, //, %</a:t>
                      </a:r>
                    </a:p>
                  </a:txBody>
                  <a:tcPr marL="60960" marR="60960" marT="30480" marB="3048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algn="l"/>
                      <a:endParaRPr lang="en-MY" sz="2400">
                        <a:solidFill>
                          <a:srgbClr val="222222"/>
                        </a:solidFill>
                        <a:effectLst/>
                      </a:endParaRPr>
                    </a:p>
                  </a:txBody>
                  <a:tcPr marL="60960" marR="60960" marT="30480" marB="3048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extLst>
                  <a:ext uri="{0D108BD9-81ED-4DB2-BD59-A6C34878D82A}">
                    <a16:rowId xmlns:a16="http://schemas.microsoft.com/office/drawing/2014/main" val="3299796575"/>
                  </a:ext>
                </a:extLst>
              </a:tr>
              <a:tr h="471275">
                <a:tc>
                  <a:txBody>
                    <a:bodyPr/>
                    <a:lstStyle/>
                    <a:p>
                      <a:pPr algn="l"/>
                      <a:r>
                        <a:rPr lang="en-MY" sz="2400">
                          <a:solidFill>
                            <a:srgbClr val="222222"/>
                          </a:solidFill>
                          <a:effectLst/>
                        </a:rPr>
                        <a:t>4</a:t>
                      </a:r>
                    </a:p>
                  </a:txBody>
                  <a:tcPr marL="60960" marR="60960" marT="30480" marB="3048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a:r>
                        <a:rPr lang="en-MY" sz="2400">
                          <a:solidFill>
                            <a:srgbClr val="222222"/>
                          </a:solidFill>
                          <a:effectLst/>
                        </a:rPr>
                        <a:t>+, -</a:t>
                      </a:r>
                    </a:p>
                  </a:txBody>
                  <a:tcPr marL="60960" marR="60960" marT="30480" marB="3048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a:r>
                        <a:rPr lang="en-MY" sz="2400">
                          <a:solidFill>
                            <a:srgbClr val="222222"/>
                          </a:solidFill>
                          <a:effectLst/>
                        </a:rPr>
                        <a:t>binary</a:t>
                      </a:r>
                    </a:p>
                  </a:txBody>
                  <a:tcPr marL="60960" marR="60960" marT="30480" marB="3048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442161020"/>
                  </a:ext>
                </a:extLst>
              </a:tr>
              <a:tr h="471275">
                <a:tc>
                  <a:txBody>
                    <a:bodyPr/>
                    <a:lstStyle/>
                    <a:p>
                      <a:pPr algn="l"/>
                      <a:r>
                        <a:rPr lang="en-MY" sz="2400">
                          <a:solidFill>
                            <a:srgbClr val="222222"/>
                          </a:solidFill>
                          <a:effectLst/>
                        </a:rPr>
                        <a:t>5</a:t>
                      </a:r>
                    </a:p>
                  </a:txBody>
                  <a:tcPr marL="60960" marR="60960" marT="30480" marB="3048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algn="l"/>
                      <a:r>
                        <a:rPr lang="en-MY" sz="2400" dirty="0">
                          <a:solidFill>
                            <a:srgbClr val="222222"/>
                          </a:solidFill>
                          <a:effectLst/>
                        </a:rPr>
                        <a:t>&lt;, &lt;=, &gt;, &gt;=</a:t>
                      </a:r>
                    </a:p>
                  </a:txBody>
                  <a:tcPr marL="60960" marR="60960" marT="30480" marB="3048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algn="l"/>
                      <a:endParaRPr lang="en-MY" sz="2400">
                        <a:solidFill>
                          <a:srgbClr val="222222"/>
                        </a:solidFill>
                        <a:effectLst/>
                      </a:endParaRPr>
                    </a:p>
                  </a:txBody>
                  <a:tcPr marL="60960" marR="60960" marT="30480" marB="3048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extLst>
                  <a:ext uri="{0D108BD9-81ED-4DB2-BD59-A6C34878D82A}">
                    <a16:rowId xmlns:a16="http://schemas.microsoft.com/office/drawing/2014/main" val="3219996512"/>
                  </a:ext>
                </a:extLst>
              </a:tr>
              <a:tr h="471275">
                <a:tc>
                  <a:txBody>
                    <a:bodyPr/>
                    <a:lstStyle/>
                    <a:p>
                      <a:pPr algn="l"/>
                      <a:r>
                        <a:rPr lang="en-MY" sz="2400">
                          <a:solidFill>
                            <a:srgbClr val="222222"/>
                          </a:solidFill>
                          <a:effectLst/>
                        </a:rPr>
                        <a:t>6</a:t>
                      </a:r>
                    </a:p>
                  </a:txBody>
                  <a:tcPr marL="60960" marR="60960" marT="30480" marB="3048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a:r>
                        <a:rPr lang="en-MY" sz="2400">
                          <a:solidFill>
                            <a:srgbClr val="222222"/>
                          </a:solidFill>
                          <a:effectLst/>
                        </a:rPr>
                        <a:t>==, !=</a:t>
                      </a:r>
                    </a:p>
                  </a:txBody>
                  <a:tcPr marL="60960" marR="60960" marT="30480" marB="3048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a:endParaRPr lang="en-MY" sz="2400" dirty="0">
                        <a:solidFill>
                          <a:srgbClr val="222222"/>
                        </a:solidFill>
                        <a:effectLst/>
                      </a:endParaRPr>
                    </a:p>
                  </a:txBody>
                  <a:tcPr marL="60960" marR="60960" marT="30480" marB="3048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844125800"/>
                  </a:ext>
                </a:extLst>
              </a:tr>
            </a:tbl>
          </a:graphicData>
        </a:graphic>
      </p:graphicFrame>
      <p:sp>
        <p:nvSpPr>
          <p:cNvPr id="19" name="Rectangle 2">
            <a:extLst>
              <a:ext uri="{FF2B5EF4-FFF2-40B4-BE49-F238E27FC236}">
                <a16:creationId xmlns:a16="http://schemas.microsoft.com/office/drawing/2014/main" id="{D0914BC0-011A-9117-CA4F-A9872EEB8E8B}"/>
              </a:ext>
            </a:extLst>
          </p:cNvPr>
          <p:cNvSpPr>
            <a:spLocks noChangeArrowheads="1"/>
          </p:cNvSpPr>
          <p:nvPr/>
        </p:nvSpPr>
        <p:spPr bwMode="auto">
          <a:xfrm>
            <a:off x="4656667" y="4054075"/>
            <a:ext cx="12942563"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br>
              <a:rPr lang="en-US" altLang="en-US" sz="1200" kern="0">
                <a:solidFill>
                  <a:srgbClr val="000000"/>
                </a:solidFill>
                <a:latin typeface="Arial" panose="020B0604020202020204" pitchFamily="34" charset="0"/>
                <a:cs typeface="Arial"/>
                <a:sym typeface="Arial"/>
              </a:rPr>
            </a:br>
            <a:endParaRPr lang="en-US" altLang="en-US" sz="1200" kern="0">
              <a:solidFill>
                <a:srgbClr val="000000"/>
              </a:solidFill>
              <a:latin typeface="Arial" panose="020B0604020202020204" pitchFamily="34" charset="0"/>
              <a:cs typeface="Arial"/>
              <a:sym typeface="Arial"/>
            </a:endParaRPr>
          </a:p>
        </p:txBody>
      </p:sp>
    </p:spTree>
    <p:extLst>
      <p:ext uri="{BB962C8B-B14F-4D97-AF65-F5344CB8AC3E}">
        <p14:creationId xmlns:p14="http://schemas.microsoft.com/office/powerpoint/2010/main" val="420784441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1293"/>
        <p:cNvGrpSpPr/>
        <p:nvPr/>
      </p:nvGrpSpPr>
      <p:grpSpPr>
        <a:xfrm>
          <a:off x="0" y="0"/>
          <a:ext cx="0" cy="0"/>
          <a:chOff x="0" y="0"/>
          <a:chExt cx="0" cy="0"/>
        </a:xfrm>
      </p:grpSpPr>
      <p:pic>
        <p:nvPicPr>
          <p:cNvPr id="1294" name="Google Shape;1294;p26"/>
          <p:cNvPicPr preferRelativeResize="0"/>
          <p:nvPr/>
        </p:nvPicPr>
        <p:blipFill>
          <a:blip r:embed="rId3">
            <a:alphaModFix/>
          </a:blip>
          <a:stretch>
            <a:fillRect/>
          </a:stretch>
        </p:blipFill>
        <p:spPr>
          <a:xfrm>
            <a:off x="0" y="0"/>
            <a:ext cx="12192000" cy="6858000"/>
          </a:xfrm>
          <a:prstGeom prst="rect">
            <a:avLst/>
          </a:prstGeom>
          <a:noFill/>
          <a:ln>
            <a:noFill/>
          </a:ln>
        </p:spPr>
      </p:pic>
      <p:grpSp>
        <p:nvGrpSpPr>
          <p:cNvPr id="1295" name="Google Shape;1295;p26"/>
          <p:cNvGrpSpPr/>
          <p:nvPr/>
        </p:nvGrpSpPr>
        <p:grpSpPr>
          <a:xfrm>
            <a:off x="1869550" y="1708345"/>
            <a:ext cx="8538261" cy="3264288"/>
            <a:chOff x="0" y="-47625"/>
            <a:chExt cx="3651933" cy="1396181"/>
          </a:xfrm>
        </p:grpSpPr>
        <p:sp>
          <p:nvSpPr>
            <p:cNvPr id="1296" name="Google Shape;1296;p26"/>
            <p:cNvSpPr/>
            <p:nvPr/>
          </p:nvSpPr>
          <p:spPr>
            <a:xfrm>
              <a:off x="0" y="0"/>
              <a:ext cx="3651933" cy="1348556"/>
            </a:xfrm>
            <a:custGeom>
              <a:avLst/>
              <a:gdLst/>
              <a:ahLst/>
              <a:cxnLst/>
              <a:rect l="l" t="t" r="r" b="b"/>
              <a:pathLst>
                <a:path w="3651933" h="1348556" extrusionOk="0">
                  <a:moveTo>
                    <a:pt x="9672" y="0"/>
                  </a:moveTo>
                  <a:lnTo>
                    <a:pt x="3642261" y="0"/>
                  </a:lnTo>
                  <a:cubicBezTo>
                    <a:pt x="3647603" y="0"/>
                    <a:pt x="3651933" y="4330"/>
                    <a:pt x="3651933" y="9672"/>
                  </a:cubicBezTo>
                  <a:lnTo>
                    <a:pt x="3651933" y="1338884"/>
                  </a:lnTo>
                  <a:cubicBezTo>
                    <a:pt x="3651933" y="1344226"/>
                    <a:pt x="3647603" y="1348556"/>
                    <a:pt x="3642261" y="1348556"/>
                  </a:cubicBezTo>
                  <a:lnTo>
                    <a:pt x="9672" y="1348556"/>
                  </a:lnTo>
                  <a:cubicBezTo>
                    <a:pt x="4330" y="1348556"/>
                    <a:pt x="0" y="1344226"/>
                    <a:pt x="0" y="1338884"/>
                  </a:cubicBezTo>
                  <a:lnTo>
                    <a:pt x="0" y="9672"/>
                  </a:lnTo>
                  <a:cubicBezTo>
                    <a:pt x="0" y="4330"/>
                    <a:pt x="4330" y="0"/>
                    <a:pt x="9672" y="0"/>
                  </a:cubicBezTo>
                  <a:close/>
                </a:path>
              </a:pathLst>
            </a:custGeom>
            <a:solidFill>
              <a:srgbClr val="FF66C4"/>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1297" name="Google Shape;1297;p26"/>
            <p:cNvSpPr txBox="1"/>
            <p:nvPr/>
          </p:nvSpPr>
          <p:spPr>
            <a:xfrm>
              <a:off x="0" y="-47625"/>
              <a:ext cx="3651933" cy="1396181"/>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1298" name="Google Shape;1298;p26"/>
          <p:cNvGrpSpPr/>
          <p:nvPr/>
        </p:nvGrpSpPr>
        <p:grpSpPr>
          <a:xfrm>
            <a:off x="1973632" y="1847499"/>
            <a:ext cx="8538261" cy="3264288"/>
            <a:chOff x="0" y="-47625"/>
            <a:chExt cx="3651933" cy="1396181"/>
          </a:xfrm>
        </p:grpSpPr>
        <p:sp>
          <p:nvSpPr>
            <p:cNvPr id="1299" name="Google Shape;1299;p26"/>
            <p:cNvSpPr/>
            <p:nvPr/>
          </p:nvSpPr>
          <p:spPr>
            <a:xfrm>
              <a:off x="0" y="0"/>
              <a:ext cx="3651933" cy="1348556"/>
            </a:xfrm>
            <a:custGeom>
              <a:avLst/>
              <a:gdLst/>
              <a:ahLst/>
              <a:cxnLst/>
              <a:rect l="l" t="t" r="r" b="b"/>
              <a:pathLst>
                <a:path w="3651933" h="1348556" extrusionOk="0">
                  <a:moveTo>
                    <a:pt x="10881" y="0"/>
                  </a:moveTo>
                  <a:lnTo>
                    <a:pt x="3641052" y="0"/>
                  </a:lnTo>
                  <a:cubicBezTo>
                    <a:pt x="3647061" y="0"/>
                    <a:pt x="3651933" y="4871"/>
                    <a:pt x="3651933" y="10881"/>
                  </a:cubicBezTo>
                  <a:lnTo>
                    <a:pt x="3651933" y="1337675"/>
                  </a:lnTo>
                  <a:cubicBezTo>
                    <a:pt x="3651933" y="1340561"/>
                    <a:pt x="3650786" y="1343329"/>
                    <a:pt x="3648746" y="1345369"/>
                  </a:cubicBezTo>
                  <a:cubicBezTo>
                    <a:pt x="3646705" y="1347410"/>
                    <a:pt x="3643938" y="1348556"/>
                    <a:pt x="3641052" y="1348556"/>
                  </a:cubicBezTo>
                  <a:lnTo>
                    <a:pt x="10881" y="1348556"/>
                  </a:lnTo>
                  <a:cubicBezTo>
                    <a:pt x="4871" y="1348556"/>
                    <a:pt x="0" y="1343685"/>
                    <a:pt x="0" y="1337675"/>
                  </a:cubicBezTo>
                  <a:lnTo>
                    <a:pt x="0" y="10881"/>
                  </a:lnTo>
                  <a:cubicBezTo>
                    <a:pt x="0" y="4871"/>
                    <a:pt x="4871" y="0"/>
                    <a:pt x="10881"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1300" name="Google Shape;1300;p26"/>
            <p:cNvSpPr txBox="1"/>
            <p:nvPr/>
          </p:nvSpPr>
          <p:spPr>
            <a:xfrm>
              <a:off x="0" y="-47625"/>
              <a:ext cx="3651933" cy="1396181"/>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1301" name="Google Shape;1301;p26"/>
          <p:cNvSpPr txBox="1"/>
          <p:nvPr/>
        </p:nvSpPr>
        <p:spPr>
          <a:xfrm>
            <a:off x="2863214" y="2109929"/>
            <a:ext cx="6759000" cy="2037224"/>
          </a:xfrm>
          <a:prstGeom prst="rect">
            <a:avLst/>
          </a:prstGeom>
          <a:noFill/>
          <a:ln>
            <a:noFill/>
          </a:ln>
        </p:spPr>
        <p:txBody>
          <a:bodyPr spcFirstLastPara="1" wrap="square" lIns="0" tIns="0" rIns="0" bIns="0" anchor="t" anchorCtr="0">
            <a:spAutoFit/>
          </a:bodyPr>
          <a:lstStyle/>
          <a:p>
            <a:pPr algn="ctr" defTabSz="609630">
              <a:lnSpc>
                <a:spcPct val="115000"/>
              </a:lnSpc>
              <a:buClr>
                <a:srgbClr val="000000"/>
              </a:buClr>
            </a:pPr>
            <a:r>
              <a:rPr lang="en-US" sz="5756" kern="0" dirty="0">
                <a:solidFill>
                  <a:srgbClr val="FFFFFF"/>
                </a:solidFill>
                <a:latin typeface="Courier"/>
                <a:cs typeface="Arial"/>
                <a:sym typeface="Courier"/>
              </a:rPr>
              <a:t>LAB 7</a:t>
            </a:r>
          </a:p>
          <a:p>
            <a:pPr algn="ctr" defTabSz="609630">
              <a:lnSpc>
                <a:spcPct val="115000"/>
              </a:lnSpc>
              <a:buClr>
                <a:srgbClr val="000000"/>
              </a:buClr>
            </a:pPr>
            <a:r>
              <a:rPr lang="en-US" sz="5756" kern="0" dirty="0">
                <a:solidFill>
                  <a:srgbClr val="FFFFFF"/>
                </a:solidFill>
                <a:latin typeface="Courier"/>
                <a:cs typeface="Arial"/>
                <a:sym typeface="Courier"/>
              </a:rPr>
              <a:t>Comparison</a:t>
            </a:r>
          </a:p>
        </p:txBody>
      </p:sp>
    </p:spTree>
    <p:extLst>
      <p:ext uri="{BB962C8B-B14F-4D97-AF65-F5344CB8AC3E}">
        <p14:creationId xmlns:p14="http://schemas.microsoft.com/office/powerpoint/2010/main" val="406119081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24042" y="217287"/>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a:solidFill>
            <a:schemeClr val="accent1"/>
          </a:solidFill>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60"/>
            <a:ext cx="10326008" cy="1062920"/>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5756" kern="0" dirty="0">
                <a:solidFill>
                  <a:srgbClr val="FFFFFF"/>
                </a:solidFill>
                <a:latin typeface="Courier"/>
                <a:cs typeface="Arial"/>
                <a:sym typeface="Courier"/>
              </a:rPr>
              <a:t>CONDITIONS EXECUTION</a:t>
            </a:r>
            <a:endParaRPr sz="933"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7" name="Rectangle 1">
            <a:extLst>
              <a:ext uri="{FF2B5EF4-FFF2-40B4-BE49-F238E27FC236}">
                <a16:creationId xmlns:a16="http://schemas.microsoft.com/office/drawing/2014/main" id="{20F41085-CE44-7E37-23E2-A522BDCBBFCD}"/>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6" name="Google Shape;649;p14">
            <a:extLst>
              <a:ext uri="{FF2B5EF4-FFF2-40B4-BE49-F238E27FC236}">
                <a16:creationId xmlns:a16="http://schemas.microsoft.com/office/drawing/2014/main" id="{E3BB16DC-967E-47C6-3CF3-8F532C8FEA25}"/>
              </a:ext>
            </a:extLst>
          </p:cNvPr>
          <p:cNvSpPr txBox="1"/>
          <p:nvPr/>
        </p:nvSpPr>
        <p:spPr>
          <a:xfrm>
            <a:off x="1015964" y="2441630"/>
            <a:ext cx="9512337" cy="1608902"/>
          </a:xfrm>
          <a:prstGeom prst="rect">
            <a:avLst/>
          </a:prstGeom>
          <a:noFill/>
          <a:ln>
            <a:noFill/>
          </a:ln>
        </p:spPr>
        <p:txBody>
          <a:bodyPr spcFirstLastPara="1" wrap="square" lIns="0" tIns="0" rIns="0" bIns="0" anchor="t" anchorCtr="0">
            <a:spAutoFit/>
          </a:bodyPr>
          <a:lstStyle/>
          <a:p>
            <a:pPr marL="304815" indent="-304815" defTabSz="609630">
              <a:lnSpc>
                <a:spcPct val="139958"/>
              </a:lnSpc>
              <a:buClr>
                <a:srgbClr val="FFFFFF"/>
              </a:buClr>
              <a:buFont typeface="Arial" panose="020B0604020202020204" pitchFamily="34" charset="0"/>
              <a:buChar char="•"/>
            </a:pPr>
            <a:r>
              <a:rPr lang="en-US" sz="1867" kern="0" dirty="0">
                <a:solidFill>
                  <a:srgbClr val="FFFFFF"/>
                </a:solidFill>
                <a:latin typeface="Roboto Mono"/>
                <a:ea typeface="Roboto Mono"/>
                <a:cs typeface="Arial"/>
                <a:sym typeface="Roboto Mono"/>
              </a:rPr>
              <a:t>You already know how to ask Python questions, but you still don't know how to make reasonable use of the answers. You have to have a mechanism which will allow you to do something </a:t>
            </a:r>
            <a:r>
              <a:rPr lang="en-US" sz="1867" kern="0" dirty="0">
                <a:solidFill>
                  <a:srgbClr val="8C52FF"/>
                </a:solidFill>
                <a:latin typeface="Roboto Mono"/>
                <a:ea typeface="Roboto Mono"/>
                <a:cs typeface="Arial"/>
                <a:sym typeface="Roboto Mono"/>
              </a:rPr>
              <a:t>if a condition is met, and not do it if it isn't.</a:t>
            </a:r>
          </a:p>
        </p:txBody>
      </p:sp>
      <p:sp>
        <p:nvSpPr>
          <p:cNvPr id="3" name="Rectangle 1">
            <a:extLst>
              <a:ext uri="{FF2B5EF4-FFF2-40B4-BE49-F238E27FC236}">
                <a16:creationId xmlns:a16="http://schemas.microsoft.com/office/drawing/2014/main" id="{0E9B0D59-3084-D5BA-88A0-D33BADA639E4}"/>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4" name="Rectangle 1">
            <a:extLst>
              <a:ext uri="{FF2B5EF4-FFF2-40B4-BE49-F238E27FC236}">
                <a16:creationId xmlns:a16="http://schemas.microsoft.com/office/drawing/2014/main" id="{23F2007E-42F7-9440-F3A0-FD42A273BA15}"/>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6" name="Rectangle 5">
            <a:extLst>
              <a:ext uri="{FF2B5EF4-FFF2-40B4-BE49-F238E27FC236}">
                <a16:creationId xmlns:a16="http://schemas.microsoft.com/office/drawing/2014/main" id="{9F5FADB2-91AF-D4FA-A045-82F997FBBD17}"/>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5" name="Rectangle 1">
            <a:extLst>
              <a:ext uri="{FF2B5EF4-FFF2-40B4-BE49-F238E27FC236}">
                <a16:creationId xmlns:a16="http://schemas.microsoft.com/office/drawing/2014/main" id="{E6496D04-2116-A83E-095C-4F80A7E97EC5}"/>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9" name="Rectangle 2">
            <a:extLst>
              <a:ext uri="{FF2B5EF4-FFF2-40B4-BE49-F238E27FC236}">
                <a16:creationId xmlns:a16="http://schemas.microsoft.com/office/drawing/2014/main" id="{3E458D6A-E9DB-1287-7EA5-E23645965E69}"/>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2" name="Rectangle 2">
            <a:extLst>
              <a:ext uri="{FF2B5EF4-FFF2-40B4-BE49-F238E27FC236}">
                <a16:creationId xmlns:a16="http://schemas.microsoft.com/office/drawing/2014/main" id="{FBB22B93-F8CC-6F00-52DE-0350807328D2}"/>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3" name="Rectangle 3">
            <a:extLst>
              <a:ext uri="{FF2B5EF4-FFF2-40B4-BE49-F238E27FC236}">
                <a16:creationId xmlns:a16="http://schemas.microsoft.com/office/drawing/2014/main" id="{18B7A569-70FF-9BCA-F988-F9B46A585DE3}"/>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4" name="Rectangle 4">
            <a:extLst>
              <a:ext uri="{FF2B5EF4-FFF2-40B4-BE49-F238E27FC236}">
                <a16:creationId xmlns:a16="http://schemas.microsoft.com/office/drawing/2014/main" id="{2FCDB2EA-91A1-15F5-FC81-BD234CFC7F07}"/>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8" name="Rectangle 1">
            <a:extLst>
              <a:ext uri="{FF2B5EF4-FFF2-40B4-BE49-F238E27FC236}">
                <a16:creationId xmlns:a16="http://schemas.microsoft.com/office/drawing/2014/main" id="{6BB82DA2-17B1-893F-A864-B0D827879492}"/>
              </a:ext>
            </a:extLst>
          </p:cNvPr>
          <p:cNvSpPr>
            <a:spLocks noChangeArrowheads="1"/>
          </p:cNvSpPr>
          <p:nvPr/>
        </p:nvSpPr>
        <p:spPr bwMode="auto">
          <a:xfrm>
            <a:off x="0" y="-123109"/>
            <a:ext cx="6666569"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r>
              <a:rPr lang="en-US" altLang="en-US" sz="1200" kern="0">
                <a:solidFill>
                  <a:srgbClr val="000000"/>
                </a:solidFill>
                <a:latin typeface="Arial" panose="020B0604020202020204" pitchFamily="34" charset="0"/>
                <a:cs typeface="Arial"/>
                <a:sym typeface="Arial"/>
              </a:rPr>
              <a:t>F-strings provide a concise and readable way to embed expressions inside string literals using </a:t>
            </a:r>
            <a:r>
              <a:rPr lang="en-US" altLang="en-US" sz="667" kern="0">
                <a:solidFill>
                  <a:srgbClr val="000000"/>
                </a:solidFill>
                <a:latin typeface="Arial Unicode MS"/>
                <a:cs typeface="Arial"/>
                <a:sym typeface="Arial"/>
              </a:rPr>
              <a:t>{}</a:t>
            </a:r>
            <a:r>
              <a:rPr lang="en-US" altLang="en-US" sz="800" kern="0">
                <a:solidFill>
                  <a:srgbClr val="000000"/>
                </a:solidFill>
                <a:latin typeface="Arial"/>
                <a:cs typeface="Arial"/>
                <a:sym typeface="Arial"/>
              </a:rPr>
              <a:t>. </a:t>
            </a:r>
            <a:endParaRPr lang="en-US" altLang="en-US" sz="1200" kern="0">
              <a:solidFill>
                <a:srgbClr val="000000"/>
              </a:solidFill>
              <a:latin typeface="Arial" panose="020B0604020202020204" pitchFamily="34" charset="0"/>
              <a:cs typeface="Arial"/>
              <a:sym typeface="Arial"/>
            </a:endParaRPr>
          </a:p>
        </p:txBody>
      </p:sp>
      <p:sp>
        <p:nvSpPr>
          <p:cNvPr id="15" name="Rectangle 3">
            <a:extLst>
              <a:ext uri="{FF2B5EF4-FFF2-40B4-BE49-F238E27FC236}">
                <a16:creationId xmlns:a16="http://schemas.microsoft.com/office/drawing/2014/main" id="{858A8BFB-DEC9-6D1F-6F25-82E25BE52256}"/>
              </a:ext>
            </a:extLst>
          </p:cNvPr>
          <p:cNvSpPr>
            <a:spLocks noChangeArrowheads="1"/>
          </p:cNvSpPr>
          <p:nvPr/>
        </p:nvSpPr>
        <p:spPr bwMode="auto">
          <a:xfrm>
            <a:off x="1334542" y="4416371"/>
            <a:ext cx="4863058" cy="1169551"/>
          </a:xfrm>
          <a:prstGeom prst="rect">
            <a:avLst/>
          </a:prstGeom>
          <a:solidFill>
            <a:srgbClr val="1E1F2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r>
              <a:rPr lang="en-US" altLang="en-US" sz="2400" kern="0" dirty="0">
                <a:solidFill>
                  <a:srgbClr val="CF8E6D"/>
                </a:solidFill>
                <a:latin typeface="JetBrains Mono"/>
                <a:cs typeface="Arial"/>
                <a:sym typeface="Arial"/>
              </a:rPr>
              <a:t>if </a:t>
            </a:r>
            <a:r>
              <a:rPr lang="en-US" altLang="en-US" sz="2400" kern="0" dirty="0" err="1">
                <a:solidFill>
                  <a:srgbClr val="BCBEC4"/>
                </a:solidFill>
                <a:latin typeface="JetBrains Mono"/>
                <a:cs typeface="Arial"/>
                <a:sym typeface="Arial"/>
              </a:rPr>
              <a:t>the_weather_is_good</a:t>
            </a:r>
            <a:r>
              <a:rPr lang="en-US" altLang="en-US" sz="2400" kern="0" dirty="0">
                <a:solidFill>
                  <a:srgbClr val="BCBEC4"/>
                </a:solidFill>
                <a:latin typeface="JetBrains Mono"/>
                <a:cs typeface="Arial"/>
                <a:sym typeface="Arial"/>
              </a:rPr>
              <a:t>:</a:t>
            </a:r>
            <a:br>
              <a:rPr lang="en-US" altLang="en-US" sz="2400" kern="0" dirty="0">
                <a:solidFill>
                  <a:srgbClr val="BCBEC4"/>
                </a:solidFill>
                <a:latin typeface="JetBrains Mono"/>
                <a:cs typeface="Arial"/>
                <a:sym typeface="Arial"/>
              </a:rPr>
            </a:br>
            <a:r>
              <a:rPr lang="en-US" altLang="en-US" sz="2400" kern="0" dirty="0">
                <a:solidFill>
                  <a:srgbClr val="BCBEC4"/>
                </a:solidFill>
                <a:latin typeface="JetBrains Mono"/>
                <a:cs typeface="Arial"/>
                <a:sym typeface="Arial"/>
              </a:rPr>
              <a:t>    </a:t>
            </a:r>
            <a:r>
              <a:rPr lang="en-US" altLang="en-US" sz="2400" kern="0" dirty="0" err="1">
                <a:solidFill>
                  <a:srgbClr val="BCBEC4"/>
                </a:solidFill>
                <a:latin typeface="JetBrains Mono"/>
                <a:cs typeface="Arial"/>
                <a:sym typeface="Arial"/>
              </a:rPr>
              <a:t>go_for_a_walk</a:t>
            </a:r>
            <a:r>
              <a:rPr lang="en-US" altLang="en-US" sz="2400" kern="0" dirty="0">
                <a:solidFill>
                  <a:srgbClr val="BCBEC4"/>
                </a:solidFill>
                <a:latin typeface="JetBrains Mono"/>
                <a:cs typeface="Arial"/>
                <a:sym typeface="Arial"/>
              </a:rPr>
              <a:t>()</a:t>
            </a:r>
            <a:br>
              <a:rPr lang="en-US" altLang="en-US" sz="2400" kern="0" dirty="0">
                <a:solidFill>
                  <a:srgbClr val="BCBEC4"/>
                </a:solidFill>
                <a:latin typeface="JetBrains Mono"/>
                <a:cs typeface="Arial"/>
                <a:sym typeface="Arial"/>
              </a:rPr>
            </a:br>
            <a:r>
              <a:rPr lang="en-US" altLang="en-US" sz="2400" kern="0" dirty="0" err="1">
                <a:solidFill>
                  <a:srgbClr val="BCBEC4"/>
                </a:solidFill>
                <a:latin typeface="JetBrains Mono"/>
                <a:cs typeface="Arial"/>
                <a:sym typeface="Arial"/>
              </a:rPr>
              <a:t>have_lunch</a:t>
            </a:r>
            <a:r>
              <a:rPr lang="en-US" altLang="en-US" sz="2400" kern="0" dirty="0">
                <a:solidFill>
                  <a:srgbClr val="BCBEC4"/>
                </a:solidFill>
                <a:latin typeface="JetBrains Mono"/>
                <a:cs typeface="Arial"/>
                <a:sym typeface="Arial"/>
              </a:rPr>
              <a:t>()</a:t>
            </a:r>
            <a:endParaRPr lang="en-US" altLang="en-US" sz="2400" kern="0" dirty="0">
              <a:solidFill>
                <a:srgbClr val="000000"/>
              </a:solidFill>
              <a:latin typeface="Arial" panose="020B0604020202020204" pitchFamily="34" charset="0"/>
              <a:cs typeface="Arial"/>
              <a:sym typeface="Arial"/>
            </a:endParaRPr>
          </a:p>
        </p:txBody>
      </p:sp>
    </p:spTree>
    <p:extLst>
      <p:ext uri="{BB962C8B-B14F-4D97-AF65-F5344CB8AC3E}">
        <p14:creationId xmlns:p14="http://schemas.microsoft.com/office/powerpoint/2010/main" val="152976494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24042" y="217287"/>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a:solidFill>
            <a:schemeClr val="accent1"/>
          </a:solidFill>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60"/>
            <a:ext cx="10326008" cy="1062920"/>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5756" kern="0" dirty="0">
                <a:solidFill>
                  <a:srgbClr val="FFFFFF"/>
                </a:solidFill>
                <a:latin typeface="Courier"/>
                <a:cs typeface="Arial"/>
                <a:sym typeface="Courier"/>
              </a:rPr>
              <a:t>CONDITIONS EXECUTION</a:t>
            </a:r>
            <a:endParaRPr sz="933"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7" name="Rectangle 1">
            <a:extLst>
              <a:ext uri="{FF2B5EF4-FFF2-40B4-BE49-F238E27FC236}">
                <a16:creationId xmlns:a16="http://schemas.microsoft.com/office/drawing/2014/main" id="{20F41085-CE44-7E37-23E2-A522BDCBBFCD}"/>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3" name="Rectangle 1">
            <a:extLst>
              <a:ext uri="{FF2B5EF4-FFF2-40B4-BE49-F238E27FC236}">
                <a16:creationId xmlns:a16="http://schemas.microsoft.com/office/drawing/2014/main" id="{0E9B0D59-3084-D5BA-88A0-D33BADA639E4}"/>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4" name="Rectangle 1">
            <a:extLst>
              <a:ext uri="{FF2B5EF4-FFF2-40B4-BE49-F238E27FC236}">
                <a16:creationId xmlns:a16="http://schemas.microsoft.com/office/drawing/2014/main" id="{23F2007E-42F7-9440-F3A0-FD42A273BA15}"/>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6" name="Rectangle 5">
            <a:extLst>
              <a:ext uri="{FF2B5EF4-FFF2-40B4-BE49-F238E27FC236}">
                <a16:creationId xmlns:a16="http://schemas.microsoft.com/office/drawing/2014/main" id="{9F5FADB2-91AF-D4FA-A045-82F997FBBD17}"/>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5" name="Rectangle 1">
            <a:extLst>
              <a:ext uri="{FF2B5EF4-FFF2-40B4-BE49-F238E27FC236}">
                <a16:creationId xmlns:a16="http://schemas.microsoft.com/office/drawing/2014/main" id="{E6496D04-2116-A83E-095C-4F80A7E97EC5}"/>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9" name="Rectangle 2">
            <a:extLst>
              <a:ext uri="{FF2B5EF4-FFF2-40B4-BE49-F238E27FC236}">
                <a16:creationId xmlns:a16="http://schemas.microsoft.com/office/drawing/2014/main" id="{3E458D6A-E9DB-1287-7EA5-E23645965E69}"/>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2" name="Rectangle 2">
            <a:extLst>
              <a:ext uri="{FF2B5EF4-FFF2-40B4-BE49-F238E27FC236}">
                <a16:creationId xmlns:a16="http://schemas.microsoft.com/office/drawing/2014/main" id="{FBB22B93-F8CC-6F00-52DE-0350807328D2}"/>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3" name="Rectangle 3">
            <a:extLst>
              <a:ext uri="{FF2B5EF4-FFF2-40B4-BE49-F238E27FC236}">
                <a16:creationId xmlns:a16="http://schemas.microsoft.com/office/drawing/2014/main" id="{18B7A569-70FF-9BCA-F988-F9B46A585DE3}"/>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4" name="Rectangle 4">
            <a:extLst>
              <a:ext uri="{FF2B5EF4-FFF2-40B4-BE49-F238E27FC236}">
                <a16:creationId xmlns:a16="http://schemas.microsoft.com/office/drawing/2014/main" id="{2FCDB2EA-91A1-15F5-FC81-BD234CFC7F07}"/>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8" name="Rectangle 1">
            <a:extLst>
              <a:ext uri="{FF2B5EF4-FFF2-40B4-BE49-F238E27FC236}">
                <a16:creationId xmlns:a16="http://schemas.microsoft.com/office/drawing/2014/main" id="{6BB82DA2-17B1-893F-A864-B0D827879492}"/>
              </a:ext>
            </a:extLst>
          </p:cNvPr>
          <p:cNvSpPr>
            <a:spLocks noChangeArrowheads="1"/>
          </p:cNvSpPr>
          <p:nvPr/>
        </p:nvSpPr>
        <p:spPr bwMode="auto">
          <a:xfrm>
            <a:off x="0" y="-123109"/>
            <a:ext cx="6666569"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r>
              <a:rPr lang="en-US" altLang="en-US" sz="1200" kern="0">
                <a:solidFill>
                  <a:srgbClr val="000000"/>
                </a:solidFill>
                <a:latin typeface="Arial" panose="020B0604020202020204" pitchFamily="34" charset="0"/>
                <a:cs typeface="Arial"/>
                <a:sym typeface="Arial"/>
              </a:rPr>
              <a:t>F-strings provide a concise and readable way to embed expressions inside string literals using </a:t>
            </a:r>
            <a:r>
              <a:rPr lang="en-US" altLang="en-US" sz="667" kern="0">
                <a:solidFill>
                  <a:srgbClr val="000000"/>
                </a:solidFill>
                <a:latin typeface="Arial Unicode MS"/>
                <a:cs typeface="Arial"/>
                <a:sym typeface="Arial"/>
              </a:rPr>
              <a:t>{}</a:t>
            </a:r>
            <a:r>
              <a:rPr lang="en-US" altLang="en-US" sz="800" kern="0">
                <a:solidFill>
                  <a:srgbClr val="000000"/>
                </a:solidFill>
                <a:latin typeface="Arial"/>
                <a:cs typeface="Arial"/>
                <a:sym typeface="Arial"/>
              </a:rPr>
              <a:t>. </a:t>
            </a:r>
            <a:endParaRPr lang="en-US" altLang="en-US" sz="1200" kern="0">
              <a:solidFill>
                <a:srgbClr val="000000"/>
              </a:solidFill>
              <a:latin typeface="Arial" panose="020B0604020202020204" pitchFamily="34" charset="0"/>
              <a:cs typeface="Arial"/>
              <a:sym typeface="Arial"/>
            </a:endParaRPr>
          </a:p>
        </p:txBody>
      </p:sp>
      <p:sp>
        <p:nvSpPr>
          <p:cNvPr id="15" name="Rectangle 3">
            <a:extLst>
              <a:ext uri="{FF2B5EF4-FFF2-40B4-BE49-F238E27FC236}">
                <a16:creationId xmlns:a16="http://schemas.microsoft.com/office/drawing/2014/main" id="{858A8BFB-DEC9-6D1F-6F25-82E25BE52256}"/>
              </a:ext>
            </a:extLst>
          </p:cNvPr>
          <p:cNvSpPr>
            <a:spLocks noChangeArrowheads="1"/>
          </p:cNvSpPr>
          <p:nvPr/>
        </p:nvSpPr>
        <p:spPr bwMode="auto">
          <a:xfrm>
            <a:off x="2632093" y="2724514"/>
            <a:ext cx="6918504" cy="1908215"/>
          </a:xfrm>
          <a:prstGeom prst="rect">
            <a:avLst/>
          </a:prstGeom>
          <a:solidFill>
            <a:srgbClr val="1E1F2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r>
              <a:rPr lang="en-US" altLang="en-US" sz="4000" kern="0" dirty="0">
                <a:solidFill>
                  <a:srgbClr val="CF8E6D"/>
                </a:solidFill>
                <a:latin typeface="JetBrains Mono"/>
                <a:cs typeface="Arial"/>
                <a:sym typeface="Arial"/>
              </a:rPr>
              <a:t>if </a:t>
            </a:r>
            <a:r>
              <a:rPr lang="en-US" altLang="en-US" sz="4000" kern="0" dirty="0" err="1">
                <a:solidFill>
                  <a:srgbClr val="BCBEC4"/>
                </a:solidFill>
                <a:latin typeface="JetBrains Mono"/>
                <a:cs typeface="Arial"/>
                <a:sym typeface="Arial"/>
              </a:rPr>
              <a:t>the_weather_is_good</a:t>
            </a:r>
            <a:r>
              <a:rPr lang="en-US" altLang="en-US" sz="4000" kern="0" dirty="0">
                <a:solidFill>
                  <a:srgbClr val="BCBEC4"/>
                </a:solidFill>
                <a:latin typeface="JetBrains Mono"/>
                <a:cs typeface="Arial"/>
                <a:sym typeface="Arial"/>
              </a:rPr>
              <a:t>:</a:t>
            </a:r>
            <a:br>
              <a:rPr lang="en-US" altLang="en-US" sz="4000" kern="0" dirty="0">
                <a:solidFill>
                  <a:srgbClr val="BCBEC4"/>
                </a:solidFill>
                <a:latin typeface="JetBrains Mono"/>
                <a:cs typeface="Arial"/>
                <a:sym typeface="Arial"/>
              </a:rPr>
            </a:br>
            <a:r>
              <a:rPr lang="en-US" altLang="en-US" sz="4000" kern="0" dirty="0">
                <a:solidFill>
                  <a:srgbClr val="BCBEC4"/>
                </a:solidFill>
                <a:latin typeface="JetBrains Mono"/>
                <a:cs typeface="Arial"/>
                <a:sym typeface="Arial"/>
              </a:rPr>
              <a:t>    </a:t>
            </a:r>
            <a:r>
              <a:rPr lang="en-US" altLang="en-US" sz="4000" kern="0" dirty="0" err="1">
                <a:solidFill>
                  <a:srgbClr val="BCBEC4"/>
                </a:solidFill>
                <a:latin typeface="JetBrains Mono"/>
                <a:cs typeface="Arial"/>
                <a:sym typeface="Arial"/>
              </a:rPr>
              <a:t>go_for_a_walk</a:t>
            </a:r>
            <a:r>
              <a:rPr lang="en-US" altLang="en-US" sz="4000" kern="0" dirty="0">
                <a:solidFill>
                  <a:srgbClr val="BCBEC4"/>
                </a:solidFill>
                <a:latin typeface="JetBrains Mono"/>
                <a:cs typeface="Arial"/>
                <a:sym typeface="Arial"/>
              </a:rPr>
              <a:t>()</a:t>
            </a:r>
            <a:br>
              <a:rPr lang="en-US" altLang="en-US" sz="4000" kern="0" dirty="0">
                <a:solidFill>
                  <a:srgbClr val="BCBEC4"/>
                </a:solidFill>
                <a:latin typeface="JetBrains Mono"/>
                <a:cs typeface="Arial"/>
                <a:sym typeface="Arial"/>
              </a:rPr>
            </a:br>
            <a:r>
              <a:rPr lang="en-US" altLang="en-US" sz="4000" kern="0" dirty="0" err="1">
                <a:solidFill>
                  <a:srgbClr val="BCBEC4"/>
                </a:solidFill>
                <a:latin typeface="JetBrains Mono"/>
                <a:cs typeface="Arial"/>
                <a:sym typeface="Arial"/>
              </a:rPr>
              <a:t>have_lunch</a:t>
            </a:r>
            <a:r>
              <a:rPr lang="en-US" altLang="en-US" sz="4000" kern="0" dirty="0">
                <a:solidFill>
                  <a:srgbClr val="BCBEC4"/>
                </a:solidFill>
                <a:latin typeface="JetBrains Mono"/>
                <a:cs typeface="Arial"/>
                <a:sym typeface="Arial"/>
              </a:rPr>
              <a:t>()</a:t>
            </a:r>
            <a:endParaRPr lang="en-US" altLang="en-US" sz="4000" kern="0" dirty="0">
              <a:solidFill>
                <a:srgbClr val="000000"/>
              </a:solidFill>
              <a:latin typeface="Arial" panose="020B0604020202020204" pitchFamily="34" charset="0"/>
              <a:cs typeface="Arial"/>
              <a:sym typeface="Arial"/>
            </a:endParaRPr>
          </a:p>
        </p:txBody>
      </p:sp>
      <p:sp>
        <p:nvSpPr>
          <p:cNvPr id="11" name="Rectangle 10">
            <a:extLst>
              <a:ext uri="{FF2B5EF4-FFF2-40B4-BE49-F238E27FC236}">
                <a16:creationId xmlns:a16="http://schemas.microsoft.com/office/drawing/2014/main" id="{BC7CA4CE-506A-582E-6EAC-E832E775E8BA}"/>
              </a:ext>
            </a:extLst>
          </p:cNvPr>
          <p:cNvSpPr/>
          <p:nvPr/>
        </p:nvSpPr>
        <p:spPr>
          <a:xfrm>
            <a:off x="2954216" y="2724514"/>
            <a:ext cx="4947139" cy="1355117"/>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09630">
              <a:buClr>
                <a:srgbClr val="000000"/>
              </a:buClr>
            </a:pPr>
            <a:endParaRPr lang="en-MY" sz="933" kern="0">
              <a:solidFill>
                <a:srgbClr val="FFFFFF"/>
              </a:solidFill>
              <a:latin typeface="Arial"/>
              <a:sym typeface="Arial"/>
            </a:endParaRPr>
          </a:p>
        </p:txBody>
      </p:sp>
      <p:sp>
        <p:nvSpPr>
          <p:cNvPr id="18" name="Google Shape;649;p14">
            <a:extLst>
              <a:ext uri="{FF2B5EF4-FFF2-40B4-BE49-F238E27FC236}">
                <a16:creationId xmlns:a16="http://schemas.microsoft.com/office/drawing/2014/main" id="{5FCD9A0E-B038-8F5A-8871-B3051943F81A}"/>
              </a:ext>
            </a:extLst>
          </p:cNvPr>
          <p:cNvSpPr txBox="1"/>
          <p:nvPr/>
        </p:nvSpPr>
        <p:spPr>
          <a:xfrm>
            <a:off x="1441432" y="5235615"/>
            <a:ext cx="9512337" cy="1034129"/>
          </a:xfrm>
          <a:prstGeom prst="rect">
            <a:avLst/>
          </a:prstGeom>
          <a:noFill/>
          <a:ln>
            <a:noFill/>
          </a:ln>
        </p:spPr>
        <p:txBody>
          <a:bodyPr spcFirstLastPara="1" wrap="square" lIns="0" tIns="0" rIns="0" bIns="0" anchor="t" anchorCtr="0">
            <a:spAutoFit/>
          </a:bodyPr>
          <a:lstStyle/>
          <a:p>
            <a:pPr algn="ctr" defTabSz="609630">
              <a:lnSpc>
                <a:spcPct val="139958"/>
              </a:lnSpc>
              <a:buClr>
                <a:srgbClr val="FFFFFF"/>
              </a:buClr>
            </a:pPr>
            <a:r>
              <a:rPr lang="en-US" sz="4800" kern="0" dirty="0">
                <a:solidFill>
                  <a:srgbClr val="8C52FF"/>
                </a:solidFill>
                <a:latin typeface="Roboto Mono"/>
                <a:ea typeface="Roboto Mono"/>
                <a:cs typeface="Arial"/>
                <a:sym typeface="Roboto Mono"/>
              </a:rPr>
              <a:t>IDENTED</a:t>
            </a:r>
          </a:p>
        </p:txBody>
      </p:sp>
    </p:spTree>
    <p:extLst>
      <p:ext uri="{BB962C8B-B14F-4D97-AF65-F5344CB8AC3E}">
        <p14:creationId xmlns:p14="http://schemas.microsoft.com/office/powerpoint/2010/main" val="89513800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24042" y="217287"/>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a:solidFill>
            <a:schemeClr val="accent1"/>
          </a:solidFill>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60"/>
            <a:ext cx="10326008" cy="1062920"/>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5756" kern="0" dirty="0">
                <a:solidFill>
                  <a:srgbClr val="FFFFFF"/>
                </a:solidFill>
                <a:latin typeface="Courier"/>
                <a:cs typeface="Arial"/>
                <a:sym typeface="Courier"/>
              </a:rPr>
              <a:t>IF Statement</a:t>
            </a:r>
            <a:endParaRPr sz="933"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7" name="Rectangle 1">
            <a:extLst>
              <a:ext uri="{FF2B5EF4-FFF2-40B4-BE49-F238E27FC236}">
                <a16:creationId xmlns:a16="http://schemas.microsoft.com/office/drawing/2014/main" id="{20F41085-CE44-7E37-23E2-A522BDCBBFCD}"/>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3" name="Rectangle 1">
            <a:extLst>
              <a:ext uri="{FF2B5EF4-FFF2-40B4-BE49-F238E27FC236}">
                <a16:creationId xmlns:a16="http://schemas.microsoft.com/office/drawing/2014/main" id="{0E9B0D59-3084-D5BA-88A0-D33BADA639E4}"/>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4" name="Rectangle 1">
            <a:extLst>
              <a:ext uri="{FF2B5EF4-FFF2-40B4-BE49-F238E27FC236}">
                <a16:creationId xmlns:a16="http://schemas.microsoft.com/office/drawing/2014/main" id="{23F2007E-42F7-9440-F3A0-FD42A273BA15}"/>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6" name="Rectangle 5">
            <a:extLst>
              <a:ext uri="{FF2B5EF4-FFF2-40B4-BE49-F238E27FC236}">
                <a16:creationId xmlns:a16="http://schemas.microsoft.com/office/drawing/2014/main" id="{9F5FADB2-91AF-D4FA-A045-82F997FBBD17}"/>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5" name="Rectangle 1">
            <a:extLst>
              <a:ext uri="{FF2B5EF4-FFF2-40B4-BE49-F238E27FC236}">
                <a16:creationId xmlns:a16="http://schemas.microsoft.com/office/drawing/2014/main" id="{E6496D04-2116-A83E-095C-4F80A7E97EC5}"/>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9" name="Rectangle 2">
            <a:extLst>
              <a:ext uri="{FF2B5EF4-FFF2-40B4-BE49-F238E27FC236}">
                <a16:creationId xmlns:a16="http://schemas.microsoft.com/office/drawing/2014/main" id="{3E458D6A-E9DB-1287-7EA5-E23645965E69}"/>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2" name="Rectangle 2">
            <a:extLst>
              <a:ext uri="{FF2B5EF4-FFF2-40B4-BE49-F238E27FC236}">
                <a16:creationId xmlns:a16="http://schemas.microsoft.com/office/drawing/2014/main" id="{FBB22B93-F8CC-6F00-52DE-0350807328D2}"/>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3" name="Rectangle 3">
            <a:extLst>
              <a:ext uri="{FF2B5EF4-FFF2-40B4-BE49-F238E27FC236}">
                <a16:creationId xmlns:a16="http://schemas.microsoft.com/office/drawing/2014/main" id="{18B7A569-70FF-9BCA-F988-F9B46A585DE3}"/>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4" name="Rectangle 4">
            <a:extLst>
              <a:ext uri="{FF2B5EF4-FFF2-40B4-BE49-F238E27FC236}">
                <a16:creationId xmlns:a16="http://schemas.microsoft.com/office/drawing/2014/main" id="{2FCDB2EA-91A1-15F5-FC81-BD234CFC7F07}"/>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8" name="Rectangle 1">
            <a:extLst>
              <a:ext uri="{FF2B5EF4-FFF2-40B4-BE49-F238E27FC236}">
                <a16:creationId xmlns:a16="http://schemas.microsoft.com/office/drawing/2014/main" id="{6BB82DA2-17B1-893F-A864-B0D827879492}"/>
              </a:ext>
            </a:extLst>
          </p:cNvPr>
          <p:cNvSpPr>
            <a:spLocks noChangeArrowheads="1"/>
          </p:cNvSpPr>
          <p:nvPr/>
        </p:nvSpPr>
        <p:spPr bwMode="auto">
          <a:xfrm>
            <a:off x="0" y="-123109"/>
            <a:ext cx="6666569"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r>
              <a:rPr lang="en-US" altLang="en-US" sz="1200" kern="0">
                <a:solidFill>
                  <a:srgbClr val="000000"/>
                </a:solidFill>
                <a:latin typeface="Arial" panose="020B0604020202020204" pitchFamily="34" charset="0"/>
                <a:cs typeface="Arial"/>
                <a:sym typeface="Arial"/>
              </a:rPr>
              <a:t>F-strings provide a concise and readable way to embed expressions inside string literals using </a:t>
            </a:r>
            <a:r>
              <a:rPr lang="en-US" altLang="en-US" sz="667" kern="0">
                <a:solidFill>
                  <a:srgbClr val="000000"/>
                </a:solidFill>
                <a:latin typeface="Arial Unicode MS"/>
                <a:cs typeface="Arial"/>
                <a:sym typeface="Arial"/>
              </a:rPr>
              <a:t>{}</a:t>
            </a:r>
            <a:r>
              <a:rPr lang="en-US" altLang="en-US" sz="800" kern="0">
                <a:solidFill>
                  <a:srgbClr val="000000"/>
                </a:solidFill>
                <a:latin typeface="Arial"/>
                <a:cs typeface="Arial"/>
                <a:sym typeface="Arial"/>
              </a:rPr>
              <a:t>. </a:t>
            </a:r>
            <a:endParaRPr lang="en-US" altLang="en-US" sz="1200" kern="0">
              <a:solidFill>
                <a:srgbClr val="000000"/>
              </a:solidFill>
              <a:latin typeface="Arial" panose="020B0604020202020204" pitchFamily="34" charset="0"/>
              <a:cs typeface="Arial"/>
              <a:sym typeface="Arial"/>
            </a:endParaRPr>
          </a:p>
        </p:txBody>
      </p:sp>
      <p:sp>
        <p:nvSpPr>
          <p:cNvPr id="6" name="Google Shape;649;p14">
            <a:extLst>
              <a:ext uri="{FF2B5EF4-FFF2-40B4-BE49-F238E27FC236}">
                <a16:creationId xmlns:a16="http://schemas.microsoft.com/office/drawing/2014/main" id="{CD40FEF5-27A4-E324-EA04-FC9204EFA256}"/>
              </a:ext>
            </a:extLst>
          </p:cNvPr>
          <p:cNvSpPr txBox="1"/>
          <p:nvPr/>
        </p:nvSpPr>
        <p:spPr>
          <a:xfrm>
            <a:off x="1015964" y="2441630"/>
            <a:ext cx="9512337" cy="1206677"/>
          </a:xfrm>
          <a:prstGeom prst="rect">
            <a:avLst/>
          </a:prstGeom>
          <a:noFill/>
          <a:ln>
            <a:noFill/>
          </a:ln>
        </p:spPr>
        <p:txBody>
          <a:bodyPr spcFirstLastPara="1" wrap="square" lIns="0" tIns="0" rIns="0" bIns="0" anchor="t" anchorCtr="0">
            <a:spAutoFit/>
          </a:bodyPr>
          <a:lstStyle/>
          <a:p>
            <a:pPr marL="304815" indent="-304815" defTabSz="609630">
              <a:lnSpc>
                <a:spcPct val="139958"/>
              </a:lnSpc>
              <a:buClr>
                <a:srgbClr val="FFFFFF"/>
              </a:buClr>
              <a:buFont typeface="Arial" panose="020B0604020202020204" pitchFamily="34" charset="0"/>
              <a:buChar char="•"/>
            </a:pPr>
            <a:r>
              <a:rPr lang="en-US" sz="1867" kern="0" dirty="0">
                <a:solidFill>
                  <a:srgbClr val="FFFFFF"/>
                </a:solidFill>
                <a:latin typeface="Roboto Mono"/>
                <a:ea typeface="Roboto Mono"/>
                <a:cs typeface="Arial"/>
                <a:sym typeface="Roboto Mono"/>
              </a:rPr>
              <a:t>We've said that </a:t>
            </a:r>
            <a:r>
              <a:rPr lang="en-US" sz="1867" kern="0" dirty="0">
                <a:solidFill>
                  <a:srgbClr val="8C52FF"/>
                </a:solidFill>
                <a:latin typeface="Roboto Mono"/>
                <a:ea typeface="Roboto Mono"/>
                <a:cs typeface="Arial"/>
                <a:sym typeface="Roboto Mono"/>
              </a:rPr>
              <a:t>conditionally executed statements have to be indented</a:t>
            </a:r>
            <a:r>
              <a:rPr lang="en-US" sz="1867" kern="0" dirty="0">
                <a:solidFill>
                  <a:srgbClr val="FFFFFF"/>
                </a:solidFill>
                <a:latin typeface="Roboto Mono"/>
                <a:ea typeface="Roboto Mono"/>
                <a:cs typeface="Arial"/>
                <a:sym typeface="Roboto Mono"/>
              </a:rPr>
              <a:t>. This creates a very legible structure, clearly demonstrating all possible execution paths in the code.</a:t>
            </a:r>
            <a:endParaRPr lang="en-US" sz="1867" kern="0" dirty="0">
              <a:solidFill>
                <a:srgbClr val="8C52FF"/>
              </a:solidFill>
              <a:latin typeface="Roboto Mono"/>
              <a:ea typeface="Roboto Mono"/>
              <a:cs typeface="Arial"/>
              <a:sym typeface="Roboto Mono"/>
            </a:endParaRPr>
          </a:p>
        </p:txBody>
      </p:sp>
      <p:sp>
        <p:nvSpPr>
          <p:cNvPr id="10" name="Rectangle 1">
            <a:extLst>
              <a:ext uri="{FF2B5EF4-FFF2-40B4-BE49-F238E27FC236}">
                <a16:creationId xmlns:a16="http://schemas.microsoft.com/office/drawing/2014/main" id="{2236E742-59DD-7683-5E6B-13C76DF68BF2}"/>
              </a:ext>
            </a:extLst>
          </p:cNvPr>
          <p:cNvSpPr>
            <a:spLocks noChangeArrowheads="1"/>
          </p:cNvSpPr>
          <p:nvPr/>
        </p:nvSpPr>
        <p:spPr bwMode="auto">
          <a:xfrm>
            <a:off x="1334542" y="3938634"/>
            <a:ext cx="6992301" cy="2113720"/>
          </a:xfrm>
          <a:prstGeom prst="rect">
            <a:avLst/>
          </a:prstGeom>
          <a:solidFill>
            <a:srgbClr val="1E1F2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r>
              <a:rPr lang="en-US" altLang="en-US" sz="2667" kern="0" dirty="0">
                <a:solidFill>
                  <a:srgbClr val="CF8E6D"/>
                </a:solidFill>
                <a:latin typeface="JetBrains Mono"/>
                <a:cs typeface="Arial"/>
                <a:sym typeface="Arial"/>
              </a:rPr>
              <a:t>if </a:t>
            </a:r>
            <a:r>
              <a:rPr lang="en-US" altLang="en-US" sz="2667" kern="0" dirty="0" err="1">
                <a:solidFill>
                  <a:srgbClr val="BCBEC4"/>
                </a:solidFill>
                <a:latin typeface="JetBrains Mono"/>
                <a:cs typeface="Arial"/>
                <a:sym typeface="Arial"/>
              </a:rPr>
              <a:t>sheep_counter</a:t>
            </a:r>
            <a:r>
              <a:rPr lang="en-US" altLang="en-US" sz="2667" kern="0" dirty="0">
                <a:solidFill>
                  <a:srgbClr val="BCBEC4"/>
                </a:solidFill>
                <a:latin typeface="JetBrains Mono"/>
                <a:cs typeface="Arial"/>
                <a:sym typeface="Arial"/>
              </a:rPr>
              <a:t> &gt;= </a:t>
            </a:r>
            <a:r>
              <a:rPr lang="en-US" altLang="en-US" sz="2667" kern="0" dirty="0">
                <a:solidFill>
                  <a:srgbClr val="2AACB8"/>
                </a:solidFill>
                <a:latin typeface="JetBrains Mono"/>
                <a:cs typeface="Arial"/>
                <a:sym typeface="Arial"/>
              </a:rPr>
              <a:t>120</a:t>
            </a:r>
            <a:r>
              <a:rPr lang="en-US" altLang="en-US" sz="2667" kern="0" dirty="0">
                <a:solidFill>
                  <a:srgbClr val="BCBEC4"/>
                </a:solidFill>
                <a:latin typeface="JetBrains Mono"/>
                <a:cs typeface="Arial"/>
                <a:sym typeface="Arial"/>
              </a:rPr>
              <a:t>:</a:t>
            </a:r>
            <a:br>
              <a:rPr lang="en-US" altLang="en-US" sz="2667" kern="0" dirty="0">
                <a:solidFill>
                  <a:srgbClr val="BCBEC4"/>
                </a:solidFill>
                <a:latin typeface="JetBrains Mono"/>
                <a:cs typeface="Arial"/>
                <a:sym typeface="Arial"/>
              </a:rPr>
            </a:br>
            <a:r>
              <a:rPr lang="en-US" altLang="en-US" sz="2667" kern="0" dirty="0">
                <a:solidFill>
                  <a:srgbClr val="BCBEC4"/>
                </a:solidFill>
                <a:latin typeface="JetBrains Mono"/>
                <a:cs typeface="Arial"/>
                <a:sym typeface="Arial"/>
              </a:rPr>
              <a:t>    </a:t>
            </a:r>
            <a:r>
              <a:rPr lang="en-US" altLang="en-US" sz="2667" kern="0" dirty="0" err="1">
                <a:solidFill>
                  <a:srgbClr val="BCBEC4"/>
                </a:solidFill>
                <a:latin typeface="JetBrains Mono"/>
                <a:cs typeface="Arial"/>
                <a:sym typeface="Arial"/>
              </a:rPr>
              <a:t>make_a_bed</a:t>
            </a:r>
            <a:r>
              <a:rPr lang="en-US" altLang="en-US" sz="2667" kern="0" dirty="0">
                <a:solidFill>
                  <a:srgbClr val="BCBEC4"/>
                </a:solidFill>
                <a:latin typeface="JetBrains Mono"/>
                <a:cs typeface="Arial"/>
                <a:sym typeface="Arial"/>
              </a:rPr>
              <a:t>()</a:t>
            </a:r>
            <a:br>
              <a:rPr lang="en-US" altLang="en-US" sz="2667" kern="0" dirty="0">
                <a:solidFill>
                  <a:srgbClr val="BCBEC4"/>
                </a:solidFill>
                <a:latin typeface="JetBrains Mono"/>
                <a:cs typeface="Arial"/>
                <a:sym typeface="Arial"/>
              </a:rPr>
            </a:br>
            <a:r>
              <a:rPr lang="en-US" altLang="en-US" sz="2667" kern="0" dirty="0">
                <a:solidFill>
                  <a:srgbClr val="BCBEC4"/>
                </a:solidFill>
                <a:latin typeface="JetBrains Mono"/>
                <a:cs typeface="Arial"/>
                <a:sym typeface="Arial"/>
              </a:rPr>
              <a:t>    </a:t>
            </a:r>
            <a:r>
              <a:rPr lang="en-US" altLang="en-US" sz="2667" kern="0" dirty="0" err="1">
                <a:solidFill>
                  <a:srgbClr val="BCBEC4"/>
                </a:solidFill>
                <a:latin typeface="JetBrains Mono"/>
                <a:cs typeface="Arial"/>
                <a:sym typeface="Arial"/>
              </a:rPr>
              <a:t>take_a_shower</a:t>
            </a:r>
            <a:r>
              <a:rPr lang="en-US" altLang="en-US" sz="2667" kern="0" dirty="0">
                <a:solidFill>
                  <a:srgbClr val="BCBEC4"/>
                </a:solidFill>
                <a:latin typeface="JetBrains Mono"/>
                <a:cs typeface="Arial"/>
                <a:sym typeface="Arial"/>
              </a:rPr>
              <a:t>()</a:t>
            </a:r>
            <a:br>
              <a:rPr lang="en-US" altLang="en-US" sz="2667" kern="0" dirty="0">
                <a:solidFill>
                  <a:srgbClr val="BCBEC4"/>
                </a:solidFill>
                <a:latin typeface="JetBrains Mono"/>
                <a:cs typeface="Arial"/>
                <a:sym typeface="Arial"/>
              </a:rPr>
            </a:br>
            <a:r>
              <a:rPr lang="en-US" altLang="en-US" sz="2667" kern="0" dirty="0">
                <a:solidFill>
                  <a:srgbClr val="BCBEC4"/>
                </a:solidFill>
                <a:latin typeface="JetBrains Mono"/>
                <a:cs typeface="Arial"/>
                <a:sym typeface="Arial"/>
              </a:rPr>
              <a:t>    </a:t>
            </a:r>
            <a:r>
              <a:rPr lang="en-US" altLang="en-US" sz="2667" kern="0" dirty="0" err="1">
                <a:solidFill>
                  <a:srgbClr val="BCBEC4"/>
                </a:solidFill>
                <a:latin typeface="JetBrains Mono"/>
                <a:cs typeface="Arial"/>
                <a:sym typeface="Arial"/>
              </a:rPr>
              <a:t>sleep_and_dream</a:t>
            </a:r>
            <a:r>
              <a:rPr lang="en-US" altLang="en-US" sz="2667" kern="0" dirty="0">
                <a:solidFill>
                  <a:srgbClr val="BCBEC4"/>
                </a:solidFill>
                <a:latin typeface="JetBrains Mono"/>
                <a:cs typeface="Arial"/>
                <a:sym typeface="Arial"/>
              </a:rPr>
              <a:t>()</a:t>
            </a:r>
            <a:br>
              <a:rPr lang="en-US" altLang="en-US" sz="2667" kern="0" dirty="0">
                <a:solidFill>
                  <a:srgbClr val="BCBEC4"/>
                </a:solidFill>
                <a:latin typeface="JetBrains Mono"/>
                <a:cs typeface="Arial"/>
                <a:sym typeface="Arial"/>
              </a:rPr>
            </a:br>
            <a:r>
              <a:rPr lang="en-US" altLang="en-US" sz="2667" kern="0" dirty="0" err="1">
                <a:solidFill>
                  <a:srgbClr val="BCBEC4"/>
                </a:solidFill>
                <a:latin typeface="JetBrains Mono"/>
                <a:cs typeface="Arial"/>
                <a:sym typeface="Arial"/>
              </a:rPr>
              <a:t>feed_the_sheepdogs</a:t>
            </a:r>
            <a:r>
              <a:rPr lang="en-US" altLang="en-US" sz="2667" kern="0" dirty="0">
                <a:solidFill>
                  <a:srgbClr val="BCBEC4"/>
                </a:solidFill>
                <a:latin typeface="JetBrains Mono"/>
                <a:cs typeface="Arial"/>
                <a:sym typeface="Arial"/>
              </a:rPr>
              <a:t>()</a:t>
            </a:r>
            <a:endParaRPr lang="en-US" altLang="en-US" sz="2667" kern="0" dirty="0">
              <a:solidFill>
                <a:srgbClr val="000000"/>
              </a:solidFill>
              <a:latin typeface="Arial" panose="020B0604020202020204" pitchFamily="34" charset="0"/>
              <a:cs typeface="Arial"/>
              <a:sym typeface="Arial"/>
            </a:endParaRPr>
          </a:p>
        </p:txBody>
      </p:sp>
    </p:spTree>
    <p:extLst>
      <p:ext uri="{BB962C8B-B14F-4D97-AF65-F5344CB8AC3E}">
        <p14:creationId xmlns:p14="http://schemas.microsoft.com/office/powerpoint/2010/main" val="192501056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24042" y="217287"/>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a:solidFill>
            <a:schemeClr val="accent1"/>
          </a:solidFill>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60"/>
            <a:ext cx="10326008" cy="1062920"/>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5756" kern="0" dirty="0">
                <a:solidFill>
                  <a:srgbClr val="FFFFFF"/>
                </a:solidFill>
                <a:latin typeface="Courier"/>
                <a:cs typeface="Arial"/>
                <a:sym typeface="Courier"/>
              </a:rPr>
              <a:t>if-else Statement</a:t>
            </a:r>
            <a:endParaRPr sz="933"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7" name="Rectangle 1">
            <a:extLst>
              <a:ext uri="{FF2B5EF4-FFF2-40B4-BE49-F238E27FC236}">
                <a16:creationId xmlns:a16="http://schemas.microsoft.com/office/drawing/2014/main" id="{20F41085-CE44-7E37-23E2-A522BDCBBFCD}"/>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3" name="Rectangle 1">
            <a:extLst>
              <a:ext uri="{FF2B5EF4-FFF2-40B4-BE49-F238E27FC236}">
                <a16:creationId xmlns:a16="http://schemas.microsoft.com/office/drawing/2014/main" id="{0E9B0D59-3084-D5BA-88A0-D33BADA639E4}"/>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4" name="Rectangle 1">
            <a:extLst>
              <a:ext uri="{FF2B5EF4-FFF2-40B4-BE49-F238E27FC236}">
                <a16:creationId xmlns:a16="http://schemas.microsoft.com/office/drawing/2014/main" id="{23F2007E-42F7-9440-F3A0-FD42A273BA15}"/>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6" name="Rectangle 5">
            <a:extLst>
              <a:ext uri="{FF2B5EF4-FFF2-40B4-BE49-F238E27FC236}">
                <a16:creationId xmlns:a16="http://schemas.microsoft.com/office/drawing/2014/main" id="{9F5FADB2-91AF-D4FA-A045-82F997FBBD17}"/>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5" name="Rectangle 1">
            <a:extLst>
              <a:ext uri="{FF2B5EF4-FFF2-40B4-BE49-F238E27FC236}">
                <a16:creationId xmlns:a16="http://schemas.microsoft.com/office/drawing/2014/main" id="{E6496D04-2116-A83E-095C-4F80A7E97EC5}"/>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9" name="Rectangle 2">
            <a:extLst>
              <a:ext uri="{FF2B5EF4-FFF2-40B4-BE49-F238E27FC236}">
                <a16:creationId xmlns:a16="http://schemas.microsoft.com/office/drawing/2014/main" id="{3E458D6A-E9DB-1287-7EA5-E23645965E69}"/>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2" name="Rectangle 2">
            <a:extLst>
              <a:ext uri="{FF2B5EF4-FFF2-40B4-BE49-F238E27FC236}">
                <a16:creationId xmlns:a16="http://schemas.microsoft.com/office/drawing/2014/main" id="{FBB22B93-F8CC-6F00-52DE-0350807328D2}"/>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3" name="Rectangle 3">
            <a:extLst>
              <a:ext uri="{FF2B5EF4-FFF2-40B4-BE49-F238E27FC236}">
                <a16:creationId xmlns:a16="http://schemas.microsoft.com/office/drawing/2014/main" id="{18B7A569-70FF-9BCA-F988-F9B46A585DE3}"/>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4" name="Rectangle 4">
            <a:extLst>
              <a:ext uri="{FF2B5EF4-FFF2-40B4-BE49-F238E27FC236}">
                <a16:creationId xmlns:a16="http://schemas.microsoft.com/office/drawing/2014/main" id="{2FCDB2EA-91A1-15F5-FC81-BD234CFC7F07}"/>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6" name="Google Shape;649;p14">
            <a:extLst>
              <a:ext uri="{FF2B5EF4-FFF2-40B4-BE49-F238E27FC236}">
                <a16:creationId xmlns:a16="http://schemas.microsoft.com/office/drawing/2014/main" id="{CD40FEF5-27A4-E324-EA04-FC9204EFA256}"/>
              </a:ext>
            </a:extLst>
          </p:cNvPr>
          <p:cNvSpPr txBox="1"/>
          <p:nvPr/>
        </p:nvSpPr>
        <p:spPr>
          <a:xfrm>
            <a:off x="1015964" y="2441629"/>
            <a:ext cx="9512337" cy="2413353"/>
          </a:xfrm>
          <a:prstGeom prst="rect">
            <a:avLst/>
          </a:prstGeom>
          <a:noFill/>
          <a:ln>
            <a:noFill/>
          </a:ln>
        </p:spPr>
        <p:txBody>
          <a:bodyPr spcFirstLastPara="1" wrap="square" lIns="0" tIns="0" rIns="0" bIns="0" anchor="t" anchorCtr="0">
            <a:spAutoFit/>
          </a:bodyPr>
          <a:lstStyle/>
          <a:p>
            <a:pPr marL="304815" indent="-304815" defTabSz="609630">
              <a:lnSpc>
                <a:spcPct val="139958"/>
              </a:lnSpc>
              <a:buClr>
                <a:srgbClr val="FFFFFF"/>
              </a:buClr>
              <a:buFont typeface="Arial" panose="020B0604020202020204" pitchFamily="34" charset="0"/>
              <a:buChar char="•"/>
            </a:pPr>
            <a:r>
              <a:rPr lang="en-US" sz="1867" kern="0" dirty="0">
                <a:solidFill>
                  <a:srgbClr val="FFFFFF"/>
                </a:solidFill>
                <a:latin typeface="Roboto Mono"/>
                <a:ea typeface="Roboto Mono"/>
                <a:cs typeface="Arial"/>
                <a:sym typeface="Roboto Mono"/>
              </a:rPr>
              <a:t>We can say, for example: </a:t>
            </a:r>
            <a:r>
              <a:rPr lang="en-US" sz="1867" i="1" kern="0" dirty="0">
                <a:solidFill>
                  <a:srgbClr val="FFFFFF"/>
                </a:solidFill>
                <a:latin typeface="Roboto Mono"/>
                <a:ea typeface="Roboto Mono"/>
                <a:cs typeface="Arial"/>
                <a:sym typeface="Roboto Mono"/>
              </a:rPr>
              <a:t>If the weather is good, we will go for a walk, otherwise we will go to a theater.</a:t>
            </a:r>
          </a:p>
          <a:p>
            <a:pPr marL="304815" indent="-304815" defTabSz="609630">
              <a:lnSpc>
                <a:spcPct val="139958"/>
              </a:lnSpc>
              <a:buClr>
                <a:srgbClr val="FFFFFF"/>
              </a:buClr>
              <a:buFont typeface="Arial" panose="020B0604020202020204" pitchFamily="34" charset="0"/>
              <a:buChar char="•"/>
            </a:pPr>
            <a:endParaRPr lang="en-US" sz="1867" kern="0" dirty="0">
              <a:solidFill>
                <a:srgbClr val="FFFFFF"/>
              </a:solidFill>
              <a:latin typeface="Roboto Mono"/>
              <a:ea typeface="Roboto Mono"/>
              <a:cs typeface="Arial"/>
              <a:sym typeface="Roboto Mono"/>
            </a:endParaRPr>
          </a:p>
          <a:p>
            <a:pPr marL="304815" indent="-304815" defTabSz="609630">
              <a:lnSpc>
                <a:spcPct val="139958"/>
              </a:lnSpc>
              <a:buClr>
                <a:srgbClr val="FFFFFF"/>
              </a:buClr>
              <a:buFont typeface="Arial" panose="020B0604020202020204" pitchFamily="34" charset="0"/>
              <a:buChar char="•"/>
            </a:pPr>
            <a:r>
              <a:rPr lang="en-US" sz="1867" kern="0" dirty="0">
                <a:solidFill>
                  <a:srgbClr val="FFFFFF"/>
                </a:solidFill>
                <a:latin typeface="Roboto Mono"/>
                <a:ea typeface="Roboto Mono"/>
                <a:cs typeface="Arial"/>
                <a:sym typeface="Roboto Mono"/>
              </a:rPr>
              <a:t>Now we know what we'll do </a:t>
            </a:r>
            <a:r>
              <a:rPr lang="en-US" sz="1867" kern="0" dirty="0">
                <a:solidFill>
                  <a:srgbClr val="8C52FF"/>
                </a:solidFill>
                <a:latin typeface="Roboto Mono"/>
                <a:ea typeface="Roboto Mono"/>
                <a:cs typeface="Arial"/>
                <a:sym typeface="Roboto Mono"/>
              </a:rPr>
              <a:t>if the conditions are met</a:t>
            </a:r>
            <a:r>
              <a:rPr lang="en-US" sz="1867" kern="0" dirty="0">
                <a:solidFill>
                  <a:srgbClr val="FFFFFF"/>
                </a:solidFill>
                <a:latin typeface="Roboto Mono"/>
                <a:ea typeface="Roboto Mono"/>
                <a:cs typeface="Arial"/>
                <a:sym typeface="Roboto Mono"/>
              </a:rPr>
              <a:t>, and we know what we'll do </a:t>
            </a:r>
            <a:r>
              <a:rPr lang="en-US" sz="1867" kern="0" dirty="0">
                <a:solidFill>
                  <a:srgbClr val="8C52FF"/>
                </a:solidFill>
                <a:latin typeface="Roboto Mono"/>
                <a:ea typeface="Roboto Mono"/>
                <a:cs typeface="Arial"/>
                <a:sym typeface="Roboto Mono"/>
              </a:rPr>
              <a:t>if not everything goes our way</a:t>
            </a:r>
            <a:r>
              <a:rPr lang="en-US" sz="1867" kern="0" dirty="0">
                <a:solidFill>
                  <a:srgbClr val="FFFFFF"/>
                </a:solidFill>
                <a:latin typeface="Roboto Mono"/>
                <a:ea typeface="Roboto Mono"/>
                <a:cs typeface="Arial"/>
                <a:sym typeface="Roboto Mono"/>
              </a:rPr>
              <a:t>. In other words, we have a "Plan B".</a:t>
            </a:r>
            <a:endParaRPr lang="en-US" sz="1867" kern="0" dirty="0">
              <a:solidFill>
                <a:srgbClr val="8C52FF"/>
              </a:solidFill>
              <a:latin typeface="Roboto Mono"/>
              <a:ea typeface="Roboto Mono"/>
              <a:cs typeface="Arial"/>
              <a:sym typeface="Roboto Mono"/>
            </a:endParaRPr>
          </a:p>
        </p:txBody>
      </p:sp>
      <p:sp>
        <p:nvSpPr>
          <p:cNvPr id="15" name="Rectangle 2">
            <a:extLst>
              <a:ext uri="{FF2B5EF4-FFF2-40B4-BE49-F238E27FC236}">
                <a16:creationId xmlns:a16="http://schemas.microsoft.com/office/drawing/2014/main" id="{FB59A76D-E671-EDDA-3350-030EE493093B}"/>
              </a:ext>
            </a:extLst>
          </p:cNvPr>
          <p:cNvSpPr>
            <a:spLocks noChangeArrowheads="1"/>
          </p:cNvSpPr>
          <p:nvPr/>
        </p:nvSpPr>
        <p:spPr bwMode="auto">
          <a:xfrm>
            <a:off x="4169075" y="4767513"/>
            <a:ext cx="7283975" cy="1498167"/>
          </a:xfrm>
          <a:prstGeom prst="rect">
            <a:avLst/>
          </a:prstGeom>
          <a:solidFill>
            <a:srgbClr val="1E1F2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r>
              <a:rPr lang="en-US" altLang="en-US" sz="1867" kern="0" dirty="0">
                <a:solidFill>
                  <a:srgbClr val="CF8E6D"/>
                </a:solidFill>
                <a:latin typeface="JetBrains Mono"/>
                <a:cs typeface="Arial"/>
                <a:sym typeface="Arial"/>
              </a:rPr>
              <a:t>if </a:t>
            </a:r>
            <a:r>
              <a:rPr lang="en-US" altLang="en-US" sz="1867" kern="0" dirty="0" err="1">
                <a:solidFill>
                  <a:srgbClr val="BCBEC4"/>
                </a:solidFill>
                <a:latin typeface="JetBrains Mono"/>
                <a:cs typeface="Arial"/>
                <a:sym typeface="Arial"/>
              </a:rPr>
              <a:t>the_weather_is_good</a:t>
            </a:r>
            <a:r>
              <a:rPr lang="en-US" altLang="en-US" sz="1867" kern="0" dirty="0">
                <a:solidFill>
                  <a:srgbClr val="BCBEC4"/>
                </a:solidFill>
                <a:latin typeface="JetBrains Mono"/>
                <a:cs typeface="Arial"/>
                <a:sym typeface="Arial"/>
              </a:rPr>
              <a:t>:</a:t>
            </a:r>
            <a:br>
              <a:rPr lang="en-US" altLang="en-US" sz="1867" kern="0" dirty="0">
                <a:solidFill>
                  <a:srgbClr val="BCBEC4"/>
                </a:solidFill>
                <a:latin typeface="JetBrains Mono"/>
                <a:cs typeface="Arial"/>
                <a:sym typeface="Arial"/>
              </a:rPr>
            </a:br>
            <a:r>
              <a:rPr lang="en-US" altLang="en-US" sz="1867" kern="0" dirty="0">
                <a:solidFill>
                  <a:srgbClr val="BCBEC4"/>
                </a:solidFill>
                <a:latin typeface="JetBrains Mono"/>
                <a:cs typeface="Arial"/>
                <a:sym typeface="Arial"/>
              </a:rPr>
              <a:t>    </a:t>
            </a:r>
            <a:r>
              <a:rPr lang="en-US" altLang="en-US" sz="1867" kern="0" dirty="0" err="1">
                <a:solidFill>
                  <a:srgbClr val="BCBEC4"/>
                </a:solidFill>
                <a:latin typeface="JetBrains Mono"/>
                <a:cs typeface="Arial"/>
                <a:sym typeface="Arial"/>
              </a:rPr>
              <a:t>go_for_a_walk</a:t>
            </a:r>
            <a:r>
              <a:rPr lang="en-US" altLang="en-US" sz="1867" kern="0" dirty="0">
                <a:solidFill>
                  <a:srgbClr val="BCBEC4"/>
                </a:solidFill>
                <a:latin typeface="JetBrains Mono"/>
                <a:cs typeface="Arial"/>
                <a:sym typeface="Arial"/>
              </a:rPr>
              <a:t>()</a:t>
            </a:r>
            <a:br>
              <a:rPr lang="en-US" altLang="en-US" sz="1867" kern="0" dirty="0">
                <a:solidFill>
                  <a:srgbClr val="BCBEC4"/>
                </a:solidFill>
                <a:latin typeface="JetBrains Mono"/>
                <a:cs typeface="Arial"/>
                <a:sym typeface="Arial"/>
              </a:rPr>
            </a:br>
            <a:r>
              <a:rPr lang="en-US" altLang="en-US" sz="1867" kern="0" dirty="0">
                <a:solidFill>
                  <a:srgbClr val="CF8E6D"/>
                </a:solidFill>
                <a:latin typeface="JetBrains Mono"/>
                <a:cs typeface="Arial"/>
                <a:sym typeface="Arial"/>
              </a:rPr>
              <a:t>else</a:t>
            </a:r>
            <a:r>
              <a:rPr lang="en-US" altLang="en-US" sz="1867" kern="0" dirty="0">
                <a:solidFill>
                  <a:srgbClr val="BCBEC4"/>
                </a:solidFill>
                <a:latin typeface="JetBrains Mono"/>
                <a:cs typeface="Arial"/>
                <a:sym typeface="Arial"/>
              </a:rPr>
              <a:t>:</a:t>
            </a:r>
            <a:br>
              <a:rPr lang="en-US" altLang="en-US" sz="1867" kern="0" dirty="0">
                <a:solidFill>
                  <a:srgbClr val="BCBEC4"/>
                </a:solidFill>
                <a:latin typeface="JetBrains Mono"/>
                <a:cs typeface="Arial"/>
                <a:sym typeface="Arial"/>
              </a:rPr>
            </a:br>
            <a:r>
              <a:rPr lang="en-US" altLang="en-US" sz="1867" kern="0" dirty="0">
                <a:solidFill>
                  <a:srgbClr val="BCBEC4"/>
                </a:solidFill>
                <a:latin typeface="JetBrains Mono"/>
                <a:cs typeface="Arial"/>
                <a:sym typeface="Arial"/>
              </a:rPr>
              <a:t>    </a:t>
            </a:r>
            <a:r>
              <a:rPr lang="en-US" altLang="en-US" sz="1867" kern="0" dirty="0" err="1">
                <a:solidFill>
                  <a:srgbClr val="BCBEC4"/>
                </a:solidFill>
                <a:latin typeface="JetBrains Mono"/>
                <a:cs typeface="Arial"/>
                <a:sym typeface="Arial"/>
              </a:rPr>
              <a:t>go_to_a_theater</a:t>
            </a:r>
            <a:r>
              <a:rPr lang="en-US" altLang="en-US" sz="1867" kern="0" dirty="0">
                <a:solidFill>
                  <a:srgbClr val="BCBEC4"/>
                </a:solidFill>
                <a:latin typeface="JetBrains Mono"/>
                <a:cs typeface="Arial"/>
                <a:sym typeface="Arial"/>
              </a:rPr>
              <a:t>()</a:t>
            </a:r>
            <a:br>
              <a:rPr lang="en-US" altLang="en-US" sz="1867" kern="0" dirty="0">
                <a:solidFill>
                  <a:srgbClr val="BCBEC4"/>
                </a:solidFill>
                <a:latin typeface="JetBrains Mono"/>
                <a:cs typeface="Arial"/>
                <a:sym typeface="Arial"/>
              </a:rPr>
            </a:br>
            <a:r>
              <a:rPr lang="en-US" altLang="en-US" sz="1867" kern="0" dirty="0" err="1">
                <a:solidFill>
                  <a:srgbClr val="BCBEC4"/>
                </a:solidFill>
                <a:latin typeface="JetBrains Mono"/>
                <a:cs typeface="Arial"/>
                <a:sym typeface="Arial"/>
              </a:rPr>
              <a:t>have_lunch</a:t>
            </a:r>
            <a:r>
              <a:rPr lang="en-US" altLang="en-US" sz="1867" kern="0" dirty="0">
                <a:solidFill>
                  <a:srgbClr val="BCBEC4"/>
                </a:solidFill>
                <a:latin typeface="JetBrains Mono"/>
                <a:cs typeface="Arial"/>
                <a:sym typeface="Arial"/>
              </a:rPr>
              <a:t>()</a:t>
            </a:r>
            <a:endParaRPr lang="en-US" altLang="en-US" sz="1867" kern="0" dirty="0">
              <a:solidFill>
                <a:srgbClr val="000000"/>
              </a:solidFill>
              <a:latin typeface="Arial" panose="020B0604020202020204" pitchFamily="34" charset="0"/>
              <a:cs typeface="Arial"/>
              <a:sym typeface="Arial"/>
            </a:endParaRPr>
          </a:p>
        </p:txBody>
      </p:sp>
    </p:spTree>
    <p:extLst>
      <p:ext uri="{BB962C8B-B14F-4D97-AF65-F5344CB8AC3E}">
        <p14:creationId xmlns:p14="http://schemas.microsoft.com/office/powerpoint/2010/main" val="233016609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24042" y="217287"/>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a:solidFill>
            <a:schemeClr val="accent1"/>
          </a:solidFill>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60"/>
            <a:ext cx="10722297" cy="886397"/>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4800" kern="0" dirty="0">
                <a:solidFill>
                  <a:srgbClr val="FFFFFF"/>
                </a:solidFill>
                <a:latin typeface="Courier"/>
                <a:cs typeface="Arial"/>
                <a:sym typeface="Courier"/>
              </a:rPr>
              <a:t>Nested if-else Statement</a:t>
            </a:r>
            <a:endParaRPr sz="4800"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7" name="Rectangle 1">
            <a:extLst>
              <a:ext uri="{FF2B5EF4-FFF2-40B4-BE49-F238E27FC236}">
                <a16:creationId xmlns:a16="http://schemas.microsoft.com/office/drawing/2014/main" id="{20F41085-CE44-7E37-23E2-A522BDCBBFCD}"/>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3" name="Rectangle 1">
            <a:extLst>
              <a:ext uri="{FF2B5EF4-FFF2-40B4-BE49-F238E27FC236}">
                <a16:creationId xmlns:a16="http://schemas.microsoft.com/office/drawing/2014/main" id="{0E9B0D59-3084-D5BA-88A0-D33BADA639E4}"/>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4" name="Rectangle 1">
            <a:extLst>
              <a:ext uri="{FF2B5EF4-FFF2-40B4-BE49-F238E27FC236}">
                <a16:creationId xmlns:a16="http://schemas.microsoft.com/office/drawing/2014/main" id="{23F2007E-42F7-9440-F3A0-FD42A273BA15}"/>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6" name="Rectangle 5">
            <a:extLst>
              <a:ext uri="{FF2B5EF4-FFF2-40B4-BE49-F238E27FC236}">
                <a16:creationId xmlns:a16="http://schemas.microsoft.com/office/drawing/2014/main" id="{9F5FADB2-91AF-D4FA-A045-82F997FBBD17}"/>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5" name="Rectangle 1">
            <a:extLst>
              <a:ext uri="{FF2B5EF4-FFF2-40B4-BE49-F238E27FC236}">
                <a16:creationId xmlns:a16="http://schemas.microsoft.com/office/drawing/2014/main" id="{E6496D04-2116-A83E-095C-4F80A7E97EC5}"/>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9" name="Rectangle 2">
            <a:extLst>
              <a:ext uri="{FF2B5EF4-FFF2-40B4-BE49-F238E27FC236}">
                <a16:creationId xmlns:a16="http://schemas.microsoft.com/office/drawing/2014/main" id="{3E458D6A-E9DB-1287-7EA5-E23645965E69}"/>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2" name="Rectangle 2">
            <a:extLst>
              <a:ext uri="{FF2B5EF4-FFF2-40B4-BE49-F238E27FC236}">
                <a16:creationId xmlns:a16="http://schemas.microsoft.com/office/drawing/2014/main" id="{FBB22B93-F8CC-6F00-52DE-0350807328D2}"/>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3" name="Rectangle 3">
            <a:extLst>
              <a:ext uri="{FF2B5EF4-FFF2-40B4-BE49-F238E27FC236}">
                <a16:creationId xmlns:a16="http://schemas.microsoft.com/office/drawing/2014/main" id="{18B7A569-70FF-9BCA-F988-F9B46A585DE3}"/>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4" name="Rectangle 4">
            <a:extLst>
              <a:ext uri="{FF2B5EF4-FFF2-40B4-BE49-F238E27FC236}">
                <a16:creationId xmlns:a16="http://schemas.microsoft.com/office/drawing/2014/main" id="{2FCDB2EA-91A1-15F5-FC81-BD234CFC7F07}"/>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6" name="Google Shape;649;p14">
            <a:extLst>
              <a:ext uri="{FF2B5EF4-FFF2-40B4-BE49-F238E27FC236}">
                <a16:creationId xmlns:a16="http://schemas.microsoft.com/office/drawing/2014/main" id="{CD40FEF5-27A4-E324-EA04-FC9204EFA256}"/>
              </a:ext>
            </a:extLst>
          </p:cNvPr>
          <p:cNvSpPr txBox="1"/>
          <p:nvPr/>
        </p:nvSpPr>
        <p:spPr>
          <a:xfrm>
            <a:off x="4734067" y="2313779"/>
            <a:ext cx="7115273" cy="4424481"/>
          </a:xfrm>
          <a:prstGeom prst="rect">
            <a:avLst/>
          </a:prstGeom>
          <a:noFill/>
          <a:ln>
            <a:noFill/>
          </a:ln>
        </p:spPr>
        <p:txBody>
          <a:bodyPr spcFirstLastPara="1" wrap="square" lIns="0" tIns="0" rIns="0" bIns="0" anchor="t" anchorCtr="0">
            <a:spAutoFit/>
          </a:bodyPr>
          <a:lstStyle/>
          <a:p>
            <a:pPr marL="304815" indent="-304815" defTabSz="609630">
              <a:lnSpc>
                <a:spcPct val="139958"/>
              </a:lnSpc>
              <a:buClr>
                <a:srgbClr val="FFFFFF"/>
              </a:buClr>
              <a:buFont typeface="Arial" panose="020B0604020202020204" pitchFamily="34" charset="0"/>
              <a:buChar char="•"/>
            </a:pPr>
            <a:r>
              <a:rPr lang="en-US" sz="1867" kern="0" dirty="0">
                <a:solidFill>
                  <a:srgbClr val="FFFFFF"/>
                </a:solidFill>
                <a:latin typeface="Roboto Mono"/>
                <a:ea typeface="Roboto Mono"/>
                <a:cs typeface="Arial"/>
                <a:sym typeface="Roboto Mono"/>
              </a:rPr>
              <a:t>this use of the if statement is known as </a:t>
            </a:r>
            <a:r>
              <a:rPr lang="en-US" sz="1867" kern="0" dirty="0">
                <a:solidFill>
                  <a:srgbClr val="8C52FF"/>
                </a:solidFill>
                <a:latin typeface="Roboto Mono"/>
                <a:ea typeface="Roboto Mono"/>
                <a:cs typeface="Arial"/>
                <a:sym typeface="Roboto Mono"/>
              </a:rPr>
              <a:t>nesting</a:t>
            </a:r>
            <a:r>
              <a:rPr lang="en-US" sz="1867" kern="0" dirty="0">
                <a:solidFill>
                  <a:srgbClr val="FFFFFF"/>
                </a:solidFill>
                <a:latin typeface="Roboto Mono"/>
                <a:ea typeface="Roboto Mono"/>
                <a:cs typeface="Arial"/>
                <a:sym typeface="Roboto Mono"/>
              </a:rPr>
              <a:t>; remember that every else refers to the if which lies at the </a:t>
            </a:r>
            <a:r>
              <a:rPr lang="en-US" sz="1867" kern="0" dirty="0">
                <a:solidFill>
                  <a:srgbClr val="8C52FF"/>
                </a:solidFill>
                <a:latin typeface="Roboto Mono"/>
                <a:ea typeface="Roboto Mono"/>
                <a:cs typeface="Arial"/>
                <a:sym typeface="Roboto Mono"/>
              </a:rPr>
              <a:t>same indentation level</a:t>
            </a:r>
            <a:r>
              <a:rPr lang="en-US" sz="1867" kern="0" dirty="0">
                <a:solidFill>
                  <a:srgbClr val="FFFFFF"/>
                </a:solidFill>
                <a:latin typeface="Roboto Mono"/>
                <a:ea typeface="Roboto Mono"/>
                <a:cs typeface="Arial"/>
                <a:sym typeface="Roboto Mono"/>
              </a:rPr>
              <a:t>; you need to know this to determine how the ifs and </a:t>
            </a:r>
            <a:r>
              <a:rPr lang="en-US" sz="1867" kern="0" dirty="0" err="1">
                <a:solidFill>
                  <a:srgbClr val="FFFFFF"/>
                </a:solidFill>
                <a:latin typeface="Roboto Mono"/>
                <a:ea typeface="Roboto Mono"/>
                <a:cs typeface="Arial"/>
                <a:sym typeface="Roboto Mono"/>
              </a:rPr>
              <a:t>elses</a:t>
            </a:r>
            <a:r>
              <a:rPr lang="en-US" sz="1867" kern="0" dirty="0">
                <a:solidFill>
                  <a:srgbClr val="FFFFFF"/>
                </a:solidFill>
                <a:latin typeface="Roboto Mono"/>
                <a:ea typeface="Roboto Mono"/>
                <a:cs typeface="Arial"/>
                <a:sym typeface="Roboto Mono"/>
              </a:rPr>
              <a:t> pair up;</a:t>
            </a:r>
          </a:p>
          <a:p>
            <a:pPr marL="304815" indent="-304815" defTabSz="609630">
              <a:lnSpc>
                <a:spcPct val="139958"/>
              </a:lnSpc>
              <a:buClr>
                <a:srgbClr val="FFFFFF"/>
              </a:buClr>
              <a:buFont typeface="Arial" panose="020B0604020202020204" pitchFamily="34" charset="0"/>
              <a:buChar char="•"/>
            </a:pPr>
            <a:endParaRPr lang="en-US" sz="1867" kern="0" dirty="0">
              <a:solidFill>
                <a:srgbClr val="FFFFFF"/>
              </a:solidFill>
              <a:latin typeface="Roboto Mono"/>
              <a:ea typeface="Roboto Mono"/>
              <a:cs typeface="Arial"/>
              <a:sym typeface="Roboto Mono"/>
            </a:endParaRPr>
          </a:p>
          <a:p>
            <a:pPr marL="304815" indent="-304815" defTabSz="609630">
              <a:lnSpc>
                <a:spcPct val="139958"/>
              </a:lnSpc>
              <a:buClr>
                <a:srgbClr val="FFFFFF"/>
              </a:buClr>
              <a:buFont typeface="Arial" panose="020B0604020202020204" pitchFamily="34" charset="0"/>
              <a:buChar char="•"/>
            </a:pPr>
            <a:r>
              <a:rPr lang="en-US" sz="1867" kern="0" dirty="0">
                <a:solidFill>
                  <a:srgbClr val="FFFFFF"/>
                </a:solidFill>
                <a:latin typeface="Roboto Mono"/>
                <a:ea typeface="Roboto Mono"/>
                <a:cs typeface="Arial"/>
                <a:sym typeface="Roboto Mono"/>
              </a:rPr>
              <a:t>consider how the </a:t>
            </a:r>
            <a:r>
              <a:rPr lang="en-US" sz="1867" kern="0" dirty="0">
                <a:solidFill>
                  <a:srgbClr val="8C52FF"/>
                </a:solidFill>
                <a:latin typeface="Roboto Mono"/>
                <a:ea typeface="Roboto Mono"/>
                <a:cs typeface="Arial"/>
                <a:sym typeface="Roboto Mono"/>
              </a:rPr>
              <a:t>indentation improves readability</a:t>
            </a:r>
            <a:r>
              <a:rPr lang="en-US" sz="1867" kern="0" dirty="0">
                <a:solidFill>
                  <a:srgbClr val="FFFFFF"/>
                </a:solidFill>
                <a:latin typeface="Roboto Mono"/>
                <a:ea typeface="Roboto Mono"/>
                <a:cs typeface="Arial"/>
                <a:sym typeface="Roboto Mono"/>
              </a:rPr>
              <a:t> and makes the code easier to understand and trace.</a:t>
            </a:r>
          </a:p>
          <a:p>
            <a:pPr marL="304815" indent="-304815" defTabSz="609630">
              <a:lnSpc>
                <a:spcPct val="139958"/>
              </a:lnSpc>
              <a:buClr>
                <a:srgbClr val="FFFFFF"/>
              </a:buClr>
              <a:buFont typeface="Arial" panose="020B0604020202020204" pitchFamily="34" charset="0"/>
              <a:buChar char="•"/>
            </a:pPr>
            <a:endParaRPr lang="en-US" sz="1867" kern="0" dirty="0">
              <a:solidFill>
                <a:srgbClr val="8C52FF"/>
              </a:solidFill>
              <a:latin typeface="Roboto Mono"/>
              <a:ea typeface="Roboto Mono"/>
              <a:cs typeface="Arial"/>
              <a:sym typeface="Roboto Mono"/>
            </a:endParaRPr>
          </a:p>
          <a:p>
            <a:pPr marL="304815" indent="-304815" defTabSz="609630">
              <a:lnSpc>
                <a:spcPct val="139958"/>
              </a:lnSpc>
              <a:buClr>
                <a:srgbClr val="FFFFFF"/>
              </a:buClr>
              <a:buFont typeface="Arial" panose="020B0604020202020204" pitchFamily="34" charset="0"/>
              <a:buChar char="•"/>
            </a:pPr>
            <a:endParaRPr lang="en-US" sz="1867" kern="0" dirty="0">
              <a:solidFill>
                <a:srgbClr val="8C52FF"/>
              </a:solidFill>
              <a:latin typeface="Roboto Mono"/>
              <a:ea typeface="Roboto Mono"/>
              <a:cs typeface="Arial"/>
              <a:sym typeface="Roboto Mono"/>
            </a:endParaRPr>
          </a:p>
        </p:txBody>
      </p:sp>
      <p:sp>
        <p:nvSpPr>
          <p:cNvPr id="8" name="Rectangle 1">
            <a:extLst>
              <a:ext uri="{FF2B5EF4-FFF2-40B4-BE49-F238E27FC236}">
                <a16:creationId xmlns:a16="http://schemas.microsoft.com/office/drawing/2014/main" id="{B69545FA-5C35-197D-0FF9-A5A328A0AA59}"/>
              </a:ext>
            </a:extLst>
          </p:cNvPr>
          <p:cNvSpPr>
            <a:spLocks noChangeArrowheads="1"/>
          </p:cNvSpPr>
          <p:nvPr/>
        </p:nvSpPr>
        <p:spPr bwMode="auto">
          <a:xfrm>
            <a:off x="745509" y="2453401"/>
            <a:ext cx="3576399" cy="3343864"/>
          </a:xfrm>
          <a:prstGeom prst="rect">
            <a:avLst/>
          </a:prstGeom>
          <a:solidFill>
            <a:srgbClr val="1E1F2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r>
              <a:rPr lang="en-US" altLang="en-US" sz="2133" kern="0" dirty="0">
                <a:solidFill>
                  <a:srgbClr val="CF8E6D"/>
                </a:solidFill>
                <a:latin typeface="JetBrains Mono"/>
                <a:cs typeface="Arial"/>
                <a:sym typeface="Arial"/>
              </a:rPr>
              <a:t>if </a:t>
            </a:r>
            <a:r>
              <a:rPr lang="en-US" altLang="en-US" sz="2133" kern="0" dirty="0" err="1">
                <a:solidFill>
                  <a:srgbClr val="BCBEC4"/>
                </a:solidFill>
                <a:latin typeface="JetBrains Mono"/>
                <a:cs typeface="Arial"/>
                <a:sym typeface="Arial"/>
              </a:rPr>
              <a:t>the_weather_is_good</a:t>
            </a:r>
            <a:r>
              <a:rPr lang="en-US" altLang="en-US" sz="2133" kern="0" dirty="0">
                <a:solidFill>
                  <a:srgbClr val="BCBEC4"/>
                </a:solidFill>
                <a:latin typeface="JetBrains Mono"/>
                <a:cs typeface="Arial"/>
                <a:sym typeface="Arial"/>
              </a:rPr>
              <a:t>:</a:t>
            </a:r>
            <a:br>
              <a:rPr lang="en-US" altLang="en-US" sz="2133" kern="0" dirty="0">
                <a:solidFill>
                  <a:srgbClr val="BCBEC4"/>
                </a:solidFill>
                <a:latin typeface="JetBrains Mono"/>
                <a:cs typeface="Arial"/>
                <a:sym typeface="Arial"/>
              </a:rPr>
            </a:br>
            <a:r>
              <a:rPr lang="en-US" altLang="en-US" sz="2133" kern="0" dirty="0">
                <a:solidFill>
                  <a:srgbClr val="BCBEC4"/>
                </a:solidFill>
                <a:latin typeface="JetBrains Mono"/>
                <a:cs typeface="Arial"/>
                <a:sym typeface="Arial"/>
              </a:rPr>
              <a:t>    </a:t>
            </a:r>
            <a:r>
              <a:rPr lang="en-US" altLang="en-US" sz="2133" kern="0" dirty="0">
                <a:solidFill>
                  <a:srgbClr val="CF8E6D"/>
                </a:solidFill>
                <a:latin typeface="JetBrains Mono"/>
                <a:cs typeface="Arial"/>
                <a:sym typeface="Arial"/>
              </a:rPr>
              <a:t>if </a:t>
            </a:r>
            <a:r>
              <a:rPr lang="en-US" altLang="en-US" sz="2133" kern="0" dirty="0" err="1">
                <a:solidFill>
                  <a:srgbClr val="BCBEC4"/>
                </a:solidFill>
                <a:latin typeface="JetBrains Mono"/>
                <a:cs typeface="Arial"/>
                <a:sym typeface="Arial"/>
              </a:rPr>
              <a:t>nice_restaurant_is_found</a:t>
            </a:r>
            <a:r>
              <a:rPr lang="en-US" altLang="en-US" sz="2133" kern="0" dirty="0">
                <a:solidFill>
                  <a:srgbClr val="BCBEC4"/>
                </a:solidFill>
                <a:latin typeface="JetBrains Mono"/>
                <a:cs typeface="Arial"/>
                <a:sym typeface="Arial"/>
              </a:rPr>
              <a:t>:</a:t>
            </a:r>
            <a:br>
              <a:rPr lang="en-US" altLang="en-US" sz="2133" kern="0" dirty="0">
                <a:solidFill>
                  <a:srgbClr val="BCBEC4"/>
                </a:solidFill>
                <a:latin typeface="JetBrains Mono"/>
                <a:cs typeface="Arial"/>
                <a:sym typeface="Arial"/>
              </a:rPr>
            </a:br>
            <a:r>
              <a:rPr lang="en-US" altLang="en-US" sz="2133" kern="0" dirty="0">
                <a:solidFill>
                  <a:srgbClr val="BCBEC4"/>
                </a:solidFill>
                <a:latin typeface="JetBrains Mono"/>
                <a:cs typeface="Arial"/>
                <a:sym typeface="Arial"/>
              </a:rPr>
              <a:t>        </a:t>
            </a:r>
            <a:r>
              <a:rPr lang="en-US" altLang="en-US" sz="2133" kern="0" dirty="0" err="1">
                <a:solidFill>
                  <a:srgbClr val="BCBEC4"/>
                </a:solidFill>
                <a:latin typeface="JetBrains Mono"/>
                <a:cs typeface="Arial"/>
                <a:sym typeface="Arial"/>
              </a:rPr>
              <a:t>have_lunch</a:t>
            </a:r>
            <a:r>
              <a:rPr lang="en-US" altLang="en-US" sz="2133" kern="0" dirty="0">
                <a:solidFill>
                  <a:srgbClr val="BCBEC4"/>
                </a:solidFill>
                <a:latin typeface="JetBrains Mono"/>
                <a:cs typeface="Arial"/>
                <a:sym typeface="Arial"/>
              </a:rPr>
              <a:t>()</a:t>
            </a:r>
            <a:br>
              <a:rPr lang="en-US" altLang="en-US" sz="2133" kern="0" dirty="0">
                <a:solidFill>
                  <a:srgbClr val="BCBEC4"/>
                </a:solidFill>
                <a:latin typeface="JetBrains Mono"/>
                <a:cs typeface="Arial"/>
                <a:sym typeface="Arial"/>
              </a:rPr>
            </a:br>
            <a:r>
              <a:rPr lang="en-US" altLang="en-US" sz="2133" kern="0" dirty="0">
                <a:solidFill>
                  <a:srgbClr val="BCBEC4"/>
                </a:solidFill>
                <a:latin typeface="JetBrains Mono"/>
                <a:cs typeface="Arial"/>
                <a:sym typeface="Arial"/>
              </a:rPr>
              <a:t>    </a:t>
            </a:r>
            <a:r>
              <a:rPr lang="en-US" altLang="en-US" sz="2133" kern="0" dirty="0">
                <a:solidFill>
                  <a:srgbClr val="CF8E6D"/>
                </a:solidFill>
                <a:latin typeface="JetBrains Mono"/>
                <a:cs typeface="Arial"/>
                <a:sym typeface="Arial"/>
              </a:rPr>
              <a:t>else</a:t>
            </a:r>
            <a:r>
              <a:rPr lang="en-US" altLang="en-US" sz="2133" kern="0" dirty="0">
                <a:solidFill>
                  <a:srgbClr val="BCBEC4"/>
                </a:solidFill>
                <a:latin typeface="JetBrains Mono"/>
                <a:cs typeface="Arial"/>
                <a:sym typeface="Arial"/>
              </a:rPr>
              <a:t>:</a:t>
            </a:r>
            <a:br>
              <a:rPr lang="en-US" altLang="en-US" sz="2133" kern="0" dirty="0">
                <a:solidFill>
                  <a:srgbClr val="BCBEC4"/>
                </a:solidFill>
                <a:latin typeface="JetBrains Mono"/>
                <a:cs typeface="Arial"/>
                <a:sym typeface="Arial"/>
              </a:rPr>
            </a:br>
            <a:r>
              <a:rPr lang="en-US" altLang="en-US" sz="2133" kern="0" dirty="0">
                <a:solidFill>
                  <a:srgbClr val="BCBEC4"/>
                </a:solidFill>
                <a:latin typeface="JetBrains Mono"/>
                <a:cs typeface="Arial"/>
                <a:sym typeface="Arial"/>
              </a:rPr>
              <a:t>        </a:t>
            </a:r>
            <a:r>
              <a:rPr lang="en-US" altLang="en-US" sz="2133" kern="0" dirty="0" err="1">
                <a:solidFill>
                  <a:srgbClr val="BCBEC4"/>
                </a:solidFill>
                <a:latin typeface="JetBrains Mono"/>
                <a:cs typeface="Arial"/>
                <a:sym typeface="Arial"/>
              </a:rPr>
              <a:t>eat_a_sandwich</a:t>
            </a:r>
            <a:r>
              <a:rPr lang="en-US" altLang="en-US" sz="2133" kern="0" dirty="0">
                <a:solidFill>
                  <a:srgbClr val="BCBEC4"/>
                </a:solidFill>
                <a:latin typeface="JetBrains Mono"/>
                <a:cs typeface="Arial"/>
                <a:sym typeface="Arial"/>
              </a:rPr>
              <a:t>()</a:t>
            </a:r>
            <a:br>
              <a:rPr lang="en-US" altLang="en-US" sz="2133" kern="0" dirty="0">
                <a:solidFill>
                  <a:srgbClr val="BCBEC4"/>
                </a:solidFill>
                <a:latin typeface="JetBrains Mono"/>
                <a:cs typeface="Arial"/>
                <a:sym typeface="Arial"/>
              </a:rPr>
            </a:br>
            <a:r>
              <a:rPr lang="en-US" altLang="en-US" sz="2133" kern="0" dirty="0">
                <a:solidFill>
                  <a:srgbClr val="CF8E6D"/>
                </a:solidFill>
                <a:latin typeface="JetBrains Mono"/>
                <a:cs typeface="Arial"/>
                <a:sym typeface="Arial"/>
              </a:rPr>
              <a:t>else</a:t>
            </a:r>
            <a:r>
              <a:rPr lang="en-US" altLang="en-US" sz="2133" kern="0" dirty="0">
                <a:solidFill>
                  <a:srgbClr val="BCBEC4"/>
                </a:solidFill>
                <a:latin typeface="JetBrains Mono"/>
                <a:cs typeface="Arial"/>
                <a:sym typeface="Arial"/>
              </a:rPr>
              <a:t>:</a:t>
            </a:r>
            <a:br>
              <a:rPr lang="en-US" altLang="en-US" sz="2133" kern="0" dirty="0">
                <a:solidFill>
                  <a:srgbClr val="BCBEC4"/>
                </a:solidFill>
                <a:latin typeface="JetBrains Mono"/>
                <a:cs typeface="Arial"/>
                <a:sym typeface="Arial"/>
              </a:rPr>
            </a:br>
            <a:r>
              <a:rPr lang="en-US" altLang="en-US" sz="2133" kern="0" dirty="0">
                <a:solidFill>
                  <a:srgbClr val="BCBEC4"/>
                </a:solidFill>
                <a:latin typeface="JetBrains Mono"/>
                <a:cs typeface="Arial"/>
                <a:sym typeface="Arial"/>
              </a:rPr>
              <a:t>    </a:t>
            </a:r>
            <a:r>
              <a:rPr lang="en-US" altLang="en-US" sz="2133" kern="0" dirty="0">
                <a:solidFill>
                  <a:srgbClr val="CF8E6D"/>
                </a:solidFill>
                <a:latin typeface="JetBrains Mono"/>
                <a:cs typeface="Arial"/>
                <a:sym typeface="Arial"/>
              </a:rPr>
              <a:t>if </a:t>
            </a:r>
            <a:r>
              <a:rPr lang="en-US" altLang="en-US" sz="2133" kern="0" dirty="0" err="1">
                <a:solidFill>
                  <a:srgbClr val="BCBEC4"/>
                </a:solidFill>
                <a:latin typeface="JetBrains Mono"/>
                <a:cs typeface="Arial"/>
                <a:sym typeface="Arial"/>
              </a:rPr>
              <a:t>tickets_are_available</a:t>
            </a:r>
            <a:r>
              <a:rPr lang="en-US" altLang="en-US" sz="2133" kern="0" dirty="0">
                <a:solidFill>
                  <a:srgbClr val="BCBEC4"/>
                </a:solidFill>
                <a:latin typeface="JetBrains Mono"/>
                <a:cs typeface="Arial"/>
                <a:sym typeface="Arial"/>
              </a:rPr>
              <a:t>:</a:t>
            </a:r>
            <a:br>
              <a:rPr lang="en-US" altLang="en-US" sz="2133" kern="0" dirty="0">
                <a:solidFill>
                  <a:srgbClr val="BCBEC4"/>
                </a:solidFill>
                <a:latin typeface="JetBrains Mono"/>
                <a:cs typeface="Arial"/>
                <a:sym typeface="Arial"/>
              </a:rPr>
            </a:br>
            <a:r>
              <a:rPr lang="en-US" altLang="en-US" sz="2133" kern="0" dirty="0">
                <a:solidFill>
                  <a:srgbClr val="BCBEC4"/>
                </a:solidFill>
                <a:latin typeface="JetBrains Mono"/>
                <a:cs typeface="Arial"/>
                <a:sym typeface="Arial"/>
              </a:rPr>
              <a:t>        </a:t>
            </a:r>
            <a:r>
              <a:rPr lang="en-US" altLang="en-US" sz="2133" kern="0" dirty="0" err="1">
                <a:solidFill>
                  <a:srgbClr val="BCBEC4"/>
                </a:solidFill>
                <a:latin typeface="JetBrains Mono"/>
                <a:cs typeface="Arial"/>
                <a:sym typeface="Arial"/>
              </a:rPr>
              <a:t>go_to_the_theater</a:t>
            </a:r>
            <a:r>
              <a:rPr lang="en-US" altLang="en-US" sz="2133" kern="0" dirty="0">
                <a:solidFill>
                  <a:srgbClr val="BCBEC4"/>
                </a:solidFill>
                <a:latin typeface="JetBrains Mono"/>
                <a:cs typeface="Arial"/>
                <a:sym typeface="Arial"/>
              </a:rPr>
              <a:t>()</a:t>
            </a:r>
            <a:br>
              <a:rPr lang="en-US" altLang="en-US" sz="2133" kern="0" dirty="0">
                <a:solidFill>
                  <a:srgbClr val="BCBEC4"/>
                </a:solidFill>
                <a:latin typeface="JetBrains Mono"/>
                <a:cs typeface="Arial"/>
                <a:sym typeface="Arial"/>
              </a:rPr>
            </a:br>
            <a:r>
              <a:rPr lang="en-US" altLang="en-US" sz="2133" kern="0" dirty="0">
                <a:solidFill>
                  <a:srgbClr val="BCBEC4"/>
                </a:solidFill>
                <a:latin typeface="JetBrains Mono"/>
                <a:cs typeface="Arial"/>
                <a:sym typeface="Arial"/>
              </a:rPr>
              <a:t>    </a:t>
            </a:r>
            <a:r>
              <a:rPr lang="en-US" altLang="en-US" sz="2133" kern="0" dirty="0">
                <a:solidFill>
                  <a:srgbClr val="CF8E6D"/>
                </a:solidFill>
                <a:latin typeface="JetBrains Mono"/>
                <a:cs typeface="Arial"/>
                <a:sym typeface="Arial"/>
              </a:rPr>
              <a:t>else</a:t>
            </a:r>
            <a:r>
              <a:rPr lang="en-US" altLang="en-US" sz="2133" kern="0" dirty="0">
                <a:solidFill>
                  <a:srgbClr val="BCBEC4"/>
                </a:solidFill>
                <a:latin typeface="JetBrains Mono"/>
                <a:cs typeface="Arial"/>
                <a:sym typeface="Arial"/>
              </a:rPr>
              <a:t>:</a:t>
            </a:r>
            <a:br>
              <a:rPr lang="en-US" altLang="en-US" sz="2133" kern="0" dirty="0">
                <a:solidFill>
                  <a:srgbClr val="BCBEC4"/>
                </a:solidFill>
                <a:latin typeface="JetBrains Mono"/>
                <a:cs typeface="Arial"/>
                <a:sym typeface="Arial"/>
              </a:rPr>
            </a:br>
            <a:r>
              <a:rPr lang="en-US" altLang="en-US" sz="2133" kern="0" dirty="0">
                <a:solidFill>
                  <a:srgbClr val="BCBEC4"/>
                </a:solidFill>
                <a:latin typeface="JetBrains Mono"/>
                <a:cs typeface="Arial"/>
                <a:sym typeface="Arial"/>
              </a:rPr>
              <a:t>        </a:t>
            </a:r>
            <a:r>
              <a:rPr lang="en-US" altLang="en-US" sz="2133" kern="0" dirty="0" err="1">
                <a:solidFill>
                  <a:srgbClr val="BCBEC4"/>
                </a:solidFill>
                <a:latin typeface="JetBrains Mono"/>
                <a:cs typeface="Arial"/>
                <a:sym typeface="Arial"/>
              </a:rPr>
              <a:t>go_shopping</a:t>
            </a:r>
            <a:r>
              <a:rPr lang="en-US" altLang="en-US" sz="2133" kern="0" dirty="0">
                <a:solidFill>
                  <a:srgbClr val="BCBEC4"/>
                </a:solidFill>
                <a:latin typeface="JetBrains Mono"/>
                <a:cs typeface="Arial"/>
                <a:sym typeface="Arial"/>
              </a:rPr>
              <a:t>()</a:t>
            </a:r>
            <a:endParaRPr lang="en-US" altLang="en-US" sz="2133" kern="0" dirty="0">
              <a:solidFill>
                <a:srgbClr val="000000"/>
              </a:solidFill>
              <a:latin typeface="Arial" panose="020B0604020202020204" pitchFamily="34" charset="0"/>
              <a:cs typeface="Arial"/>
              <a:sym typeface="Arial"/>
            </a:endParaRPr>
          </a:p>
        </p:txBody>
      </p:sp>
      <p:sp>
        <p:nvSpPr>
          <p:cNvPr id="19" name="Rectangle 6">
            <a:extLst>
              <a:ext uri="{FF2B5EF4-FFF2-40B4-BE49-F238E27FC236}">
                <a16:creationId xmlns:a16="http://schemas.microsoft.com/office/drawing/2014/main" id="{2F3AD926-407F-EEE3-312F-6508C2090088}"/>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Tree>
    <p:extLst>
      <p:ext uri="{BB962C8B-B14F-4D97-AF65-F5344CB8AC3E}">
        <p14:creationId xmlns:p14="http://schemas.microsoft.com/office/powerpoint/2010/main" val="187651703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24042" y="217287"/>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a:solidFill>
            <a:schemeClr val="accent1"/>
          </a:solidFill>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60"/>
            <a:ext cx="10722297" cy="886397"/>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4800" kern="0" dirty="0" err="1">
                <a:solidFill>
                  <a:srgbClr val="FFFFFF"/>
                </a:solidFill>
                <a:latin typeface="Courier"/>
                <a:cs typeface="Arial"/>
                <a:sym typeface="Courier"/>
              </a:rPr>
              <a:t>elif</a:t>
            </a:r>
            <a:r>
              <a:rPr lang="en-US" sz="4800" kern="0" dirty="0">
                <a:solidFill>
                  <a:srgbClr val="FFFFFF"/>
                </a:solidFill>
                <a:latin typeface="Courier"/>
                <a:cs typeface="Arial"/>
                <a:sym typeface="Courier"/>
              </a:rPr>
              <a:t> Statement</a:t>
            </a:r>
            <a:endParaRPr sz="4800"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7" name="Rectangle 1">
            <a:extLst>
              <a:ext uri="{FF2B5EF4-FFF2-40B4-BE49-F238E27FC236}">
                <a16:creationId xmlns:a16="http://schemas.microsoft.com/office/drawing/2014/main" id="{20F41085-CE44-7E37-23E2-A522BDCBBFCD}"/>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3" name="Rectangle 1">
            <a:extLst>
              <a:ext uri="{FF2B5EF4-FFF2-40B4-BE49-F238E27FC236}">
                <a16:creationId xmlns:a16="http://schemas.microsoft.com/office/drawing/2014/main" id="{0E9B0D59-3084-D5BA-88A0-D33BADA639E4}"/>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4" name="Rectangle 1">
            <a:extLst>
              <a:ext uri="{FF2B5EF4-FFF2-40B4-BE49-F238E27FC236}">
                <a16:creationId xmlns:a16="http://schemas.microsoft.com/office/drawing/2014/main" id="{23F2007E-42F7-9440-F3A0-FD42A273BA15}"/>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6" name="Rectangle 5">
            <a:extLst>
              <a:ext uri="{FF2B5EF4-FFF2-40B4-BE49-F238E27FC236}">
                <a16:creationId xmlns:a16="http://schemas.microsoft.com/office/drawing/2014/main" id="{9F5FADB2-91AF-D4FA-A045-82F997FBBD17}"/>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5" name="Rectangle 1">
            <a:extLst>
              <a:ext uri="{FF2B5EF4-FFF2-40B4-BE49-F238E27FC236}">
                <a16:creationId xmlns:a16="http://schemas.microsoft.com/office/drawing/2014/main" id="{E6496D04-2116-A83E-095C-4F80A7E97EC5}"/>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9" name="Rectangle 2">
            <a:extLst>
              <a:ext uri="{FF2B5EF4-FFF2-40B4-BE49-F238E27FC236}">
                <a16:creationId xmlns:a16="http://schemas.microsoft.com/office/drawing/2014/main" id="{3E458D6A-E9DB-1287-7EA5-E23645965E69}"/>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2" name="Rectangle 2">
            <a:extLst>
              <a:ext uri="{FF2B5EF4-FFF2-40B4-BE49-F238E27FC236}">
                <a16:creationId xmlns:a16="http://schemas.microsoft.com/office/drawing/2014/main" id="{FBB22B93-F8CC-6F00-52DE-0350807328D2}"/>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3" name="Rectangle 3">
            <a:extLst>
              <a:ext uri="{FF2B5EF4-FFF2-40B4-BE49-F238E27FC236}">
                <a16:creationId xmlns:a16="http://schemas.microsoft.com/office/drawing/2014/main" id="{18B7A569-70FF-9BCA-F988-F9B46A585DE3}"/>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4" name="Rectangle 4">
            <a:extLst>
              <a:ext uri="{FF2B5EF4-FFF2-40B4-BE49-F238E27FC236}">
                <a16:creationId xmlns:a16="http://schemas.microsoft.com/office/drawing/2014/main" id="{2FCDB2EA-91A1-15F5-FC81-BD234CFC7F07}"/>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6" name="Google Shape;649;p14">
            <a:extLst>
              <a:ext uri="{FF2B5EF4-FFF2-40B4-BE49-F238E27FC236}">
                <a16:creationId xmlns:a16="http://schemas.microsoft.com/office/drawing/2014/main" id="{CD40FEF5-27A4-E324-EA04-FC9204EFA256}"/>
              </a:ext>
            </a:extLst>
          </p:cNvPr>
          <p:cNvSpPr txBox="1"/>
          <p:nvPr/>
        </p:nvSpPr>
        <p:spPr>
          <a:xfrm>
            <a:off x="685801" y="2313779"/>
            <a:ext cx="11163539" cy="2815579"/>
          </a:xfrm>
          <a:prstGeom prst="rect">
            <a:avLst/>
          </a:prstGeom>
          <a:noFill/>
          <a:ln>
            <a:noFill/>
          </a:ln>
        </p:spPr>
        <p:txBody>
          <a:bodyPr spcFirstLastPara="1" wrap="square" lIns="0" tIns="0" rIns="0" bIns="0" anchor="t" anchorCtr="0">
            <a:spAutoFit/>
          </a:bodyPr>
          <a:lstStyle/>
          <a:p>
            <a:pPr marL="304815" indent="-304815" defTabSz="609630">
              <a:lnSpc>
                <a:spcPct val="139958"/>
              </a:lnSpc>
              <a:buClr>
                <a:srgbClr val="FFFFFF"/>
              </a:buClr>
              <a:buFont typeface="Arial" panose="020B0604020202020204" pitchFamily="34" charset="0"/>
              <a:buChar char="•"/>
            </a:pPr>
            <a:r>
              <a:rPr lang="en-US" sz="1867" kern="0" dirty="0">
                <a:solidFill>
                  <a:srgbClr val="FFFFFF"/>
                </a:solidFill>
                <a:latin typeface="Roboto Mono"/>
                <a:ea typeface="Roboto Mono"/>
                <a:cs typeface="Arial"/>
                <a:sym typeface="Roboto Mono"/>
              </a:rPr>
              <a:t>The second special case introduces another new Python keyword: </a:t>
            </a:r>
            <a:r>
              <a:rPr lang="en-US" sz="1867" kern="0" dirty="0" err="1">
                <a:solidFill>
                  <a:srgbClr val="8C52FF"/>
                </a:solidFill>
                <a:latin typeface="Roboto Mono"/>
                <a:ea typeface="Roboto Mono"/>
                <a:cs typeface="Arial"/>
                <a:sym typeface="Roboto Mono"/>
              </a:rPr>
              <a:t>elif</a:t>
            </a:r>
            <a:r>
              <a:rPr lang="en-US" sz="1867" kern="0" dirty="0">
                <a:solidFill>
                  <a:srgbClr val="FFFFFF"/>
                </a:solidFill>
                <a:latin typeface="Roboto Mono"/>
                <a:ea typeface="Roboto Mono"/>
                <a:cs typeface="Arial"/>
                <a:sym typeface="Roboto Mono"/>
              </a:rPr>
              <a:t>. As you probably suspect, it's a shorter form of </a:t>
            </a:r>
            <a:r>
              <a:rPr lang="en-US" sz="1867" kern="0" dirty="0">
                <a:solidFill>
                  <a:srgbClr val="8C52FF"/>
                </a:solidFill>
                <a:latin typeface="Roboto Mono"/>
                <a:ea typeface="Roboto Mono"/>
                <a:cs typeface="Arial"/>
                <a:sym typeface="Roboto Mono"/>
              </a:rPr>
              <a:t>else if</a:t>
            </a:r>
            <a:r>
              <a:rPr lang="en-US" sz="1867" kern="0" dirty="0">
                <a:solidFill>
                  <a:srgbClr val="FFFFFF"/>
                </a:solidFill>
                <a:latin typeface="Roboto Mono"/>
                <a:ea typeface="Roboto Mono"/>
                <a:cs typeface="Arial"/>
                <a:sym typeface="Roboto Mono"/>
              </a:rPr>
              <a:t>.</a:t>
            </a:r>
          </a:p>
          <a:p>
            <a:pPr marL="304815" indent="-304815" defTabSz="609630">
              <a:lnSpc>
                <a:spcPct val="139958"/>
              </a:lnSpc>
              <a:buClr>
                <a:srgbClr val="FFFFFF"/>
              </a:buClr>
              <a:buFont typeface="Arial" panose="020B0604020202020204" pitchFamily="34" charset="0"/>
              <a:buChar char="•"/>
            </a:pPr>
            <a:endParaRPr lang="en-US" sz="1867" kern="0" dirty="0">
              <a:solidFill>
                <a:srgbClr val="FFFFFF"/>
              </a:solidFill>
              <a:latin typeface="Roboto Mono"/>
              <a:ea typeface="Roboto Mono"/>
              <a:cs typeface="Arial"/>
              <a:sym typeface="Roboto Mono"/>
            </a:endParaRPr>
          </a:p>
          <a:p>
            <a:pPr marL="304815" indent="-304815" defTabSz="609630">
              <a:lnSpc>
                <a:spcPct val="139958"/>
              </a:lnSpc>
              <a:buClr>
                <a:srgbClr val="FFFFFF"/>
              </a:buClr>
              <a:buFont typeface="Arial" panose="020B0604020202020204" pitchFamily="34" charset="0"/>
              <a:buChar char="•"/>
            </a:pPr>
            <a:r>
              <a:rPr lang="en-US" sz="1867" kern="0" dirty="0" err="1">
                <a:solidFill>
                  <a:srgbClr val="FFFFFF"/>
                </a:solidFill>
                <a:latin typeface="Roboto Mono"/>
                <a:ea typeface="Roboto Mono"/>
                <a:cs typeface="Arial"/>
                <a:sym typeface="Roboto Mono"/>
              </a:rPr>
              <a:t>elif</a:t>
            </a:r>
            <a:r>
              <a:rPr lang="en-US" sz="1867" kern="0" dirty="0">
                <a:solidFill>
                  <a:srgbClr val="FFFFFF"/>
                </a:solidFill>
                <a:latin typeface="Roboto Mono"/>
                <a:ea typeface="Roboto Mono"/>
                <a:cs typeface="Arial"/>
                <a:sym typeface="Roboto Mono"/>
              </a:rPr>
              <a:t> is used to </a:t>
            </a:r>
            <a:r>
              <a:rPr lang="en-US" sz="1867" kern="0" dirty="0">
                <a:solidFill>
                  <a:srgbClr val="8C52FF"/>
                </a:solidFill>
                <a:latin typeface="Roboto Mono"/>
                <a:ea typeface="Roboto Mono"/>
                <a:cs typeface="Arial"/>
                <a:sym typeface="Roboto Mono"/>
              </a:rPr>
              <a:t>check more than just one condition</a:t>
            </a:r>
            <a:r>
              <a:rPr lang="en-US" sz="1867" kern="0" dirty="0">
                <a:solidFill>
                  <a:srgbClr val="FFFFFF"/>
                </a:solidFill>
                <a:latin typeface="Roboto Mono"/>
                <a:ea typeface="Roboto Mono"/>
                <a:cs typeface="Arial"/>
                <a:sym typeface="Roboto Mono"/>
              </a:rPr>
              <a:t>, and to stop when the first statement which is true is found. </a:t>
            </a:r>
          </a:p>
          <a:p>
            <a:pPr defTabSz="609630">
              <a:lnSpc>
                <a:spcPct val="139958"/>
              </a:lnSpc>
              <a:buClr>
                <a:srgbClr val="FFFFFF"/>
              </a:buClr>
            </a:pPr>
            <a:endParaRPr lang="en-US" sz="1867" kern="0" dirty="0">
              <a:solidFill>
                <a:srgbClr val="8C52FF"/>
              </a:solidFill>
              <a:latin typeface="Roboto Mono"/>
              <a:ea typeface="Roboto Mono"/>
              <a:cs typeface="Arial"/>
              <a:sym typeface="Roboto Mono"/>
            </a:endParaRPr>
          </a:p>
          <a:p>
            <a:pPr marL="304815" indent="-304815" defTabSz="609630">
              <a:lnSpc>
                <a:spcPct val="139958"/>
              </a:lnSpc>
              <a:buClr>
                <a:srgbClr val="FFFFFF"/>
              </a:buClr>
              <a:buFont typeface="Arial" panose="020B0604020202020204" pitchFamily="34" charset="0"/>
              <a:buChar char="•"/>
            </a:pPr>
            <a:endParaRPr lang="en-US" sz="1867" kern="0" dirty="0">
              <a:solidFill>
                <a:srgbClr val="8C52FF"/>
              </a:solidFill>
              <a:latin typeface="Roboto Mono"/>
              <a:ea typeface="Roboto Mono"/>
              <a:cs typeface="Arial"/>
              <a:sym typeface="Roboto Mono"/>
            </a:endParaRPr>
          </a:p>
        </p:txBody>
      </p:sp>
      <p:sp>
        <p:nvSpPr>
          <p:cNvPr id="19" name="Rectangle 6">
            <a:extLst>
              <a:ext uri="{FF2B5EF4-FFF2-40B4-BE49-F238E27FC236}">
                <a16:creationId xmlns:a16="http://schemas.microsoft.com/office/drawing/2014/main" id="{2F3AD926-407F-EEE3-312F-6508C2090088}"/>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10" name="Rectangle 1">
            <a:extLst>
              <a:ext uri="{FF2B5EF4-FFF2-40B4-BE49-F238E27FC236}">
                <a16:creationId xmlns:a16="http://schemas.microsoft.com/office/drawing/2014/main" id="{1BAFC905-C921-C17F-4371-8676B22A355F}"/>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1" name="Rectangle 2">
            <a:extLst>
              <a:ext uri="{FF2B5EF4-FFF2-40B4-BE49-F238E27FC236}">
                <a16:creationId xmlns:a16="http://schemas.microsoft.com/office/drawing/2014/main" id="{ADCCAC4B-E5F9-9B13-7F21-8E3BDBA9A7A4}"/>
              </a:ext>
            </a:extLst>
          </p:cNvPr>
          <p:cNvSpPr>
            <a:spLocks noChangeArrowheads="1"/>
          </p:cNvSpPr>
          <p:nvPr/>
        </p:nvSpPr>
        <p:spPr bwMode="auto">
          <a:xfrm>
            <a:off x="2328460" y="4378168"/>
            <a:ext cx="7923173" cy="2031325"/>
          </a:xfrm>
          <a:prstGeom prst="rect">
            <a:avLst/>
          </a:prstGeom>
          <a:solidFill>
            <a:srgbClr val="1E1F2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r>
              <a:rPr lang="en-US" altLang="en-US" sz="1600" kern="0" dirty="0">
                <a:solidFill>
                  <a:srgbClr val="CF8E6D"/>
                </a:solidFill>
                <a:latin typeface="JetBrains Mono"/>
                <a:cs typeface="Arial"/>
                <a:sym typeface="Arial"/>
              </a:rPr>
              <a:t>if </a:t>
            </a:r>
            <a:r>
              <a:rPr lang="en-US" altLang="en-US" sz="1600" kern="0" dirty="0" err="1">
                <a:solidFill>
                  <a:srgbClr val="BCBEC4"/>
                </a:solidFill>
                <a:latin typeface="JetBrains Mono"/>
                <a:cs typeface="Arial"/>
                <a:sym typeface="Arial"/>
              </a:rPr>
              <a:t>the_weather_is_good</a:t>
            </a:r>
            <a:r>
              <a:rPr lang="en-US" altLang="en-US" sz="1600" kern="0" dirty="0">
                <a:solidFill>
                  <a:srgbClr val="BCBEC4"/>
                </a:solidFill>
                <a:latin typeface="JetBrains Mono"/>
                <a:cs typeface="Arial"/>
                <a:sym typeface="Arial"/>
              </a:rPr>
              <a:t>:</a:t>
            </a:r>
            <a:br>
              <a:rPr lang="en-US" altLang="en-US" sz="1600" kern="0" dirty="0">
                <a:solidFill>
                  <a:srgbClr val="BCBEC4"/>
                </a:solidFill>
                <a:latin typeface="JetBrains Mono"/>
                <a:cs typeface="Arial"/>
                <a:sym typeface="Arial"/>
              </a:rPr>
            </a:br>
            <a:r>
              <a:rPr lang="en-US" altLang="en-US" sz="1600" kern="0" dirty="0">
                <a:solidFill>
                  <a:srgbClr val="BCBEC4"/>
                </a:solidFill>
                <a:latin typeface="JetBrains Mono"/>
                <a:cs typeface="Arial"/>
                <a:sym typeface="Arial"/>
              </a:rPr>
              <a:t>    </a:t>
            </a:r>
            <a:r>
              <a:rPr lang="en-US" altLang="en-US" sz="1600" kern="0" dirty="0" err="1">
                <a:solidFill>
                  <a:srgbClr val="BCBEC4"/>
                </a:solidFill>
                <a:latin typeface="JetBrains Mono"/>
                <a:cs typeface="Arial"/>
                <a:sym typeface="Arial"/>
              </a:rPr>
              <a:t>go_for_a_walk</a:t>
            </a:r>
            <a:r>
              <a:rPr lang="en-US" altLang="en-US" sz="1600" kern="0" dirty="0">
                <a:solidFill>
                  <a:srgbClr val="BCBEC4"/>
                </a:solidFill>
                <a:latin typeface="JetBrains Mono"/>
                <a:cs typeface="Arial"/>
                <a:sym typeface="Arial"/>
              </a:rPr>
              <a:t>()</a:t>
            </a:r>
            <a:br>
              <a:rPr lang="en-US" altLang="en-US" sz="1600" kern="0" dirty="0">
                <a:solidFill>
                  <a:srgbClr val="BCBEC4"/>
                </a:solidFill>
                <a:latin typeface="JetBrains Mono"/>
                <a:cs typeface="Arial"/>
                <a:sym typeface="Arial"/>
              </a:rPr>
            </a:br>
            <a:r>
              <a:rPr lang="en-US" altLang="en-US" sz="1600" kern="0" dirty="0" err="1">
                <a:solidFill>
                  <a:srgbClr val="CF8E6D"/>
                </a:solidFill>
                <a:latin typeface="JetBrains Mono"/>
                <a:cs typeface="Arial"/>
                <a:sym typeface="Arial"/>
              </a:rPr>
              <a:t>elif</a:t>
            </a:r>
            <a:r>
              <a:rPr lang="en-US" altLang="en-US" sz="1600" kern="0" dirty="0">
                <a:solidFill>
                  <a:srgbClr val="CF8E6D"/>
                </a:solidFill>
                <a:latin typeface="JetBrains Mono"/>
                <a:cs typeface="Arial"/>
                <a:sym typeface="Arial"/>
              </a:rPr>
              <a:t> </a:t>
            </a:r>
            <a:r>
              <a:rPr lang="en-US" altLang="en-US" sz="1600" kern="0" dirty="0" err="1">
                <a:solidFill>
                  <a:srgbClr val="BCBEC4"/>
                </a:solidFill>
                <a:latin typeface="JetBrains Mono"/>
                <a:cs typeface="Arial"/>
                <a:sym typeface="Arial"/>
              </a:rPr>
              <a:t>tickets_are_available</a:t>
            </a:r>
            <a:r>
              <a:rPr lang="en-US" altLang="en-US" sz="1600" kern="0" dirty="0">
                <a:solidFill>
                  <a:srgbClr val="BCBEC4"/>
                </a:solidFill>
                <a:latin typeface="JetBrains Mono"/>
                <a:cs typeface="Arial"/>
                <a:sym typeface="Arial"/>
              </a:rPr>
              <a:t>:</a:t>
            </a:r>
            <a:br>
              <a:rPr lang="en-US" altLang="en-US" sz="1600" kern="0" dirty="0">
                <a:solidFill>
                  <a:srgbClr val="BCBEC4"/>
                </a:solidFill>
                <a:latin typeface="JetBrains Mono"/>
                <a:cs typeface="Arial"/>
                <a:sym typeface="Arial"/>
              </a:rPr>
            </a:br>
            <a:r>
              <a:rPr lang="en-US" altLang="en-US" sz="1600" kern="0" dirty="0">
                <a:solidFill>
                  <a:srgbClr val="BCBEC4"/>
                </a:solidFill>
                <a:latin typeface="JetBrains Mono"/>
                <a:cs typeface="Arial"/>
                <a:sym typeface="Arial"/>
              </a:rPr>
              <a:t>    </a:t>
            </a:r>
            <a:r>
              <a:rPr lang="en-US" altLang="en-US" sz="1600" kern="0" dirty="0" err="1">
                <a:solidFill>
                  <a:srgbClr val="BCBEC4"/>
                </a:solidFill>
                <a:latin typeface="JetBrains Mono"/>
                <a:cs typeface="Arial"/>
                <a:sym typeface="Arial"/>
              </a:rPr>
              <a:t>go_to_the_theater</a:t>
            </a:r>
            <a:r>
              <a:rPr lang="en-US" altLang="en-US" sz="1600" kern="0" dirty="0">
                <a:solidFill>
                  <a:srgbClr val="BCBEC4"/>
                </a:solidFill>
                <a:latin typeface="JetBrains Mono"/>
                <a:cs typeface="Arial"/>
                <a:sym typeface="Arial"/>
              </a:rPr>
              <a:t>()</a:t>
            </a:r>
            <a:br>
              <a:rPr lang="en-US" altLang="en-US" sz="1600" kern="0" dirty="0">
                <a:solidFill>
                  <a:srgbClr val="BCBEC4"/>
                </a:solidFill>
                <a:latin typeface="JetBrains Mono"/>
                <a:cs typeface="Arial"/>
                <a:sym typeface="Arial"/>
              </a:rPr>
            </a:br>
            <a:r>
              <a:rPr lang="en-US" altLang="en-US" sz="1600" kern="0" dirty="0" err="1">
                <a:solidFill>
                  <a:srgbClr val="CF8E6D"/>
                </a:solidFill>
                <a:latin typeface="JetBrains Mono"/>
                <a:cs typeface="Arial"/>
                <a:sym typeface="Arial"/>
              </a:rPr>
              <a:t>elif</a:t>
            </a:r>
            <a:r>
              <a:rPr lang="en-US" altLang="en-US" sz="1600" kern="0" dirty="0">
                <a:solidFill>
                  <a:srgbClr val="CF8E6D"/>
                </a:solidFill>
                <a:latin typeface="JetBrains Mono"/>
                <a:cs typeface="Arial"/>
                <a:sym typeface="Arial"/>
              </a:rPr>
              <a:t> </a:t>
            </a:r>
            <a:r>
              <a:rPr lang="en-US" altLang="en-US" sz="1600" kern="0" dirty="0" err="1">
                <a:solidFill>
                  <a:srgbClr val="BCBEC4"/>
                </a:solidFill>
                <a:latin typeface="JetBrains Mono"/>
                <a:cs typeface="Arial"/>
                <a:sym typeface="Arial"/>
              </a:rPr>
              <a:t>table_is_available</a:t>
            </a:r>
            <a:r>
              <a:rPr lang="en-US" altLang="en-US" sz="1600" kern="0" dirty="0">
                <a:solidFill>
                  <a:srgbClr val="BCBEC4"/>
                </a:solidFill>
                <a:latin typeface="JetBrains Mono"/>
                <a:cs typeface="Arial"/>
                <a:sym typeface="Arial"/>
              </a:rPr>
              <a:t>:</a:t>
            </a:r>
            <a:br>
              <a:rPr lang="en-US" altLang="en-US" sz="1600" kern="0" dirty="0">
                <a:solidFill>
                  <a:srgbClr val="BCBEC4"/>
                </a:solidFill>
                <a:latin typeface="JetBrains Mono"/>
                <a:cs typeface="Arial"/>
                <a:sym typeface="Arial"/>
              </a:rPr>
            </a:br>
            <a:r>
              <a:rPr lang="en-US" altLang="en-US" sz="1600" kern="0" dirty="0">
                <a:solidFill>
                  <a:srgbClr val="BCBEC4"/>
                </a:solidFill>
                <a:latin typeface="JetBrains Mono"/>
                <a:cs typeface="Arial"/>
                <a:sym typeface="Arial"/>
              </a:rPr>
              <a:t>    </a:t>
            </a:r>
            <a:r>
              <a:rPr lang="en-US" altLang="en-US" sz="1600" kern="0" dirty="0" err="1">
                <a:solidFill>
                  <a:srgbClr val="BCBEC4"/>
                </a:solidFill>
                <a:latin typeface="JetBrains Mono"/>
                <a:cs typeface="Arial"/>
                <a:sym typeface="Arial"/>
              </a:rPr>
              <a:t>go_for_lunch</a:t>
            </a:r>
            <a:r>
              <a:rPr lang="en-US" altLang="en-US" sz="1600" kern="0" dirty="0">
                <a:solidFill>
                  <a:srgbClr val="BCBEC4"/>
                </a:solidFill>
                <a:latin typeface="JetBrains Mono"/>
                <a:cs typeface="Arial"/>
                <a:sym typeface="Arial"/>
              </a:rPr>
              <a:t>()</a:t>
            </a:r>
            <a:br>
              <a:rPr lang="en-US" altLang="en-US" sz="1600" kern="0" dirty="0">
                <a:solidFill>
                  <a:srgbClr val="BCBEC4"/>
                </a:solidFill>
                <a:latin typeface="JetBrains Mono"/>
                <a:cs typeface="Arial"/>
                <a:sym typeface="Arial"/>
              </a:rPr>
            </a:br>
            <a:r>
              <a:rPr lang="en-US" altLang="en-US" sz="1600" kern="0" dirty="0">
                <a:solidFill>
                  <a:srgbClr val="CF8E6D"/>
                </a:solidFill>
                <a:latin typeface="JetBrains Mono"/>
                <a:cs typeface="Arial"/>
                <a:sym typeface="Arial"/>
              </a:rPr>
              <a:t>else</a:t>
            </a:r>
            <a:r>
              <a:rPr lang="en-US" altLang="en-US" sz="1600" kern="0" dirty="0">
                <a:solidFill>
                  <a:srgbClr val="BCBEC4"/>
                </a:solidFill>
                <a:latin typeface="JetBrains Mono"/>
                <a:cs typeface="Arial"/>
                <a:sym typeface="Arial"/>
              </a:rPr>
              <a:t>:</a:t>
            </a:r>
            <a:br>
              <a:rPr lang="en-US" altLang="en-US" sz="1600" kern="0" dirty="0">
                <a:solidFill>
                  <a:srgbClr val="BCBEC4"/>
                </a:solidFill>
                <a:latin typeface="JetBrains Mono"/>
                <a:cs typeface="Arial"/>
                <a:sym typeface="Arial"/>
              </a:rPr>
            </a:br>
            <a:r>
              <a:rPr lang="en-US" altLang="en-US" sz="1600" kern="0" dirty="0">
                <a:solidFill>
                  <a:srgbClr val="BCBEC4"/>
                </a:solidFill>
                <a:latin typeface="JetBrains Mono"/>
                <a:cs typeface="Arial"/>
                <a:sym typeface="Arial"/>
              </a:rPr>
              <a:t>    </a:t>
            </a:r>
            <a:r>
              <a:rPr lang="en-US" altLang="en-US" sz="1600" kern="0" dirty="0" err="1">
                <a:solidFill>
                  <a:srgbClr val="BCBEC4"/>
                </a:solidFill>
                <a:latin typeface="JetBrains Mono"/>
                <a:cs typeface="Arial"/>
                <a:sym typeface="Arial"/>
              </a:rPr>
              <a:t>play_chess_at_home</a:t>
            </a:r>
            <a:r>
              <a:rPr lang="en-US" altLang="en-US" sz="1600" kern="0" dirty="0">
                <a:solidFill>
                  <a:srgbClr val="BCBEC4"/>
                </a:solidFill>
                <a:latin typeface="JetBrains Mono"/>
                <a:cs typeface="Arial"/>
                <a:sym typeface="Arial"/>
              </a:rPr>
              <a:t>()</a:t>
            </a:r>
            <a:endParaRPr lang="en-US" altLang="en-US" sz="1600" kern="0" dirty="0">
              <a:solidFill>
                <a:srgbClr val="000000"/>
              </a:solidFill>
              <a:latin typeface="Arial" panose="020B0604020202020204" pitchFamily="34" charset="0"/>
              <a:cs typeface="Arial"/>
              <a:sym typeface="Arial"/>
            </a:endParaRPr>
          </a:p>
        </p:txBody>
      </p:sp>
    </p:spTree>
    <p:extLst>
      <p:ext uri="{BB962C8B-B14F-4D97-AF65-F5344CB8AC3E}">
        <p14:creationId xmlns:p14="http://schemas.microsoft.com/office/powerpoint/2010/main" val="110840587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24042" y="217287"/>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a:solidFill>
            <a:schemeClr val="accent1"/>
          </a:solidFill>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60"/>
            <a:ext cx="10722297" cy="886397"/>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4800" kern="0" dirty="0" err="1">
                <a:solidFill>
                  <a:srgbClr val="FFFFFF"/>
                </a:solidFill>
                <a:latin typeface="Courier"/>
                <a:cs typeface="Arial"/>
                <a:sym typeface="Courier"/>
              </a:rPr>
              <a:t>elif</a:t>
            </a:r>
            <a:r>
              <a:rPr lang="en-US" sz="4800" kern="0" dirty="0">
                <a:solidFill>
                  <a:srgbClr val="FFFFFF"/>
                </a:solidFill>
                <a:latin typeface="Courier"/>
                <a:cs typeface="Arial"/>
                <a:sym typeface="Courier"/>
              </a:rPr>
              <a:t> Statement</a:t>
            </a:r>
            <a:endParaRPr sz="4800"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7" name="Rectangle 1">
            <a:extLst>
              <a:ext uri="{FF2B5EF4-FFF2-40B4-BE49-F238E27FC236}">
                <a16:creationId xmlns:a16="http://schemas.microsoft.com/office/drawing/2014/main" id="{20F41085-CE44-7E37-23E2-A522BDCBBFCD}"/>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3" name="Rectangle 1">
            <a:extLst>
              <a:ext uri="{FF2B5EF4-FFF2-40B4-BE49-F238E27FC236}">
                <a16:creationId xmlns:a16="http://schemas.microsoft.com/office/drawing/2014/main" id="{0E9B0D59-3084-D5BA-88A0-D33BADA639E4}"/>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4" name="Rectangle 1">
            <a:extLst>
              <a:ext uri="{FF2B5EF4-FFF2-40B4-BE49-F238E27FC236}">
                <a16:creationId xmlns:a16="http://schemas.microsoft.com/office/drawing/2014/main" id="{23F2007E-42F7-9440-F3A0-FD42A273BA15}"/>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6" name="Rectangle 5">
            <a:extLst>
              <a:ext uri="{FF2B5EF4-FFF2-40B4-BE49-F238E27FC236}">
                <a16:creationId xmlns:a16="http://schemas.microsoft.com/office/drawing/2014/main" id="{9F5FADB2-91AF-D4FA-A045-82F997FBBD17}"/>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5" name="Rectangle 1">
            <a:extLst>
              <a:ext uri="{FF2B5EF4-FFF2-40B4-BE49-F238E27FC236}">
                <a16:creationId xmlns:a16="http://schemas.microsoft.com/office/drawing/2014/main" id="{E6496D04-2116-A83E-095C-4F80A7E97EC5}"/>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9" name="Rectangle 2">
            <a:extLst>
              <a:ext uri="{FF2B5EF4-FFF2-40B4-BE49-F238E27FC236}">
                <a16:creationId xmlns:a16="http://schemas.microsoft.com/office/drawing/2014/main" id="{3E458D6A-E9DB-1287-7EA5-E23645965E69}"/>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2" name="Rectangle 2">
            <a:extLst>
              <a:ext uri="{FF2B5EF4-FFF2-40B4-BE49-F238E27FC236}">
                <a16:creationId xmlns:a16="http://schemas.microsoft.com/office/drawing/2014/main" id="{FBB22B93-F8CC-6F00-52DE-0350807328D2}"/>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3" name="Rectangle 3">
            <a:extLst>
              <a:ext uri="{FF2B5EF4-FFF2-40B4-BE49-F238E27FC236}">
                <a16:creationId xmlns:a16="http://schemas.microsoft.com/office/drawing/2014/main" id="{18B7A569-70FF-9BCA-F988-F9B46A585DE3}"/>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4" name="Rectangle 4">
            <a:extLst>
              <a:ext uri="{FF2B5EF4-FFF2-40B4-BE49-F238E27FC236}">
                <a16:creationId xmlns:a16="http://schemas.microsoft.com/office/drawing/2014/main" id="{2FCDB2EA-91A1-15F5-FC81-BD234CFC7F07}"/>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6" name="Google Shape;649;p14">
            <a:extLst>
              <a:ext uri="{FF2B5EF4-FFF2-40B4-BE49-F238E27FC236}">
                <a16:creationId xmlns:a16="http://schemas.microsoft.com/office/drawing/2014/main" id="{CD40FEF5-27A4-E324-EA04-FC9204EFA256}"/>
              </a:ext>
            </a:extLst>
          </p:cNvPr>
          <p:cNvSpPr txBox="1"/>
          <p:nvPr/>
        </p:nvSpPr>
        <p:spPr>
          <a:xfrm>
            <a:off x="685801" y="2313779"/>
            <a:ext cx="11163539" cy="5631157"/>
          </a:xfrm>
          <a:prstGeom prst="rect">
            <a:avLst/>
          </a:prstGeom>
          <a:noFill/>
          <a:ln>
            <a:noFill/>
          </a:ln>
        </p:spPr>
        <p:txBody>
          <a:bodyPr spcFirstLastPara="1" wrap="square" lIns="0" tIns="0" rIns="0" bIns="0" anchor="t" anchorCtr="0">
            <a:spAutoFit/>
          </a:bodyPr>
          <a:lstStyle/>
          <a:p>
            <a:pPr marL="304815" indent="-304815" defTabSz="609630">
              <a:lnSpc>
                <a:spcPct val="139958"/>
              </a:lnSpc>
              <a:buClr>
                <a:srgbClr val="FFFFFF"/>
              </a:buClr>
              <a:buFont typeface="Arial" panose="020B0604020202020204" pitchFamily="34" charset="0"/>
              <a:buChar char="•"/>
            </a:pPr>
            <a:r>
              <a:rPr lang="en-US" sz="1867" kern="0" dirty="0">
                <a:solidFill>
                  <a:srgbClr val="FFFFFF"/>
                </a:solidFill>
                <a:latin typeface="Roboto Mono"/>
                <a:ea typeface="Roboto Mono"/>
                <a:cs typeface="Arial"/>
                <a:sym typeface="Roboto Mono"/>
              </a:rPr>
              <a:t>The way to assemble subsequent if-</a:t>
            </a:r>
            <a:r>
              <a:rPr lang="en-US" sz="1867" kern="0" dirty="0" err="1">
                <a:solidFill>
                  <a:srgbClr val="FFFFFF"/>
                </a:solidFill>
                <a:latin typeface="Roboto Mono"/>
                <a:ea typeface="Roboto Mono"/>
                <a:cs typeface="Arial"/>
                <a:sym typeface="Roboto Mono"/>
              </a:rPr>
              <a:t>elif</a:t>
            </a:r>
            <a:r>
              <a:rPr lang="en-US" sz="1867" kern="0" dirty="0">
                <a:solidFill>
                  <a:srgbClr val="FFFFFF"/>
                </a:solidFill>
                <a:latin typeface="Roboto Mono"/>
                <a:ea typeface="Roboto Mono"/>
                <a:cs typeface="Arial"/>
                <a:sym typeface="Roboto Mono"/>
              </a:rPr>
              <a:t>-else statements is sometimes called a </a:t>
            </a:r>
            <a:r>
              <a:rPr lang="en-US" sz="1867" kern="0" dirty="0">
                <a:solidFill>
                  <a:srgbClr val="8C52FF"/>
                </a:solidFill>
                <a:latin typeface="Roboto Mono"/>
                <a:ea typeface="Roboto Mono"/>
                <a:cs typeface="Arial"/>
                <a:sym typeface="Roboto Mono"/>
              </a:rPr>
              <a:t>cascade.</a:t>
            </a:r>
            <a:endParaRPr lang="en-US" sz="1867" kern="0" dirty="0">
              <a:solidFill>
                <a:srgbClr val="FFFFFF"/>
              </a:solidFill>
              <a:latin typeface="Roboto Mono"/>
              <a:ea typeface="Roboto Mono"/>
              <a:cs typeface="Arial"/>
              <a:sym typeface="Roboto Mono"/>
            </a:endParaRPr>
          </a:p>
          <a:p>
            <a:pPr marL="304815" indent="-304815" defTabSz="609630">
              <a:lnSpc>
                <a:spcPct val="139958"/>
              </a:lnSpc>
              <a:buClr>
                <a:srgbClr val="FFFFFF"/>
              </a:buClr>
              <a:buFont typeface="Arial" panose="020B0604020202020204" pitchFamily="34" charset="0"/>
              <a:buChar char="•"/>
            </a:pPr>
            <a:r>
              <a:rPr lang="en-US" sz="1867" kern="0" dirty="0">
                <a:solidFill>
                  <a:srgbClr val="FFFFFF"/>
                </a:solidFill>
                <a:latin typeface="Roboto Mono"/>
                <a:ea typeface="Roboto Mono"/>
                <a:cs typeface="Arial"/>
                <a:sym typeface="Roboto Mono"/>
              </a:rPr>
              <a:t>you </a:t>
            </a:r>
            <a:r>
              <a:rPr lang="en-US" sz="1867" kern="0" dirty="0">
                <a:solidFill>
                  <a:srgbClr val="8C52FF"/>
                </a:solidFill>
                <a:latin typeface="Roboto Mono"/>
                <a:ea typeface="Roboto Mono"/>
                <a:cs typeface="Arial"/>
                <a:sym typeface="Roboto Mono"/>
              </a:rPr>
              <a:t>mustn't use </a:t>
            </a:r>
            <a:r>
              <a:rPr lang="en-US" sz="1867" kern="0" dirty="0">
                <a:solidFill>
                  <a:srgbClr val="FFFFFF"/>
                </a:solidFill>
                <a:latin typeface="Roboto Mono"/>
                <a:ea typeface="Roboto Mono"/>
                <a:cs typeface="Arial"/>
                <a:sym typeface="Roboto Mono"/>
              </a:rPr>
              <a:t>else without a preceding if;</a:t>
            </a:r>
          </a:p>
          <a:p>
            <a:pPr marL="304815" indent="-304815" defTabSz="609630">
              <a:lnSpc>
                <a:spcPct val="139958"/>
              </a:lnSpc>
              <a:buClr>
                <a:srgbClr val="FFFFFF"/>
              </a:buClr>
              <a:buFont typeface="Arial" panose="020B0604020202020204" pitchFamily="34" charset="0"/>
              <a:buChar char="•"/>
            </a:pPr>
            <a:r>
              <a:rPr lang="en-US" sz="1867" kern="0" dirty="0">
                <a:solidFill>
                  <a:srgbClr val="FFFFFF"/>
                </a:solidFill>
                <a:latin typeface="Roboto Mono"/>
                <a:ea typeface="Roboto Mono"/>
                <a:cs typeface="Arial"/>
                <a:sym typeface="Roboto Mono"/>
              </a:rPr>
              <a:t>else is always the last branch of the cascade, regardless of whether you've used </a:t>
            </a:r>
            <a:r>
              <a:rPr lang="en-US" sz="1867" kern="0" dirty="0" err="1">
                <a:solidFill>
                  <a:srgbClr val="FFFFFF"/>
                </a:solidFill>
                <a:latin typeface="Roboto Mono"/>
                <a:ea typeface="Roboto Mono"/>
                <a:cs typeface="Arial"/>
                <a:sym typeface="Roboto Mono"/>
              </a:rPr>
              <a:t>elif</a:t>
            </a:r>
            <a:r>
              <a:rPr lang="en-US" sz="1867" kern="0" dirty="0">
                <a:solidFill>
                  <a:srgbClr val="FFFFFF"/>
                </a:solidFill>
                <a:latin typeface="Roboto Mono"/>
                <a:ea typeface="Roboto Mono"/>
                <a:cs typeface="Arial"/>
                <a:sym typeface="Roboto Mono"/>
              </a:rPr>
              <a:t> or not;</a:t>
            </a:r>
          </a:p>
          <a:p>
            <a:pPr marL="304815" indent="-304815" defTabSz="609630">
              <a:lnSpc>
                <a:spcPct val="139958"/>
              </a:lnSpc>
              <a:buClr>
                <a:srgbClr val="FFFFFF"/>
              </a:buClr>
              <a:buFont typeface="Arial" panose="020B0604020202020204" pitchFamily="34" charset="0"/>
              <a:buChar char="•"/>
            </a:pPr>
            <a:r>
              <a:rPr lang="en-US" sz="1867" kern="0" dirty="0">
                <a:solidFill>
                  <a:srgbClr val="FFFFFF"/>
                </a:solidFill>
                <a:latin typeface="Roboto Mono"/>
                <a:ea typeface="Roboto Mono"/>
                <a:cs typeface="Arial"/>
                <a:sym typeface="Roboto Mono"/>
              </a:rPr>
              <a:t>else is an optional part of the cascade, and may be omitted;</a:t>
            </a:r>
          </a:p>
          <a:p>
            <a:pPr marL="304815" indent="-304815" defTabSz="609630">
              <a:lnSpc>
                <a:spcPct val="139958"/>
              </a:lnSpc>
              <a:buClr>
                <a:srgbClr val="FFFFFF"/>
              </a:buClr>
              <a:buFont typeface="Arial" panose="020B0604020202020204" pitchFamily="34" charset="0"/>
              <a:buChar char="•"/>
            </a:pPr>
            <a:r>
              <a:rPr lang="en-US" sz="1867" kern="0" dirty="0">
                <a:solidFill>
                  <a:srgbClr val="FFFFFF"/>
                </a:solidFill>
                <a:latin typeface="Roboto Mono"/>
                <a:ea typeface="Roboto Mono"/>
                <a:cs typeface="Arial"/>
                <a:sym typeface="Roboto Mono"/>
              </a:rPr>
              <a:t>if there is an else branch in the cascade, only one of all the branches is executed;</a:t>
            </a:r>
          </a:p>
          <a:p>
            <a:pPr marL="304815" indent="-304815" defTabSz="609630">
              <a:lnSpc>
                <a:spcPct val="139958"/>
              </a:lnSpc>
              <a:buClr>
                <a:srgbClr val="FFFFFF"/>
              </a:buClr>
              <a:buFont typeface="Arial" panose="020B0604020202020204" pitchFamily="34" charset="0"/>
              <a:buChar char="•"/>
            </a:pPr>
            <a:r>
              <a:rPr lang="en-US" sz="1867" kern="0" dirty="0">
                <a:solidFill>
                  <a:srgbClr val="FFFFFF"/>
                </a:solidFill>
                <a:latin typeface="Roboto Mono"/>
                <a:ea typeface="Roboto Mono"/>
                <a:cs typeface="Arial"/>
                <a:sym typeface="Roboto Mono"/>
              </a:rPr>
              <a:t>if there is no else branch, it's possible that none of the available branches is executed.</a:t>
            </a:r>
          </a:p>
          <a:p>
            <a:pPr marL="304815" indent="-304815" defTabSz="609630">
              <a:lnSpc>
                <a:spcPct val="139958"/>
              </a:lnSpc>
              <a:buClr>
                <a:srgbClr val="FFFFFF"/>
              </a:buClr>
              <a:buFont typeface="Arial" panose="020B0604020202020204" pitchFamily="34" charset="0"/>
              <a:buChar char="•"/>
            </a:pPr>
            <a:endParaRPr lang="en-US" sz="1867" kern="0" dirty="0">
              <a:solidFill>
                <a:srgbClr val="FFFFFF"/>
              </a:solidFill>
              <a:latin typeface="Roboto Mono"/>
              <a:ea typeface="Roboto Mono"/>
              <a:cs typeface="Arial"/>
              <a:sym typeface="Roboto Mono"/>
            </a:endParaRPr>
          </a:p>
          <a:p>
            <a:pPr marL="304815" indent="-304815" defTabSz="609630">
              <a:lnSpc>
                <a:spcPct val="139958"/>
              </a:lnSpc>
              <a:buClr>
                <a:srgbClr val="FFFFFF"/>
              </a:buClr>
              <a:buFont typeface="Arial" panose="020B0604020202020204" pitchFamily="34" charset="0"/>
              <a:buChar char="•"/>
            </a:pPr>
            <a:r>
              <a:rPr lang="en-US" sz="1867" kern="0" dirty="0">
                <a:solidFill>
                  <a:srgbClr val="FFFFFF"/>
                </a:solidFill>
                <a:latin typeface="Roboto Mono"/>
                <a:ea typeface="Roboto Mono"/>
                <a:cs typeface="Arial"/>
                <a:sym typeface="Roboto Mono"/>
              </a:rPr>
              <a:t>. </a:t>
            </a:r>
          </a:p>
          <a:p>
            <a:pPr defTabSz="609630">
              <a:lnSpc>
                <a:spcPct val="139958"/>
              </a:lnSpc>
              <a:buClr>
                <a:srgbClr val="FFFFFF"/>
              </a:buClr>
            </a:pPr>
            <a:endParaRPr lang="en-US" sz="1867" kern="0" dirty="0">
              <a:solidFill>
                <a:srgbClr val="8C52FF"/>
              </a:solidFill>
              <a:latin typeface="Roboto Mono"/>
              <a:ea typeface="Roboto Mono"/>
              <a:cs typeface="Arial"/>
              <a:sym typeface="Roboto Mono"/>
            </a:endParaRPr>
          </a:p>
          <a:p>
            <a:pPr marL="304815" indent="-304815" defTabSz="609630">
              <a:lnSpc>
                <a:spcPct val="139958"/>
              </a:lnSpc>
              <a:buClr>
                <a:srgbClr val="FFFFFF"/>
              </a:buClr>
              <a:buFont typeface="Arial" panose="020B0604020202020204" pitchFamily="34" charset="0"/>
              <a:buChar char="•"/>
            </a:pPr>
            <a:endParaRPr lang="en-US" sz="1867" kern="0" dirty="0">
              <a:solidFill>
                <a:srgbClr val="8C52FF"/>
              </a:solidFill>
              <a:latin typeface="Roboto Mono"/>
              <a:ea typeface="Roboto Mono"/>
              <a:cs typeface="Arial"/>
              <a:sym typeface="Roboto Mono"/>
            </a:endParaRPr>
          </a:p>
        </p:txBody>
      </p:sp>
      <p:sp>
        <p:nvSpPr>
          <p:cNvPr id="19" name="Rectangle 6">
            <a:extLst>
              <a:ext uri="{FF2B5EF4-FFF2-40B4-BE49-F238E27FC236}">
                <a16:creationId xmlns:a16="http://schemas.microsoft.com/office/drawing/2014/main" id="{2F3AD926-407F-EEE3-312F-6508C2090088}"/>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10" name="Rectangle 1">
            <a:extLst>
              <a:ext uri="{FF2B5EF4-FFF2-40B4-BE49-F238E27FC236}">
                <a16:creationId xmlns:a16="http://schemas.microsoft.com/office/drawing/2014/main" id="{1BAFC905-C921-C17F-4371-8676B22A355F}"/>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8" name="Rectangle 1">
            <a:extLst>
              <a:ext uri="{FF2B5EF4-FFF2-40B4-BE49-F238E27FC236}">
                <a16:creationId xmlns:a16="http://schemas.microsoft.com/office/drawing/2014/main" id="{FAA4F735-378E-B4C9-64D4-75279F6CE601}"/>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Tree>
    <p:extLst>
      <p:ext uri="{BB962C8B-B14F-4D97-AF65-F5344CB8AC3E}">
        <p14:creationId xmlns:p14="http://schemas.microsoft.com/office/powerpoint/2010/main" val="118983687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24042" y="217287"/>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a:solidFill>
            <a:schemeClr val="accent1"/>
          </a:solidFill>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60"/>
            <a:ext cx="10722297" cy="886397"/>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4800" kern="0" dirty="0">
                <a:solidFill>
                  <a:srgbClr val="FFFFFF"/>
                </a:solidFill>
                <a:latin typeface="Courier"/>
                <a:cs typeface="Arial"/>
                <a:sym typeface="Courier"/>
              </a:rPr>
              <a:t>Intro to LOOPS</a:t>
            </a:r>
            <a:endParaRPr sz="4800"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7" name="Rectangle 1">
            <a:extLst>
              <a:ext uri="{FF2B5EF4-FFF2-40B4-BE49-F238E27FC236}">
                <a16:creationId xmlns:a16="http://schemas.microsoft.com/office/drawing/2014/main" id="{20F41085-CE44-7E37-23E2-A522BDCBBFCD}"/>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3" name="Rectangle 1">
            <a:extLst>
              <a:ext uri="{FF2B5EF4-FFF2-40B4-BE49-F238E27FC236}">
                <a16:creationId xmlns:a16="http://schemas.microsoft.com/office/drawing/2014/main" id="{0E9B0D59-3084-D5BA-88A0-D33BADA639E4}"/>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4" name="Rectangle 1">
            <a:extLst>
              <a:ext uri="{FF2B5EF4-FFF2-40B4-BE49-F238E27FC236}">
                <a16:creationId xmlns:a16="http://schemas.microsoft.com/office/drawing/2014/main" id="{23F2007E-42F7-9440-F3A0-FD42A273BA15}"/>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6" name="Rectangle 5">
            <a:extLst>
              <a:ext uri="{FF2B5EF4-FFF2-40B4-BE49-F238E27FC236}">
                <a16:creationId xmlns:a16="http://schemas.microsoft.com/office/drawing/2014/main" id="{9F5FADB2-91AF-D4FA-A045-82F997FBBD17}"/>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5" name="Rectangle 1">
            <a:extLst>
              <a:ext uri="{FF2B5EF4-FFF2-40B4-BE49-F238E27FC236}">
                <a16:creationId xmlns:a16="http://schemas.microsoft.com/office/drawing/2014/main" id="{E6496D04-2116-A83E-095C-4F80A7E97EC5}"/>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9" name="Rectangle 2">
            <a:extLst>
              <a:ext uri="{FF2B5EF4-FFF2-40B4-BE49-F238E27FC236}">
                <a16:creationId xmlns:a16="http://schemas.microsoft.com/office/drawing/2014/main" id="{3E458D6A-E9DB-1287-7EA5-E23645965E69}"/>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2" name="Rectangle 2">
            <a:extLst>
              <a:ext uri="{FF2B5EF4-FFF2-40B4-BE49-F238E27FC236}">
                <a16:creationId xmlns:a16="http://schemas.microsoft.com/office/drawing/2014/main" id="{FBB22B93-F8CC-6F00-52DE-0350807328D2}"/>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3" name="Rectangle 3">
            <a:extLst>
              <a:ext uri="{FF2B5EF4-FFF2-40B4-BE49-F238E27FC236}">
                <a16:creationId xmlns:a16="http://schemas.microsoft.com/office/drawing/2014/main" id="{18B7A569-70FF-9BCA-F988-F9B46A585DE3}"/>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4" name="Rectangle 4">
            <a:extLst>
              <a:ext uri="{FF2B5EF4-FFF2-40B4-BE49-F238E27FC236}">
                <a16:creationId xmlns:a16="http://schemas.microsoft.com/office/drawing/2014/main" id="{2FCDB2EA-91A1-15F5-FC81-BD234CFC7F07}"/>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6" name="Google Shape;649;p14">
            <a:extLst>
              <a:ext uri="{FF2B5EF4-FFF2-40B4-BE49-F238E27FC236}">
                <a16:creationId xmlns:a16="http://schemas.microsoft.com/office/drawing/2014/main" id="{CD40FEF5-27A4-E324-EA04-FC9204EFA256}"/>
              </a:ext>
            </a:extLst>
          </p:cNvPr>
          <p:cNvSpPr txBox="1"/>
          <p:nvPr/>
        </p:nvSpPr>
        <p:spPr>
          <a:xfrm>
            <a:off x="685801" y="2313779"/>
            <a:ext cx="11163539" cy="1206677"/>
          </a:xfrm>
          <a:prstGeom prst="rect">
            <a:avLst/>
          </a:prstGeom>
          <a:noFill/>
          <a:ln>
            <a:noFill/>
          </a:ln>
        </p:spPr>
        <p:txBody>
          <a:bodyPr spcFirstLastPara="1" wrap="square" lIns="0" tIns="0" rIns="0" bIns="0" anchor="t" anchorCtr="0">
            <a:spAutoFit/>
          </a:bodyPr>
          <a:lstStyle/>
          <a:p>
            <a:pPr marL="304815" indent="-304815" defTabSz="609630">
              <a:lnSpc>
                <a:spcPct val="139958"/>
              </a:lnSpc>
              <a:buClr>
                <a:srgbClr val="FFFFFF"/>
              </a:buClr>
              <a:buFont typeface="Arial" panose="020B0604020202020204" pitchFamily="34" charset="0"/>
              <a:buChar char="•"/>
            </a:pPr>
            <a:r>
              <a:rPr lang="en-US" sz="1867" kern="0" dirty="0">
                <a:solidFill>
                  <a:srgbClr val="FFFFFF"/>
                </a:solidFill>
                <a:latin typeface="Roboto Mono"/>
                <a:ea typeface="Roboto Mono"/>
                <a:cs typeface="Arial"/>
                <a:sym typeface="Roboto Mono"/>
              </a:rPr>
              <a:t>we'll use a kind of notation which is not an actual programming language (it can be neither compiled nor executed), but it is formalized, concise and readable. It's called </a:t>
            </a:r>
            <a:r>
              <a:rPr lang="en-US" sz="1867" kern="0" dirty="0">
                <a:solidFill>
                  <a:srgbClr val="8C52FF"/>
                </a:solidFill>
                <a:latin typeface="Roboto Mono"/>
                <a:ea typeface="Roboto Mono"/>
                <a:cs typeface="Arial"/>
                <a:sym typeface="Roboto Mono"/>
              </a:rPr>
              <a:t>pseudocode.</a:t>
            </a:r>
          </a:p>
        </p:txBody>
      </p:sp>
      <p:sp>
        <p:nvSpPr>
          <p:cNvPr id="19" name="Rectangle 6">
            <a:extLst>
              <a:ext uri="{FF2B5EF4-FFF2-40B4-BE49-F238E27FC236}">
                <a16:creationId xmlns:a16="http://schemas.microsoft.com/office/drawing/2014/main" id="{2F3AD926-407F-EEE3-312F-6508C2090088}"/>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10" name="Rectangle 1">
            <a:extLst>
              <a:ext uri="{FF2B5EF4-FFF2-40B4-BE49-F238E27FC236}">
                <a16:creationId xmlns:a16="http://schemas.microsoft.com/office/drawing/2014/main" id="{1BAFC905-C921-C17F-4371-8676B22A355F}"/>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5" name="Rectangle 2">
            <a:extLst>
              <a:ext uri="{FF2B5EF4-FFF2-40B4-BE49-F238E27FC236}">
                <a16:creationId xmlns:a16="http://schemas.microsoft.com/office/drawing/2014/main" id="{42B2D507-D7C8-F4AC-8B5C-F66E1E45FD4E}"/>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pic>
        <p:nvPicPr>
          <p:cNvPr id="11" name="Picture 10" descr="A screenshot of a computer program&#10;&#10;Description automatically generated">
            <a:extLst>
              <a:ext uri="{FF2B5EF4-FFF2-40B4-BE49-F238E27FC236}">
                <a16:creationId xmlns:a16="http://schemas.microsoft.com/office/drawing/2014/main" id="{96744579-C325-08B1-2E39-9133CED96714}"/>
              </a:ext>
            </a:extLst>
          </p:cNvPr>
          <p:cNvPicPr>
            <a:picLocks noChangeAspect="1"/>
          </p:cNvPicPr>
          <p:nvPr/>
        </p:nvPicPr>
        <p:blipFill>
          <a:blip r:embed="rId3"/>
          <a:stretch>
            <a:fillRect/>
          </a:stretch>
        </p:blipFill>
        <p:spPr>
          <a:xfrm>
            <a:off x="3194734" y="3694516"/>
            <a:ext cx="5779047" cy="2499047"/>
          </a:xfrm>
          <a:prstGeom prst="rect">
            <a:avLst/>
          </a:prstGeom>
        </p:spPr>
      </p:pic>
    </p:spTree>
    <p:extLst>
      <p:ext uri="{BB962C8B-B14F-4D97-AF65-F5344CB8AC3E}">
        <p14:creationId xmlns:p14="http://schemas.microsoft.com/office/powerpoint/2010/main" val="3818504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24042" y="217287"/>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a:solidFill>
            <a:schemeClr val="accent1"/>
          </a:solidFill>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60"/>
            <a:ext cx="10722297" cy="886397"/>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4800" kern="0" dirty="0">
                <a:solidFill>
                  <a:srgbClr val="FFFFFF"/>
                </a:solidFill>
                <a:latin typeface="Courier"/>
                <a:cs typeface="Arial"/>
                <a:sym typeface="Courier"/>
              </a:rPr>
              <a:t>Intro to LOOPS</a:t>
            </a:r>
            <a:endParaRPr sz="4800"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7" name="Rectangle 1">
            <a:extLst>
              <a:ext uri="{FF2B5EF4-FFF2-40B4-BE49-F238E27FC236}">
                <a16:creationId xmlns:a16="http://schemas.microsoft.com/office/drawing/2014/main" id="{20F41085-CE44-7E37-23E2-A522BDCBBFCD}"/>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3" name="Rectangle 1">
            <a:extLst>
              <a:ext uri="{FF2B5EF4-FFF2-40B4-BE49-F238E27FC236}">
                <a16:creationId xmlns:a16="http://schemas.microsoft.com/office/drawing/2014/main" id="{0E9B0D59-3084-D5BA-88A0-D33BADA639E4}"/>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4" name="Rectangle 1">
            <a:extLst>
              <a:ext uri="{FF2B5EF4-FFF2-40B4-BE49-F238E27FC236}">
                <a16:creationId xmlns:a16="http://schemas.microsoft.com/office/drawing/2014/main" id="{23F2007E-42F7-9440-F3A0-FD42A273BA15}"/>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6" name="Rectangle 5">
            <a:extLst>
              <a:ext uri="{FF2B5EF4-FFF2-40B4-BE49-F238E27FC236}">
                <a16:creationId xmlns:a16="http://schemas.microsoft.com/office/drawing/2014/main" id="{9F5FADB2-91AF-D4FA-A045-82F997FBBD17}"/>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5" name="Rectangle 1">
            <a:extLst>
              <a:ext uri="{FF2B5EF4-FFF2-40B4-BE49-F238E27FC236}">
                <a16:creationId xmlns:a16="http://schemas.microsoft.com/office/drawing/2014/main" id="{E6496D04-2116-A83E-095C-4F80A7E97EC5}"/>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9" name="Rectangle 2">
            <a:extLst>
              <a:ext uri="{FF2B5EF4-FFF2-40B4-BE49-F238E27FC236}">
                <a16:creationId xmlns:a16="http://schemas.microsoft.com/office/drawing/2014/main" id="{3E458D6A-E9DB-1287-7EA5-E23645965E69}"/>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2" name="Rectangle 2">
            <a:extLst>
              <a:ext uri="{FF2B5EF4-FFF2-40B4-BE49-F238E27FC236}">
                <a16:creationId xmlns:a16="http://schemas.microsoft.com/office/drawing/2014/main" id="{FBB22B93-F8CC-6F00-52DE-0350807328D2}"/>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3" name="Rectangle 3">
            <a:extLst>
              <a:ext uri="{FF2B5EF4-FFF2-40B4-BE49-F238E27FC236}">
                <a16:creationId xmlns:a16="http://schemas.microsoft.com/office/drawing/2014/main" id="{18B7A569-70FF-9BCA-F988-F9B46A585DE3}"/>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4" name="Rectangle 4">
            <a:extLst>
              <a:ext uri="{FF2B5EF4-FFF2-40B4-BE49-F238E27FC236}">
                <a16:creationId xmlns:a16="http://schemas.microsoft.com/office/drawing/2014/main" id="{2FCDB2EA-91A1-15F5-FC81-BD234CFC7F07}"/>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6" name="Google Shape;649;p14">
            <a:extLst>
              <a:ext uri="{FF2B5EF4-FFF2-40B4-BE49-F238E27FC236}">
                <a16:creationId xmlns:a16="http://schemas.microsoft.com/office/drawing/2014/main" id="{CD40FEF5-27A4-E324-EA04-FC9204EFA256}"/>
              </a:ext>
            </a:extLst>
          </p:cNvPr>
          <p:cNvSpPr txBox="1"/>
          <p:nvPr/>
        </p:nvSpPr>
        <p:spPr>
          <a:xfrm>
            <a:off x="685801" y="2313779"/>
            <a:ext cx="11163539" cy="1206677"/>
          </a:xfrm>
          <a:prstGeom prst="rect">
            <a:avLst/>
          </a:prstGeom>
          <a:noFill/>
          <a:ln>
            <a:noFill/>
          </a:ln>
        </p:spPr>
        <p:txBody>
          <a:bodyPr spcFirstLastPara="1" wrap="square" lIns="0" tIns="0" rIns="0" bIns="0" anchor="t" anchorCtr="0">
            <a:spAutoFit/>
          </a:bodyPr>
          <a:lstStyle/>
          <a:p>
            <a:pPr marL="304815" indent="-304815" defTabSz="609630">
              <a:lnSpc>
                <a:spcPct val="139958"/>
              </a:lnSpc>
              <a:buClr>
                <a:srgbClr val="FFFFFF"/>
              </a:buClr>
              <a:buFont typeface="Arial" panose="020B0604020202020204" pitchFamily="34" charset="0"/>
              <a:buChar char="•"/>
            </a:pPr>
            <a:r>
              <a:rPr lang="en-US" sz="1867" kern="0" dirty="0">
                <a:solidFill>
                  <a:srgbClr val="8C52FF"/>
                </a:solidFill>
                <a:latin typeface="Roboto Mono"/>
                <a:ea typeface="Roboto Mono"/>
                <a:cs typeface="Arial"/>
                <a:sym typeface="Roboto Mono"/>
              </a:rPr>
              <a:t>EXTRA INFO</a:t>
            </a:r>
          </a:p>
          <a:p>
            <a:pPr defTabSz="609630">
              <a:lnSpc>
                <a:spcPct val="139958"/>
              </a:lnSpc>
              <a:buClr>
                <a:srgbClr val="FFFFFF"/>
              </a:buClr>
            </a:pPr>
            <a:r>
              <a:rPr lang="en-US" altLang="en-US" sz="1867" kern="0" dirty="0">
                <a:solidFill>
                  <a:srgbClr val="FFFFFF"/>
                </a:solidFill>
                <a:latin typeface="Open Sans" panose="020B0606030504020204" pitchFamily="34" charset="0"/>
                <a:cs typeface="Open Sans" panose="020B0606030504020204" pitchFamily="34" charset="0"/>
                <a:sym typeface="Arial"/>
              </a:rPr>
              <a:t>Python often comes with a lot of built-in functions that will do the work for you. For example, to find the largest number of all, you can use a Python built-in function called </a:t>
            </a:r>
            <a:r>
              <a:rPr lang="en-US" altLang="en-US" sz="1867" kern="0" dirty="0">
                <a:solidFill>
                  <a:srgbClr val="FFFFFF"/>
                </a:solidFill>
                <a:latin typeface="Courier New" panose="02070309020205020404" pitchFamily="49" charset="0"/>
                <a:cs typeface="Courier New" panose="02070309020205020404" pitchFamily="49" charset="0"/>
                <a:sym typeface="Arial"/>
              </a:rPr>
              <a:t>max()</a:t>
            </a:r>
            <a:r>
              <a:rPr lang="en-US" altLang="en-US" sz="1867" kern="0" dirty="0">
                <a:solidFill>
                  <a:srgbClr val="FFFFFF"/>
                </a:solidFill>
                <a:latin typeface="Open Sans" panose="020B0606030504020204" pitchFamily="34" charset="0"/>
                <a:cs typeface="Open Sans" panose="020B0606030504020204" pitchFamily="34" charset="0"/>
                <a:sym typeface="Arial"/>
              </a:rPr>
              <a:t>.</a:t>
            </a:r>
            <a:endParaRPr lang="en-US" sz="1867" kern="0" dirty="0">
              <a:solidFill>
                <a:srgbClr val="8C52FF"/>
              </a:solidFill>
              <a:latin typeface="Roboto Mono"/>
              <a:ea typeface="Roboto Mono"/>
              <a:cs typeface="Arial"/>
              <a:sym typeface="Roboto Mono"/>
            </a:endParaRPr>
          </a:p>
        </p:txBody>
      </p:sp>
      <p:sp>
        <p:nvSpPr>
          <p:cNvPr id="19" name="Rectangle 6">
            <a:extLst>
              <a:ext uri="{FF2B5EF4-FFF2-40B4-BE49-F238E27FC236}">
                <a16:creationId xmlns:a16="http://schemas.microsoft.com/office/drawing/2014/main" id="{2F3AD926-407F-EEE3-312F-6508C2090088}"/>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10" name="Rectangle 1">
            <a:extLst>
              <a:ext uri="{FF2B5EF4-FFF2-40B4-BE49-F238E27FC236}">
                <a16:creationId xmlns:a16="http://schemas.microsoft.com/office/drawing/2014/main" id="{1BAFC905-C921-C17F-4371-8676B22A355F}"/>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5" name="Rectangle 2">
            <a:extLst>
              <a:ext uri="{FF2B5EF4-FFF2-40B4-BE49-F238E27FC236}">
                <a16:creationId xmlns:a16="http://schemas.microsoft.com/office/drawing/2014/main" id="{42B2D507-D7C8-F4AC-8B5C-F66E1E45FD4E}"/>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7" name="Rectangle 1">
            <a:extLst>
              <a:ext uri="{FF2B5EF4-FFF2-40B4-BE49-F238E27FC236}">
                <a16:creationId xmlns:a16="http://schemas.microsoft.com/office/drawing/2014/main" id="{67CF9A41-1D5C-A45C-BF07-4D3A8E386DFC}"/>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pic>
        <p:nvPicPr>
          <p:cNvPr id="20" name="Picture 19" descr="A screenshot of a computer program&#10;&#10;Description automatically generated">
            <a:extLst>
              <a:ext uri="{FF2B5EF4-FFF2-40B4-BE49-F238E27FC236}">
                <a16:creationId xmlns:a16="http://schemas.microsoft.com/office/drawing/2014/main" id="{2F249F55-934D-AD5F-37DB-0BEC2FAC7E7F}"/>
              </a:ext>
            </a:extLst>
          </p:cNvPr>
          <p:cNvPicPr>
            <a:picLocks noChangeAspect="1"/>
          </p:cNvPicPr>
          <p:nvPr/>
        </p:nvPicPr>
        <p:blipFill>
          <a:blip r:embed="rId3"/>
          <a:stretch>
            <a:fillRect/>
          </a:stretch>
        </p:blipFill>
        <p:spPr>
          <a:xfrm>
            <a:off x="3690794" y="3594557"/>
            <a:ext cx="4607213" cy="2866711"/>
          </a:xfrm>
          <a:prstGeom prst="rect">
            <a:avLst/>
          </a:prstGeom>
        </p:spPr>
      </p:pic>
    </p:spTree>
    <p:extLst>
      <p:ext uri="{BB962C8B-B14F-4D97-AF65-F5344CB8AC3E}">
        <p14:creationId xmlns:p14="http://schemas.microsoft.com/office/powerpoint/2010/main" val="254517511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24042" y="217287"/>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a:solidFill>
            <a:schemeClr val="accent1"/>
          </a:solidFill>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60"/>
            <a:ext cx="10722297" cy="886397"/>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4800" kern="0" dirty="0">
                <a:solidFill>
                  <a:srgbClr val="FFFFFF"/>
                </a:solidFill>
                <a:latin typeface="Courier"/>
                <a:cs typeface="Arial"/>
                <a:sym typeface="Courier"/>
              </a:rPr>
              <a:t>while Statement</a:t>
            </a:r>
            <a:endParaRPr sz="4800"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7" name="Rectangle 1">
            <a:extLst>
              <a:ext uri="{FF2B5EF4-FFF2-40B4-BE49-F238E27FC236}">
                <a16:creationId xmlns:a16="http://schemas.microsoft.com/office/drawing/2014/main" id="{20F41085-CE44-7E37-23E2-A522BDCBBFCD}"/>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3" name="Rectangle 1">
            <a:extLst>
              <a:ext uri="{FF2B5EF4-FFF2-40B4-BE49-F238E27FC236}">
                <a16:creationId xmlns:a16="http://schemas.microsoft.com/office/drawing/2014/main" id="{0E9B0D59-3084-D5BA-88A0-D33BADA639E4}"/>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4" name="Rectangle 1">
            <a:extLst>
              <a:ext uri="{FF2B5EF4-FFF2-40B4-BE49-F238E27FC236}">
                <a16:creationId xmlns:a16="http://schemas.microsoft.com/office/drawing/2014/main" id="{23F2007E-42F7-9440-F3A0-FD42A273BA15}"/>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6" name="Rectangle 5">
            <a:extLst>
              <a:ext uri="{FF2B5EF4-FFF2-40B4-BE49-F238E27FC236}">
                <a16:creationId xmlns:a16="http://schemas.microsoft.com/office/drawing/2014/main" id="{9F5FADB2-91AF-D4FA-A045-82F997FBBD17}"/>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5" name="Rectangle 1">
            <a:extLst>
              <a:ext uri="{FF2B5EF4-FFF2-40B4-BE49-F238E27FC236}">
                <a16:creationId xmlns:a16="http://schemas.microsoft.com/office/drawing/2014/main" id="{E6496D04-2116-A83E-095C-4F80A7E97EC5}"/>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9" name="Rectangle 2">
            <a:extLst>
              <a:ext uri="{FF2B5EF4-FFF2-40B4-BE49-F238E27FC236}">
                <a16:creationId xmlns:a16="http://schemas.microsoft.com/office/drawing/2014/main" id="{3E458D6A-E9DB-1287-7EA5-E23645965E69}"/>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2" name="Rectangle 2">
            <a:extLst>
              <a:ext uri="{FF2B5EF4-FFF2-40B4-BE49-F238E27FC236}">
                <a16:creationId xmlns:a16="http://schemas.microsoft.com/office/drawing/2014/main" id="{FBB22B93-F8CC-6F00-52DE-0350807328D2}"/>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3" name="Rectangle 3">
            <a:extLst>
              <a:ext uri="{FF2B5EF4-FFF2-40B4-BE49-F238E27FC236}">
                <a16:creationId xmlns:a16="http://schemas.microsoft.com/office/drawing/2014/main" id="{18B7A569-70FF-9BCA-F988-F9B46A585DE3}"/>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4" name="Rectangle 4">
            <a:extLst>
              <a:ext uri="{FF2B5EF4-FFF2-40B4-BE49-F238E27FC236}">
                <a16:creationId xmlns:a16="http://schemas.microsoft.com/office/drawing/2014/main" id="{2FCDB2EA-91A1-15F5-FC81-BD234CFC7F07}"/>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6" name="Google Shape;649;p14">
            <a:extLst>
              <a:ext uri="{FF2B5EF4-FFF2-40B4-BE49-F238E27FC236}">
                <a16:creationId xmlns:a16="http://schemas.microsoft.com/office/drawing/2014/main" id="{CD40FEF5-27A4-E324-EA04-FC9204EFA256}"/>
              </a:ext>
            </a:extLst>
          </p:cNvPr>
          <p:cNvSpPr txBox="1"/>
          <p:nvPr/>
        </p:nvSpPr>
        <p:spPr>
          <a:xfrm>
            <a:off x="685801" y="2313779"/>
            <a:ext cx="11163539" cy="3620030"/>
          </a:xfrm>
          <a:prstGeom prst="rect">
            <a:avLst/>
          </a:prstGeom>
          <a:noFill/>
          <a:ln>
            <a:noFill/>
          </a:ln>
        </p:spPr>
        <p:txBody>
          <a:bodyPr spcFirstLastPara="1" wrap="square" lIns="0" tIns="0" rIns="0" bIns="0" anchor="t" anchorCtr="0">
            <a:spAutoFit/>
          </a:bodyPr>
          <a:lstStyle/>
          <a:p>
            <a:pPr marL="304815" indent="-304815" defTabSz="609630">
              <a:lnSpc>
                <a:spcPct val="139958"/>
              </a:lnSpc>
              <a:buClr>
                <a:srgbClr val="FFFFFF"/>
              </a:buClr>
              <a:buFont typeface="Arial" panose="020B0604020202020204" pitchFamily="34" charset="0"/>
              <a:buChar char="•"/>
            </a:pPr>
            <a:r>
              <a:rPr lang="en-US" sz="1867" kern="0" dirty="0">
                <a:solidFill>
                  <a:srgbClr val="FFFFFF"/>
                </a:solidFill>
                <a:latin typeface="Roboto Mono"/>
                <a:ea typeface="Roboto Mono"/>
                <a:cs typeface="Arial"/>
                <a:sym typeface="Roboto Mono"/>
              </a:rPr>
              <a:t>Do you agree with the statement presented below</a:t>
            </a:r>
          </a:p>
          <a:p>
            <a:pPr marL="304815" indent="-304815" defTabSz="609630">
              <a:lnSpc>
                <a:spcPct val="139958"/>
              </a:lnSpc>
              <a:buClr>
                <a:srgbClr val="FFFFFF"/>
              </a:buClr>
              <a:buFont typeface="Arial" panose="020B0604020202020204" pitchFamily="34" charset="0"/>
              <a:buChar char="•"/>
            </a:pPr>
            <a:endParaRPr lang="en-US" sz="1867" kern="0" dirty="0">
              <a:solidFill>
                <a:srgbClr val="FFFFFF"/>
              </a:solidFill>
              <a:latin typeface="Roboto Mono"/>
              <a:ea typeface="Roboto Mono"/>
              <a:cs typeface="Arial"/>
              <a:sym typeface="Roboto Mono"/>
            </a:endParaRPr>
          </a:p>
          <a:p>
            <a:pPr defTabSz="609630">
              <a:lnSpc>
                <a:spcPct val="139958"/>
              </a:lnSpc>
              <a:buClr>
                <a:srgbClr val="FFFFFF"/>
              </a:buClr>
            </a:pPr>
            <a:r>
              <a:rPr lang="en-US" sz="1867" kern="0" dirty="0">
                <a:solidFill>
                  <a:srgbClr val="8C52FF"/>
                </a:solidFill>
                <a:latin typeface="Roboto Mono"/>
                <a:ea typeface="Roboto Mono"/>
                <a:cs typeface="Arial"/>
                <a:sym typeface="Roboto Mono"/>
              </a:rPr>
              <a:t>while there is something to do:</a:t>
            </a:r>
          </a:p>
          <a:p>
            <a:pPr defTabSz="609630">
              <a:lnSpc>
                <a:spcPct val="139958"/>
              </a:lnSpc>
              <a:buClr>
                <a:srgbClr val="FFFFFF"/>
              </a:buClr>
            </a:pPr>
            <a:r>
              <a:rPr lang="en-US" sz="1867" kern="0" dirty="0">
                <a:solidFill>
                  <a:srgbClr val="8C52FF"/>
                </a:solidFill>
                <a:latin typeface="Roboto Mono"/>
                <a:ea typeface="Roboto Mono"/>
                <a:cs typeface="Arial"/>
                <a:sym typeface="Roboto Mono"/>
              </a:rPr>
              <a:t>	do it</a:t>
            </a:r>
          </a:p>
          <a:p>
            <a:pPr defTabSz="609630">
              <a:lnSpc>
                <a:spcPct val="139958"/>
              </a:lnSpc>
              <a:buClr>
                <a:srgbClr val="FFFFFF"/>
              </a:buClr>
            </a:pPr>
            <a:endParaRPr lang="en-US" sz="1867" kern="0" dirty="0">
              <a:solidFill>
                <a:srgbClr val="8C52FF"/>
              </a:solidFill>
              <a:latin typeface="Roboto Mono"/>
              <a:ea typeface="Roboto Mono"/>
              <a:cs typeface="Arial"/>
              <a:sym typeface="Roboto Mono"/>
            </a:endParaRPr>
          </a:p>
          <a:p>
            <a:pPr marL="304815" indent="-304815" defTabSz="609630">
              <a:lnSpc>
                <a:spcPct val="139958"/>
              </a:lnSpc>
              <a:buClr>
                <a:srgbClr val="FFFFFF"/>
              </a:buClr>
              <a:buFont typeface="Arial" panose="020B0604020202020204" pitchFamily="34" charset="0"/>
              <a:buChar char="•"/>
            </a:pPr>
            <a:r>
              <a:rPr lang="en-US" sz="1867" kern="0" dirty="0">
                <a:solidFill>
                  <a:srgbClr val="FFFFFF"/>
                </a:solidFill>
                <a:latin typeface="Roboto Mono"/>
                <a:ea typeface="Roboto Mono"/>
                <a:cs typeface="Arial"/>
                <a:sym typeface="Roboto Mono"/>
              </a:rPr>
              <a:t>The semantic difference is more important: when the condition is met, if performs its statements </a:t>
            </a:r>
            <a:r>
              <a:rPr lang="en-US" sz="1867" kern="0" dirty="0">
                <a:solidFill>
                  <a:srgbClr val="8C52FF"/>
                </a:solidFill>
                <a:latin typeface="Roboto Mono"/>
                <a:ea typeface="Roboto Mono"/>
                <a:cs typeface="Arial"/>
                <a:sym typeface="Roboto Mono"/>
              </a:rPr>
              <a:t>only once</a:t>
            </a:r>
            <a:r>
              <a:rPr lang="en-US" sz="1867" kern="0" dirty="0">
                <a:solidFill>
                  <a:srgbClr val="FFFFFF"/>
                </a:solidFill>
                <a:latin typeface="Roboto Mono"/>
                <a:ea typeface="Roboto Mono"/>
                <a:cs typeface="Arial"/>
                <a:sym typeface="Roboto Mono"/>
              </a:rPr>
              <a:t>; while </a:t>
            </a:r>
            <a:r>
              <a:rPr lang="en-US" sz="1867" kern="0" dirty="0">
                <a:solidFill>
                  <a:srgbClr val="8C52FF"/>
                </a:solidFill>
                <a:latin typeface="Roboto Mono"/>
                <a:ea typeface="Roboto Mono"/>
                <a:cs typeface="Arial"/>
                <a:sym typeface="Roboto Mono"/>
              </a:rPr>
              <a:t>repeats the execution as long as the condition evaluates to </a:t>
            </a:r>
            <a:r>
              <a:rPr lang="en-US" sz="1867" kern="0" dirty="0">
                <a:solidFill>
                  <a:srgbClr val="FFFFFF"/>
                </a:solidFill>
                <a:latin typeface="Roboto Mono"/>
                <a:ea typeface="Roboto Mono"/>
                <a:cs typeface="Arial"/>
                <a:sym typeface="Roboto Mono"/>
              </a:rPr>
              <a:t>True. </a:t>
            </a:r>
          </a:p>
          <a:p>
            <a:pPr defTabSz="609630">
              <a:lnSpc>
                <a:spcPct val="139958"/>
              </a:lnSpc>
              <a:buClr>
                <a:srgbClr val="FFFFFF"/>
              </a:buClr>
            </a:pPr>
            <a:endParaRPr lang="en-US" sz="1867" kern="0" dirty="0">
              <a:solidFill>
                <a:srgbClr val="8C52FF"/>
              </a:solidFill>
              <a:latin typeface="Roboto Mono"/>
              <a:ea typeface="Roboto Mono"/>
              <a:cs typeface="Arial"/>
              <a:sym typeface="Roboto Mono"/>
            </a:endParaRPr>
          </a:p>
        </p:txBody>
      </p:sp>
      <p:sp>
        <p:nvSpPr>
          <p:cNvPr id="19" name="Rectangle 6">
            <a:extLst>
              <a:ext uri="{FF2B5EF4-FFF2-40B4-BE49-F238E27FC236}">
                <a16:creationId xmlns:a16="http://schemas.microsoft.com/office/drawing/2014/main" id="{2F3AD926-407F-EEE3-312F-6508C2090088}"/>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10" name="Rectangle 1">
            <a:extLst>
              <a:ext uri="{FF2B5EF4-FFF2-40B4-BE49-F238E27FC236}">
                <a16:creationId xmlns:a16="http://schemas.microsoft.com/office/drawing/2014/main" id="{1BAFC905-C921-C17F-4371-8676B22A355F}"/>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5" name="Rectangle 2">
            <a:extLst>
              <a:ext uri="{FF2B5EF4-FFF2-40B4-BE49-F238E27FC236}">
                <a16:creationId xmlns:a16="http://schemas.microsoft.com/office/drawing/2014/main" id="{42B2D507-D7C8-F4AC-8B5C-F66E1E45FD4E}"/>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Tree>
    <p:extLst>
      <p:ext uri="{BB962C8B-B14F-4D97-AF65-F5344CB8AC3E}">
        <p14:creationId xmlns:p14="http://schemas.microsoft.com/office/powerpoint/2010/main" val="3691473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24042" y="217287"/>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a:solidFill>
            <a:schemeClr val="accent1"/>
          </a:solidFill>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60"/>
            <a:ext cx="10722297" cy="886397"/>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4800" kern="0" dirty="0">
                <a:solidFill>
                  <a:srgbClr val="FFFFFF"/>
                </a:solidFill>
                <a:latin typeface="Courier"/>
                <a:cs typeface="Arial"/>
                <a:sym typeface="Courier"/>
              </a:rPr>
              <a:t>while Statement</a:t>
            </a:r>
            <a:endParaRPr sz="4800"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7" name="Rectangle 1">
            <a:extLst>
              <a:ext uri="{FF2B5EF4-FFF2-40B4-BE49-F238E27FC236}">
                <a16:creationId xmlns:a16="http://schemas.microsoft.com/office/drawing/2014/main" id="{20F41085-CE44-7E37-23E2-A522BDCBBFCD}"/>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3" name="Rectangle 1">
            <a:extLst>
              <a:ext uri="{FF2B5EF4-FFF2-40B4-BE49-F238E27FC236}">
                <a16:creationId xmlns:a16="http://schemas.microsoft.com/office/drawing/2014/main" id="{0E9B0D59-3084-D5BA-88A0-D33BADA639E4}"/>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4" name="Rectangle 1">
            <a:extLst>
              <a:ext uri="{FF2B5EF4-FFF2-40B4-BE49-F238E27FC236}">
                <a16:creationId xmlns:a16="http://schemas.microsoft.com/office/drawing/2014/main" id="{23F2007E-42F7-9440-F3A0-FD42A273BA15}"/>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6" name="Rectangle 5">
            <a:extLst>
              <a:ext uri="{FF2B5EF4-FFF2-40B4-BE49-F238E27FC236}">
                <a16:creationId xmlns:a16="http://schemas.microsoft.com/office/drawing/2014/main" id="{9F5FADB2-91AF-D4FA-A045-82F997FBBD17}"/>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5" name="Rectangle 1">
            <a:extLst>
              <a:ext uri="{FF2B5EF4-FFF2-40B4-BE49-F238E27FC236}">
                <a16:creationId xmlns:a16="http://schemas.microsoft.com/office/drawing/2014/main" id="{E6496D04-2116-A83E-095C-4F80A7E97EC5}"/>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9" name="Rectangle 2">
            <a:extLst>
              <a:ext uri="{FF2B5EF4-FFF2-40B4-BE49-F238E27FC236}">
                <a16:creationId xmlns:a16="http://schemas.microsoft.com/office/drawing/2014/main" id="{3E458D6A-E9DB-1287-7EA5-E23645965E69}"/>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2" name="Rectangle 2">
            <a:extLst>
              <a:ext uri="{FF2B5EF4-FFF2-40B4-BE49-F238E27FC236}">
                <a16:creationId xmlns:a16="http://schemas.microsoft.com/office/drawing/2014/main" id="{FBB22B93-F8CC-6F00-52DE-0350807328D2}"/>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3" name="Rectangle 3">
            <a:extLst>
              <a:ext uri="{FF2B5EF4-FFF2-40B4-BE49-F238E27FC236}">
                <a16:creationId xmlns:a16="http://schemas.microsoft.com/office/drawing/2014/main" id="{18B7A569-70FF-9BCA-F988-F9B46A585DE3}"/>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4" name="Rectangle 4">
            <a:extLst>
              <a:ext uri="{FF2B5EF4-FFF2-40B4-BE49-F238E27FC236}">
                <a16:creationId xmlns:a16="http://schemas.microsoft.com/office/drawing/2014/main" id="{2FCDB2EA-91A1-15F5-FC81-BD234CFC7F07}"/>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6" name="Google Shape;649;p14">
            <a:extLst>
              <a:ext uri="{FF2B5EF4-FFF2-40B4-BE49-F238E27FC236}">
                <a16:creationId xmlns:a16="http://schemas.microsoft.com/office/drawing/2014/main" id="{CD40FEF5-27A4-E324-EA04-FC9204EFA256}"/>
              </a:ext>
            </a:extLst>
          </p:cNvPr>
          <p:cNvSpPr txBox="1"/>
          <p:nvPr/>
        </p:nvSpPr>
        <p:spPr>
          <a:xfrm>
            <a:off x="685801" y="2313779"/>
            <a:ext cx="4706815" cy="3217804"/>
          </a:xfrm>
          <a:prstGeom prst="rect">
            <a:avLst/>
          </a:prstGeom>
          <a:noFill/>
          <a:ln>
            <a:noFill/>
          </a:ln>
        </p:spPr>
        <p:txBody>
          <a:bodyPr spcFirstLastPara="1" wrap="square" lIns="0" tIns="0" rIns="0" bIns="0" anchor="t" anchorCtr="0">
            <a:spAutoFit/>
          </a:bodyPr>
          <a:lstStyle/>
          <a:p>
            <a:pPr marL="304815" indent="-304815" defTabSz="609630">
              <a:lnSpc>
                <a:spcPct val="139958"/>
              </a:lnSpc>
              <a:buClr>
                <a:srgbClr val="FFFFFF"/>
              </a:buClr>
              <a:buFont typeface="Arial" panose="020B0604020202020204" pitchFamily="34" charset="0"/>
              <a:buChar char="•"/>
            </a:pPr>
            <a:r>
              <a:rPr lang="en-US" sz="1867" kern="0" dirty="0">
                <a:solidFill>
                  <a:srgbClr val="FFFFFF"/>
                </a:solidFill>
                <a:latin typeface="Roboto Mono"/>
                <a:ea typeface="Roboto Mono"/>
                <a:cs typeface="Arial"/>
                <a:sym typeface="Roboto Mono"/>
              </a:rPr>
              <a:t>while </a:t>
            </a:r>
            <a:r>
              <a:rPr lang="en-US" sz="1867" kern="0" dirty="0" err="1">
                <a:solidFill>
                  <a:srgbClr val="FFFFFF"/>
                </a:solidFill>
                <a:latin typeface="Roboto Mono"/>
                <a:ea typeface="Roboto Mono"/>
                <a:cs typeface="Arial"/>
                <a:sym typeface="Roboto Mono"/>
              </a:rPr>
              <a:t>conditional_expression</a:t>
            </a:r>
            <a:r>
              <a:rPr lang="en-US" sz="1867" kern="0" dirty="0">
                <a:solidFill>
                  <a:srgbClr val="FFFFFF"/>
                </a:solidFill>
                <a:latin typeface="Roboto Mono"/>
                <a:ea typeface="Roboto Mono"/>
                <a:cs typeface="Arial"/>
                <a:sym typeface="Roboto Mono"/>
              </a:rPr>
              <a:t>:</a:t>
            </a:r>
          </a:p>
          <a:p>
            <a:pPr defTabSz="609630">
              <a:lnSpc>
                <a:spcPct val="139958"/>
              </a:lnSpc>
              <a:buClr>
                <a:srgbClr val="FFFFFF"/>
              </a:buClr>
            </a:pPr>
            <a:r>
              <a:rPr lang="en-US" sz="1867" kern="0" dirty="0">
                <a:solidFill>
                  <a:srgbClr val="FFFFFF"/>
                </a:solidFill>
                <a:latin typeface="Roboto Mono"/>
                <a:ea typeface="Roboto Mono"/>
                <a:cs typeface="Arial"/>
                <a:sym typeface="Roboto Mono"/>
              </a:rPr>
              <a:t>    </a:t>
            </a:r>
            <a:r>
              <a:rPr lang="en-US" sz="1867" kern="0" dirty="0" err="1">
                <a:solidFill>
                  <a:srgbClr val="FFFFFF"/>
                </a:solidFill>
                <a:latin typeface="Roboto Mono"/>
                <a:ea typeface="Roboto Mono"/>
                <a:cs typeface="Arial"/>
                <a:sym typeface="Roboto Mono"/>
              </a:rPr>
              <a:t>instruction_one</a:t>
            </a:r>
            <a:endParaRPr lang="en-US" sz="1867" kern="0" dirty="0">
              <a:solidFill>
                <a:srgbClr val="FFFFFF"/>
              </a:solidFill>
              <a:latin typeface="Roboto Mono"/>
              <a:ea typeface="Roboto Mono"/>
              <a:cs typeface="Arial"/>
              <a:sym typeface="Roboto Mono"/>
            </a:endParaRPr>
          </a:p>
          <a:p>
            <a:pPr defTabSz="609630">
              <a:lnSpc>
                <a:spcPct val="139958"/>
              </a:lnSpc>
              <a:buClr>
                <a:srgbClr val="FFFFFF"/>
              </a:buClr>
            </a:pPr>
            <a:r>
              <a:rPr lang="en-US" sz="1867" kern="0" dirty="0">
                <a:solidFill>
                  <a:srgbClr val="FFFFFF"/>
                </a:solidFill>
                <a:latin typeface="Roboto Mono"/>
                <a:ea typeface="Roboto Mono"/>
                <a:cs typeface="Arial"/>
                <a:sym typeface="Roboto Mono"/>
              </a:rPr>
              <a:t>    </a:t>
            </a:r>
            <a:r>
              <a:rPr lang="en-US" sz="1867" kern="0" dirty="0" err="1">
                <a:solidFill>
                  <a:srgbClr val="FFFFFF"/>
                </a:solidFill>
                <a:latin typeface="Roboto Mono"/>
                <a:ea typeface="Roboto Mono"/>
                <a:cs typeface="Arial"/>
                <a:sym typeface="Roboto Mono"/>
              </a:rPr>
              <a:t>instruction_two</a:t>
            </a:r>
            <a:endParaRPr lang="en-US" sz="1867" kern="0" dirty="0">
              <a:solidFill>
                <a:srgbClr val="FFFFFF"/>
              </a:solidFill>
              <a:latin typeface="Roboto Mono"/>
              <a:ea typeface="Roboto Mono"/>
              <a:cs typeface="Arial"/>
              <a:sym typeface="Roboto Mono"/>
            </a:endParaRPr>
          </a:p>
          <a:p>
            <a:pPr defTabSz="609630">
              <a:lnSpc>
                <a:spcPct val="139958"/>
              </a:lnSpc>
              <a:buClr>
                <a:srgbClr val="FFFFFF"/>
              </a:buClr>
            </a:pPr>
            <a:r>
              <a:rPr lang="en-US" sz="1867" kern="0" dirty="0">
                <a:solidFill>
                  <a:srgbClr val="FFFFFF"/>
                </a:solidFill>
                <a:latin typeface="Roboto Mono"/>
                <a:ea typeface="Roboto Mono"/>
                <a:cs typeface="Arial"/>
                <a:sym typeface="Roboto Mono"/>
              </a:rPr>
              <a:t>    </a:t>
            </a:r>
            <a:r>
              <a:rPr lang="en-US" sz="1867" kern="0" dirty="0" err="1">
                <a:solidFill>
                  <a:srgbClr val="FFFFFF"/>
                </a:solidFill>
                <a:latin typeface="Roboto Mono"/>
                <a:ea typeface="Roboto Mono"/>
                <a:cs typeface="Arial"/>
                <a:sym typeface="Roboto Mono"/>
              </a:rPr>
              <a:t>instruction_three</a:t>
            </a:r>
            <a:endParaRPr lang="en-US" sz="1867" kern="0" dirty="0">
              <a:solidFill>
                <a:srgbClr val="FFFFFF"/>
              </a:solidFill>
              <a:latin typeface="Roboto Mono"/>
              <a:ea typeface="Roboto Mono"/>
              <a:cs typeface="Arial"/>
              <a:sym typeface="Roboto Mono"/>
            </a:endParaRPr>
          </a:p>
          <a:p>
            <a:pPr defTabSz="609630">
              <a:lnSpc>
                <a:spcPct val="139958"/>
              </a:lnSpc>
              <a:buClr>
                <a:srgbClr val="FFFFFF"/>
              </a:buClr>
            </a:pPr>
            <a:r>
              <a:rPr lang="en-US" sz="1867" kern="0" dirty="0">
                <a:solidFill>
                  <a:srgbClr val="FFFFFF"/>
                </a:solidFill>
                <a:latin typeface="Roboto Mono"/>
                <a:ea typeface="Roboto Mono"/>
                <a:cs typeface="Arial"/>
                <a:sym typeface="Roboto Mono"/>
              </a:rPr>
              <a:t>    :</a:t>
            </a:r>
          </a:p>
          <a:p>
            <a:pPr defTabSz="609630">
              <a:lnSpc>
                <a:spcPct val="139958"/>
              </a:lnSpc>
              <a:buClr>
                <a:srgbClr val="FFFFFF"/>
              </a:buClr>
            </a:pPr>
            <a:r>
              <a:rPr lang="en-US" sz="1867" kern="0" dirty="0">
                <a:solidFill>
                  <a:srgbClr val="FFFFFF"/>
                </a:solidFill>
                <a:latin typeface="Roboto Mono"/>
                <a:ea typeface="Roboto Mono"/>
                <a:cs typeface="Arial"/>
                <a:sym typeface="Roboto Mono"/>
              </a:rPr>
              <a:t>    :</a:t>
            </a:r>
          </a:p>
          <a:p>
            <a:pPr defTabSz="609630">
              <a:lnSpc>
                <a:spcPct val="139958"/>
              </a:lnSpc>
              <a:buClr>
                <a:srgbClr val="FFFFFF"/>
              </a:buClr>
            </a:pPr>
            <a:r>
              <a:rPr lang="en-US" sz="1867" kern="0" dirty="0">
                <a:solidFill>
                  <a:srgbClr val="FFFFFF"/>
                </a:solidFill>
                <a:latin typeface="Roboto Mono"/>
                <a:ea typeface="Roboto Mono"/>
                <a:cs typeface="Arial"/>
                <a:sym typeface="Roboto Mono"/>
              </a:rPr>
              <a:t>    </a:t>
            </a:r>
            <a:r>
              <a:rPr lang="en-US" sz="1867" kern="0" dirty="0" err="1">
                <a:solidFill>
                  <a:srgbClr val="FFFFFF"/>
                </a:solidFill>
                <a:latin typeface="Roboto Mono"/>
                <a:ea typeface="Roboto Mono"/>
                <a:cs typeface="Arial"/>
                <a:sym typeface="Roboto Mono"/>
              </a:rPr>
              <a:t>instruction_n</a:t>
            </a:r>
            <a:endParaRPr lang="en-US" sz="1867" kern="0" dirty="0">
              <a:solidFill>
                <a:srgbClr val="FFFFFF"/>
              </a:solidFill>
              <a:latin typeface="Roboto Mono"/>
              <a:ea typeface="Roboto Mono"/>
              <a:cs typeface="Arial"/>
              <a:sym typeface="Roboto Mono"/>
            </a:endParaRPr>
          </a:p>
          <a:p>
            <a:pPr defTabSz="609630">
              <a:lnSpc>
                <a:spcPct val="139958"/>
              </a:lnSpc>
              <a:buClr>
                <a:srgbClr val="FFFFFF"/>
              </a:buClr>
            </a:pPr>
            <a:endParaRPr lang="en-US" sz="1867" kern="0" dirty="0">
              <a:solidFill>
                <a:srgbClr val="8C52FF"/>
              </a:solidFill>
              <a:latin typeface="Roboto Mono"/>
              <a:ea typeface="Roboto Mono"/>
              <a:cs typeface="Arial"/>
              <a:sym typeface="Roboto Mono"/>
            </a:endParaRPr>
          </a:p>
        </p:txBody>
      </p:sp>
      <p:sp>
        <p:nvSpPr>
          <p:cNvPr id="19" name="Rectangle 6">
            <a:extLst>
              <a:ext uri="{FF2B5EF4-FFF2-40B4-BE49-F238E27FC236}">
                <a16:creationId xmlns:a16="http://schemas.microsoft.com/office/drawing/2014/main" id="{2F3AD926-407F-EEE3-312F-6508C2090088}"/>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10" name="Rectangle 1">
            <a:extLst>
              <a:ext uri="{FF2B5EF4-FFF2-40B4-BE49-F238E27FC236}">
                <a16:creationId xmlns:a16="http://schemas.microsoft.com/office/drawing/2014/main" id="{1BAFC905-C921-C17F-4371-8676B22A355F}"/>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5" name="Rectangle 2">
            <a:extLst>
              <a:ext uri="{FF2B5EF4-FFF2-40B4-BE49-F238E27FC236}">
                <a16:creationId xmlns:a16="http://schemas.microsoft.com/office/drawing/2014/main" id="{42B2D507-D7C8-F4AC-8B5C-F66E1E45FD4E}"/>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8" name="Google Shape;649;p14">
            <a:extLst>
              <a:ext uri="{FF2B5EF4-FFF2-40B4-BE49-F238E27FC236}">
                <a16:creationId xmlns:a16="http://schemas.microsoft.com/office/drawing/2014/main" id="{82624C32-83B3-2E05-8726-3C5C336BF9F5}"/>
              </a:ext>
            </a:extLst>
          </p:cNvPr>
          <p:cNvSpPr txBox="1"/>
          <p:nvPr/>
        </p:nvSpPr>
        <p:spPr>
          <a:xfrm>
            <a:off x="6272225" y="2416213"/>
            <a:ext cx="4706815" cy="3447867"/>
          </a:xfrm>
          <a:prstGeom prst="rect">
            <a:avLst/>
          </a:prstGeom>
          <a:noFill/>
          <a:ln>
            <a:noFill/>
          </a:ln>
        </p:spPr>
        <p:txBody>
          <a:bodyPr spcFirstLastPara="1" wrap="square" lIns="0" tIns="0" rIns="0" bIns="0" anchor="t" anchorCtr="0">
            <a:spAutoFit/>
          </a:bodyPr>
          <a:lstStyle/>
          <a:p>
            <a:pPr defTabSz="609630" eaLnBrk="0" fontAlgn="base" hangingPunct="0">
              <a:spcBef>
                <a:spcPct val="0"/>
              </a:spcBef>
              <a:spcAft>
                <a:spcPct val="0"/>
              </a:spcAft>
            </a:pPr>
            <a:endParaRPr lang="en-US" altLang="en-US" sz="1867" kern="0" dirty="0">
              <a:solidFill>
                <a:srgbClr val="FFFFFF"/>
              </a:solidFill>
              <a:latin typeface="Arial" panose="020B0604020202020204" pitchFamily="34" charset="0"/>
              <a:cs typeface="Arial"/>
              <a:sym typeface="Arial"/>
            </a:endParaRPr>
          </a:p>
          <a:p>
            <a:pPr marL="304815" indent="-304815" defTabSz="609630" eaLnBrk="0" fontAlgn="base" hangingPunct="0">
              <a:spcBef>
                <a:spcPct val="0"/>
              </a:spcBef>
              <a:spcAft>
                <a:spcPct val="0"/>
              </a:spcAft>
              <a:buFont typeface="Arial" panose="020B0604020202020204" pitchFamily="34" charset="0"/>
              <a:buChar char="•"/>
            </a:pPr>
            <a:r>
              <a:rPr lang="en-US" altLang="en-US" sz="1867" kern="0" dirty="0">
                <a:solidFill>
                  <a:srgbClr val="FFFFFF"/>
                </a:solidFill>
                <a:latin typeface="Arial" panose="020B0604020202020204" pitchFamily="34" charset="0"/>
                <a:cs typeface="Arial"/>
                <a:sym typeface="Arial"/>
              </a:rPr>
              <a:t>Indent all statements inside a </a:t>
            </a:r>
            <a:r>
              <a:rPr lang="en-US" altLang="en-US" sz="1867" kern="0" dirty="0">
                <a:solidFill>
                  <a:srgbClr val="FFFFFF"/>
                </a:solidFill>
                <a:latin typeface="Arial Unicode MS"/>
                <a:cs typeface="Arial"/>
                <a:sym typeface="Arial"/>
              </a:rPr>
              <a:t>while</a:t>
            </a:r>
            <a:r>
              <a:rPr lang="en-US" altLang="en-US" sz="1867" kern="0" dirty="0">
                <a:solidFill>
                  <a:srgbClr val="FFFFFF"/>
                </a:solidFill>
                <a:latin typeface="Arial"/>
                <a:cs typeface="Arial"/>
                <a:sym typeface="Arial"/>
              </a:rPr>
              <a:t> loop similarly, just like with </a:t>
            </a:r>
            <a:r>
              <a:rPr lang="en-US" altLang="en-US" sz="1867" kern="0" dirty="0">
                <a:solidFill>
                  <a:srgbClr val="FFFFFF"/>
                </a:solidFill>
                <a:latin typeface="Arial Unicode MS"/>
                <a:cs typeface="Arial"/>
                <a:sym typeface="Arial"/>
              </a:rPr>
              <a:t>if</a:t>
            </a:r>
            <a:r>
              <a:rPr lang="en-US" altLang="en-US" sz="1867" kern="0" dirty="0">
                <a:solidFill>
                  <a:srgbClr val="FFFFFF"/>
                </a:solidFill>
                <a:latin typeface="Arial"/>
                <a:cs typeface="Arial"/>
                <a:sym typeface="Arial"/>
              </a:rPr>
              <a:t>.</a:t>
            </a:r>
          </a:p>
          <a:p>
            <a:pPr defTabSz="609630" eaLnBrk="0" fontAlgn="base" hangingPunct="0">
              <a:spcBef>
                <a:spcPct val="0"/>
              </a:spcBef>
              <a:spcAft>
                <a:spcPct val="0"/>
              </a:spcAft>
            </a:pPr>
            <a:endParaRPr lang="en-US" altLang="en-US" sz="1867" kern="0" dirty="0">
              <a:solidFill>
                <a:srgbClr val="FFFFFF"/>
              </a:solidFill>
              <a:latin typeface="Arial" panose="020B0604020202020204" pitchFamily="34" charset="0"/>
              <a:cs typeface="Arial"/>
              <a:sym typeface="Arial"/>
            </a:endParaRPr>
          </a:p>
          <a:p>
            <a:pPr marL="304815" indent="-304815" defTabSz="609630" eaLnBrk="0" fontAlgn="base" hangingPunct="0">
              <a:spcBef>
                <a:spcPct val="0"/>
              </a:spcBef>
              <a:spcAft>
                <a:spcPct val="0"/>
              </a:spcAft>
              <a:buFont typeface="Arial" panose="020B0604020202020204" pitchFamily="34" charset="0"/>
              <a:buChar char="•"/>
            </a:pPr>
            <a:r>
              <a:rPr lang="en-US" altLang="en-US" sz="1867" kern="0" dirty="0">
                <a:solidFill>
                  <a:srgbClr val="FFFFFF"/>
                </a:solidFill>
                <a:latin typeface="Arial" panose="020B0604020202020204" pitchFamily="34" charset="0"/>
                <a:cs typeface="Arial"/>
                <a:sym typeface="Arial"/>
              </a:rPr>
              <a:t>Instructions within the </a:t>
            </a:r>
            <a:r>
              <a:rPr lang="en-US" altLang="en-US" sz="1867" kern="0" dirty="0">
                <a:solidFill>
                  <a:srgbClr val="FFFFFF"/>
                </a:solidFill>
                <a:latin typeface="Arial Unicode MS"/>
                <a:cs typeface="Arial"/>
                <a:sym typeface="Arial"/>
              </a:rPr>
              <a:t>while</a:t>
            </a:r>
            <a:r>
              <a:rPr lang="en-US" altLang="en-US" sz="1867" kern="0" dirty="0">
                <a:solidFill>
                  <a:srgbClr val="FFFFFF"/>
                </a:solidFill>
                <a:latin typeface="Arial"/>
                <a:cs typeface="Arial"/>
                <a:sym typeface="Arial"/>
              </a:rPr>
              <a:t> loop are called. the </a:t>
            </a:r>
            <a:r>
              <a:rPr lang="en-US" altLang="en-US" sz="1867" kern="0" dirty="0">
                <a:solidFill>
                  <a:srgbClr val="8C52FF"/>
                </a:solidFill>
                <a:latin typeface="Arial"/>
                <a:cs typeface="Arial"/>
                <a:sym typeface="Arial"/>
              </a:rPr>
              <a:t>loop's body</a:t>
            </a:r>
          </a:p>
          <a:p>
            <a:pPr defTabSz="609630" eaLnBrk="0" fontAlgn="base" hangingPunct="0">
              <a:spcBef>
                <a:spcPct val="0"/>
              </a:spcBef>
              <a:spcAft>
                <a:spcPct val="0"/>
              </a:spcAft>
            </a:pPr>
            <a:endParaRPr lang="en-US" altLang="en-US" sz="1867" kern="0" dirty="0">
              <a:solidFill>
                <a:srgbClr val="FFFFFF"/>
              </a:solidFill>
              <a:latin typeface="Arial" panose="020B0604020202020204" pitchFamily="34" charset="0"/>
              <a:cs typeface="Arial"/>
              <a:sym typeface="Arial"/>
            </a:endParaRPr>
          </a:p>
          <a:p>
            <a:pPr marL="304815" indent="-304815" defTabSz="609630" eaLnBrk="0" fontAlgn="base" hangingPunct="0">
              <a:spcBef>
                <a:spcPct val="0"/>
              </a:spcBef>
              <a:spcAft>
                <a:spcPct val="0"/>
              </a:spcAft>
              <a:buFont typeface="Arial" panose="020B0604020202020204" pitchFamily="34" charset="0"/>
              <a:buChar char="•"/>
            </a:pPr>
            <a:r>
              <a:rPr lang="en-US" altLang="en-US" sz="1867" kern="0" dirty="0">
                <a:solidFill>
                  <a:srgbClr val="FFFFFF"/>
                </a:solidFill>
                <a:latin typeface="Arial" panose="020B0604020202020204" pitchFamily="34" charset="0"/>
                <a:cs typeface="Arial"/>
                <a:sym typeface="Arial"/>
              </a:rPr>
              <a:t>If the condition is </a:t>
            </a:r>
            <a:r>
              <a:rPr lang="en-US" altLang="en-US" sz="1867" kern="0" dirty="0">
                <a:solidFill>
                  <a:srgbClr val="FFFFFF"/>
                </a:solidFill>
                <a:latin typeface="Arial Unicode MS"/>
                <a:cs typeface="Arial"/>
                <a:sym typeface="Arial"/>
              </a:rPr>
              <a:t>False</a:t>
            </a:r>
            <a:r>
              <a:rPr lang="en-US" altLang="en-US" sz="1867" kern="0" dirty="0">
                <a:solidFill>
                  <a:srgbClr val="FFFFFF"/>
                </a:solidFill>
                <a:latin typeface="Arial"/>
                <a:cs typeface="Arial"/>
                <a:sym typeface="Arial"/>
              </a:rPr>
              <a:t> initially, the loop’s body is not executed.</a:t>
            </a:r>
          </a:p>
          <a:p>
            <a:pPr defTabSz="609630" eaLnBrk="0" fontAlgn="base" hangingPunct="0">
              <a:spcBef>
                <a:spcPct val="0"/>
              </a:spcBef>
              <a:spcAft>
                <a:spcPct val="0"/>
              </a:spcAft>
            </a:pPr>
            <a:endParaRPr lang="en-US" altLang="en-US" sz="1867" kern="0" dirty="0">
              <a:solidFill>
                <a:srgbClr val="FFFFFF"/>
              </a:solidFill>
              <a:latin typeface="Arial" panose="020B0604020202020204" pitchFamily="34" charset="0"/>
              <a:cs typeface="Arial"/>
              <a:sym typeface="Arial"/>
            </a:endParaRPr>
          </a:p>
          <a:p>
            <a:pPr marL="304815" indent="-304815" defTabSz="609630" eaLnBrk="0" fontAlgn="base" hangingPunct="0">
              <a:spcBef>
                <a:spcPct val="0"/>
              </a:spcBef>
              <a:spcAft>
                <a:spcPct val="0"/>
              </a:spcAft>
              <a:buFont typeface="Arial" panose="020B0604020202020204" pitchFamily="34" charset="0"/>
              <a:buChar char="•"/>
            </a:pPr>
            <a:r>
              <a:rPr lang="en-US" altLang="en-US" sz="1867" kern="0" dirty="0">
                <a:solidFill>
                  <a:srgbClr val="FFFFFF"/>
                </a:solidFill>
                <a:latin typeface="Arial" panose="020B0604020202020204" pitchFamily="34" charset="0"/>
                <a:cs typeface="Arial"/>
                <a:sym typeface="Arial"/>
              </a:rPr>
              <a:t>The body should alter the condition's value to avoid an infinite loop. </a:t>
            </a:r>
          </a:p>
        </p:txBody>
      </p:sp>
      <p:sp>
        <p:nvSpPr>
          <p:cNvPr id="11" name="Rectangle 1">
            <a:extLst>
              <a:ext uri="{FF2B5EF4-FFF2-40B4-BE49-F238E27FC236}">
                <a16:creationId xmlns:a16="http://schemas.microsoft.com/office/drawing/2014/main" id="{84CDB709-48D2-0F17-010F-F9EF0D211656}"/>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Tree>
    <p:extLst>
      <p:ext uri="{BB962C8B-B14F-4D97-AF65-F5344CB8AC3E}">
        <p14:creationId xmlns:p14="http://schemas.microsoft.com/office/powerpoint/2010/main" val="151320709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24042" y="217287"/>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a:solidFill>
            <a:schemeClr val="accent1"/>
          </a:solidFill>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60"/>
            <a:ext cx="10722297" cy="886397"/>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4800" kern="0" dirty="0">
                <a:solidFill>
                  <a:srgbClr val="FFFFFF"/>
                </a:solidFill>
                <a:latin typeface="Courier"/>
                <a:cs typeface="Arial"/>
                <a:sym typeface="Courier"/>
              </a:rPr>
              <a:t>Infinite Loop</a:t>
            </a:r>
            <a:endParaRPr sz="4800"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7" name="Rectangle 1">
            <a:extLst>
              <a:ext uri="{FF2B5EF4-FFF2-40B4-BE49-F238E27FC236}">
                <a16:creationId xmlns:a16="http://schemas.microsoft.com/office/drawing/2014/main" id="{20F41085-CE44-7E37-23E2-A522BDCBBFCD}"/>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3" name="Rectangle 1">
            <a:extLst>
              <a:ext uri="{FF2B5EF4-FFF2-40B4-BE49-F238E27FC236}">
                <a16:creationId xmlns:a16="http://schemas.microsoft.com/office/drawing/2014/main" id="{0E9B0D59-3084-D5BA-88A0-D33BADA639E4}"/>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4" name="Rectangle 1">
            <a:extLst>
              <a:ext uri="{FF2B5EF4-FFF2-40B4-BE49-F238E27FC236}">
                <a16:creationId xmlns:a16="http://schemas.microsoft.com/office/drawing/2014/main" id="{23F2007E-42F7-9440-F3A0-FD42A273BA15}"/>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6" name="Rectangle 5">
            <a:extLst>
              <a:ext uri="{FF2B5EF4-FFF2-40B4-BE49-F238E27FC236}">
                <a16:creationId xmlns:a16="http://schemas.microsoft.com/office/drawing/2014/main" id="{9F5FADB2-91AF-D4FA-A045-82F997FBBD17}"/>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5" name="Rectangle 1">
            <a:extLst>
              <a:ext uri="{FF2B5EF4-FFF2-40B4-BE49-F238E27FC236}">
                <a16:creationId xmlns:a16="http://schemas.microsoft.com/office/drawing/2014/main" id="{E6496D04-2116-A83E-095C-4F80A7E97EC5}"/>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9" name="Rectangle 2">
            <a:extLst>
              <a:ext uri="{FF2B5EF4-FFF2-40B4-BE49-F238E27FC236}">
                <a16:creationId xmlns:a16="http://schemas.microsoft.com/office/drawing/2014/main" id="{3E458D6A-E9DB-1287-7EA5-E23645965E69}"/>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2" name="Rectangle 2">
            <a:extLst>
              <a:ext uri="{FF2B5EF4-FFF2-40B4-BE49-F238E27FC236}">
                <a16:creationId xmlns:a16="http://schemas.microsoft.com/office/drawing/2014/main" id="{FBB22B93-F8CC-6F00-52DE-0350807328D2}"/>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3" name="Rectangle 3">
            <a:extLst>
              <a:ext uri="{FF2B5EF4-FFF2-40B4-BE49-F238E27FC236}">
                <a16:creationId xmlns:a16="http://schemas.microsoft.com/office/drawing/2014/main" id="{18B7A569-70FF-9BCA-F988-F9B46A585DE3}"/>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4" name="Rectangle 4">
            <a:extLst>
              <a:ext uri="{FF2B5EF4-FFF2-40B4-BE49-F238E27FC236}">
                <a16:creationId xmlns:a16="http://schemas.microsoft.com/office/drawing/2014/main" id="{2FCDB2EA-91A1-15F5-FC81-BD234CFC7F07}"/>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6" name="Google Shape;649;p14">
            <a:extLst>
              <a:ext uri="{FF2B5EF4-FFF2-40B4-BE49-F238E27FC236}">
                <a16:creationId xmlns:a16="http://schemas.microsoft.com/office/drawing/2014/main" id="{CD40FEF5-27A4-E324-EA04-FC9204EFA256}"/>
              </a:ext>
            </a:extLst>
          </p:cNvPr>
          <p:cNvSpPr txBox="1"/>
          <p:nvPr/>
        </p:nvSpPr>
        <p:spPr>
          <a:xfrm>
            <a:off x="685800" y="2313779"/>
            <a:ext cx="10562908" cy="804451"/>
          </a:xfrm>
          <a:prstGeom prst="rect">
            <a:avLst/>
          </a:prstGeom>
          <a:noFill/>
          <a:ln>
            <a:noFill/>
          </a:ln>
        </p:spPr>
        <p:txBody>
          <a:bodyPr spcFirstLastPara="1" wrap="square" lIns="0" tIns="0" rIns="0" bIns="0" anchor="t" anchorCtr="0">
            <a:spAutoFit/>
          </a:bodyPr>
          <a:lstStyle/>
          <a:p>
            <a:pPr marL="304815" indent="-304815" defTabSz="609630">
              <a:lnSpc>
                <a:spcPct val="139958"/>
              </a:lnSpc>
              <a:buClr>
                <a:srgbClr val="FFFFFF"/>
              </a:buClr>
              <a:buFont typeface="Arial" panose="020B0604020202020204" pitchFamily="34" charset="0"/>
              <a:buChar char="•"/>
            </a:pPr>
            <a:r>
              <a:rPr lang="en-US" sz="1867" kern="0" dirty="0">
                <a:solidFill>
                  <a:srgbClr val="FFFFFF"/>
                </a:solidFill>
                <a:latin typeface="Roboto Mono"/>
                <a:ea typeface="Roboto Mono"/>
                <a:cs typeface="Arial"/>
                <a:sym typeface="Roboto Mono"/>
              </a:rPr>
              <a:t>An infinite loop, also called an </a:t>
            </a:r>
            <a:r>
              <a:rPr lang="en-US" sz="1867" kern="0" dirty="0">
                <a:solidFill>
                  <a:srgbClr val="8C52FF"/>
                </a:solidFill>
                <a:latin typeface="Roboto Mono"/>
                <a:ea typeface="Roboto Mono"/>
                <a:cs typeface="Arial"/>
                <a:sym typeface="Roboto Mono"/>
              </a:rPr>
              <a:t>endless loop</a:t>
            </a:r>
            <a:r>
              <a:rPr lang="en-US" sz="1867" kern="0" dirty="0">
                <a:solidFill>
                  <a:srgbClr val="FFFFFF"/>
                </a:solidFill>
                <a:latin typeface="Roboto Mono"/>
                <a:ea typeface="Roboto Mono"/>
                <a:cs typeface="Arial"/>
                <a:sym typeface="Roboto Mono"/>
              </a:rPr>
              <a:t>, is a sequence of instructions in a program which repeat indefinitely (loop endlessly.)</a:t>
            </a:r>
            <a:endParaRPr lang="en-US" sz="1867" kern="0" dirty="0">
              <a:solidFill>
                <a:srgbClr val="8C52FF"/>
              </a:solidFill>
              <a:latin typeface="Roboto Mono"/>
              <a:ea typeface="Roboto Mono"/>
              <a:cs typeface="Arial"/>
              <a:sym typeface="Roboto Mono"/>
            </a:endParaRPr>
          </a:p>
        </p:txBody>
      </p:sp>
      <p:sp>
        <p:nvSpPr>
          <p:cNvPr id="19" name="Rectangle 6">
            <a:extLst>
              <a:ext uri="{FF2B5EF4-FFF2-40B4-BE49-F238E27FC236}">
                <a16:creationId xmlns:a16="http://schemas.microsoft.com/office/drawing/2014/main" id="{2F3AD926-407F-EEE3-312F-6508C2090088}"/>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10" name="Rectangle 1">
            <a:extLst>
              <a:ext uri="{FF2B5EF4-FFF2-40B4-BE49-F238E27FC236}">
                <a16:creationId xmlns:a16="http://schemas.microsoft.com/office/drawing/2014/main" id="{1BAFC905-C921-C17F-4371-8676B22A355F}"/>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5" name="Rectangle 2">
            <a:extLst>
              <a:ext uri="{FF2B5EF4-FFF2-40B4-BE49-F238E27FC236}">
                <a16:creationId xmlns:a16="http://schemas.microsoft.com/office/drawing/2014/main" id="{42B2D507-D7C8-F4AC-8B5C-F66E1E45FD4E}"/>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1" name="Rectangle 1">
            <a:extLst>
              <a:ext uri="{FF2B5EF4-FFF2-40B4-BE49-F238E27FC236}">
                <a16:creationId xmlns:a16="http://schemas.microsoft.com/office/drawing/2014/main" id="{84CDB709-48D2-0F17-010F-F9EF0D211656}"/>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pic>
        <p:nvPicPr>
          <p:cNvPr id="18" name="Picture 17">
            <a:extLst>
              <a:ext uri="{FF2B5EF4-FFF2-40B4-BE49-F238E27FC236}">
                <a16:creationId xmlns:a16="http://schemas.microsoft.com/office/drawing/2014/main" id="{6C681FFB-2C9F-F7A8-926B-33410B117539}"/>
              </a:ext>
            </a:extLst>
          </p:cNvPr>
          <p:cNvPicPr>
            <a:picLocks noChangeAspect="1"/>
          </p:cNvPicPr>
          <p:nvPr/>
        </p:nvPicPr>
        <p:blipFill>
          <a:blip r:embed="rId3"/>
          <a:stretch>
            <a:fillRect/>
          </a:stretch>
        </p:blipFill>
        <p:spPr>
          <a:xfrm>
            <a:off x="1149875" y="3569724"/>
            <a:ext cx="9901560" cy="1308096"/>
          </a:xfrm>
          <a:prstGeom prst="rect">
            <a:avLst/>
          </a:prstGeom>
        </p:spPr>
      </p:pic>
    </p:spTree>
    <p:extLst>
      <p:ext uri="{BB962C8B-B14F-4D97-AF65-F5344CB8AC3E}">
        <p14:creationId xmlns:p14="http://schemas.microsoft.com/office/powerpoint/2010/main" val="273212028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24042" y="217287"/>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a:solidFill>
            <a:schemeClr val="accent1"/>
          </a:solidFill>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60"/>
            <a:ext cx="10722297" cy="886397"/>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4800" kern="0" dirty="0">
                <a:solidFill>
                  <a:srgbClr val="FFFFFF"/>
                </a:solidFill>
                <a:latin typeface="Courier"/>
                <a:cs typeface="Arial"/>
                <a:sym typeface="Courier"/>
              </a:rPr>
              <a:t>How The Body Exit?</a:t>
            </a:r>
            <a:endParaRPr sz="4800"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7" name="Rectangle 1">
            <a:extLst>
              <a:ext uri="{FF2B5EF4-FFF2-40B4-BE49-F238E27FC236}">
                <a16:creationId xmlns:a16="http://schemas.microsoft.com/office/drawing/2014/main" id="{20F41085-CE44-7E37-23E2-A522BDCBBFCD}"/>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3" name="Rectangle 1">
            <a:extLst>
              <a:ext uri="{FF2B5EF4-FFF2-40B4-BE49-F238E27FC236}">
                <a16:creationId xmlns:a16="http://schemas.microsoft.com/office/drawing/2014/main" id="{0E9B0D59-3084-D5BA-88A0-D33BADA639E4}"/>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4" name="Rectangle 1">
            <a:extLst>
              <a:ext uri="{FF2B5EF4-FFF2-40B4-BE49-F238E27FC236}">
                <a16:creationId xmlns:a16="http://schemas.microsoft.com/office/drawing/2014/main" id="{23F2007E-42F7-9440-F3A0-FD42A273BA15}"/>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6" name="Rectangle 5">
            <a:extLst>
              <a:ext uri="{FF2B5EF4-FFF2-40B4-BE49-F238E27FC236}">
                <a16:creationId xmlns:a16="http://schemas.microsoft.com/office/drawing/2014/main" id="{9F5FADB2-91AF-D4FA-A045-82F997FBBD17}"/>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5" name="Rectangle 1">
            <a:extLst>
              <a:ext uri="{FF2B5EF4-FFF2-40B4-BE49-F238E27FC236}">
                <a16:creationId xmlns:a16="http://schemas.microsoft.com/office/drawing/2014/main" id="{E6496D04-2116-A83E-095C-4F80A7E97EC5}"/>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9" name="Rectangle 2">
            <a:extLst>
              <a:ext uri="{FF2B5EF4-FFF2-40B4-BE49-F238E27FC236}">
                <a16:creationId xmlns:a16="http://schemas.microsoft.com/office/drawing/2014/main" id="{3E458D6A-E9DB-1287-7EA5-E23645965E69}"/>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2" name="Rectangle 2">
            <a:extLst>
              <a:ext uri="{FF2B5EF4-FFF2-40B4-BE49-F238E27FC236}">
                <a16:creationId xmlns:a16="http://schemas.microsoft.com/office/drawing/2014/main" id="{FBB22B93-F8CC-6F00-52DE-0350807328D2}"/>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3" name="Rectangle 3">
            <a:extLst>
              <a:ext uri="{FF2B5EF4-FFF2-40B4-BE49-F238E27FC236}">
                <a16:creationId xmlns:a16="http://schemas.microsoft.com/office/drawing/2014/main" id="{18B7A569-70FF-9BCA-F988-F9B46A585DE3}"/>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4" name="Rectangle 4">
            <a:extLst>
              <a:ext uri="{FF2B5EF4-FFF2-40B4-BE49-F238E27FC236}">
                <a16:creationId xmlns:a16="http://schemas.microsoft.com/office/drawing/2014/main" id="{2FCDB2EA-91A1-15F5-FC81-BD234CFC7F07}"/>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19" name="Rectangle 6">
            <a:extLst>
              <a:ext uri="{FF2B5EF4-FFF2-40B4-BE49-F238E27FC236}">
                <a16:creationId xmlns:a16="http://schemas.microsoft.com/office/drawing/2014/main" id="{2F3AD926-407F-EEE3-312F-6508C2090088}"/>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10" name="Rectangle 1">
            <a:extLst>
              <a:ext uri="{FF2B5EF4-FFF2-40B4-BE49-F238E27FC236}">
                <a16:creationId xmlns:a16="http://schemas.microsoft.com/office/drawing/2014/main" id="{1BAFC905-C921-C17F-4371-8676B22A355F}"/>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5" name="Rectangle 2">
            <a:extLst>
              <a:ext uri="{FF2B5EF4-FFF2-40B4-BE49-F238E27FC236}">
                <a16:creationId xmlns:a16="http://schemas.microsoft.com/office/drawing/2014/main" id="{42B2D507-D7C8-F4AC-8B5C-F66E1E45FD4E}"/>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1" name="Rectangle 1">
            <a:extLst>
              <a:ext uri="{FF2B5EF4-FFF2-40B4-BE49-F238E27FC236}">
                <a16:creationId xmlns:a16="http://schemas.microsoft.com/office/drawing/2014/main" id="{84CDB709-48D2-0F17-010F-F9EF0D211656}"/>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pic>
        <p:nvPicPr>
          <p:cNvPr id="17" name="Picture 16">
            <a:extLst>
              <a:ext uri="{FF2B5EF4-FFF2-40B4-BE49-F238E27FC236}">
                <a16:creationId xmlns:a16="http://schemas.microsoft.com/office/drawing/2014/main" id="{B9305226-8BA1-8860-10DA-BDE1F71A9B93}"/>
              </a:ext>
            </a:extLst>
          </p:cNvPr>
          <p:cNvPicPr>
            <a:picLocks noChangeAspect="1"/>
          </p:cNvPicPr>
          <p:nvPr/>
        </p:nvPicPr>
        <p:blipFill>
          <a:blip r:embed="rId3"/>
          <a:stretch>
            <a:fillRect/>
          </a:stretch>
        </p:blipFill>
        <p:spPr>
          <a:xfrm>
            <a:off x="2770328" y="2271500"/>
            <a:ext cx="6660654" cy="4190478"/>
          </a:xfrm>
          <a:prstGeom prst="rect">
            <a:avLst/>
          </a:prstGeom>
        </p:spPr>
      </p:pic>
    </p:spTree>
    <p:extLst>
      <p:ext uri="{BB962C8B-B14F-4D97-AF65-F5344CB8AC3E}">
        <p14:creationId xmlns:p14="http://schemas.microsoft.com/office/powerpoint/2010/main" val="97900527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24042" y="217287"/>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a:solidFill>
            <a:schemeClr val="accent1"/>
          </a:solidFill>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60"/>
            <a:ext cx="10722297" cy="886397"/>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4800" kern="0" dirty="0">
                <a:solidFill>
                  <a:srgbClr val="FFFFFF"/>
                </a:solidFill>
                <a:latin typeface="Courier"/>
                <a:cs typeface="Arial"/>
                <a:sym typeface="Courier"/>
              </a:rPr>
              <a:t>for Statement</a:t>
            </a:r>
            <a:endParaRPr sz="4800"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7" name="Rectangle 1">
            <a:extLst>
              <a:ext uri="{FF2B5EF4-FFF2-40B4-BE49-F238E27FC236}">
                <a16:creationId xmlns:a16="http://schemas.microsoft.com/office/drawing/2014/main" id="{20F41085-CE44-7E37-23E2-A522BDCBBFCD}"/>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3" name="Rectangle 1">
            <a:extLst>
              <a:ext uri="{FF2B5EF4-FFF2-40B4-BE49-F238E27FC236}">
                <a16:creationId xmlns:a16="http://schemas.microsoft.com/office/drawing/2014/main" id="{0E9B0D59-3084-D5BA-88A0-D33BADA639E4}"/>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4" name="Rectangle 1">
            <a:extLst>
              <a:ext uri="{FF2B5EF4-FFF2-40B4-BE49-F238E27FC236}">
                <a16:creationId xmlns:a16="http://schemas.microsoft.com/office/drawing/2014/main" id="{23F2007E-42F7-9440-F3A0-FD42A273BA15}"/>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6" name="Rectangle 5">
            <a:extLst>
              <a:ext uri="{FF2B5EF4-FFF2-40B4-BE49-F238E27FC236}">
                <a16:creationId xmlns:a16="http://schemas.microsoft.com/office/drawing/2014/main" id="{9F5FADB2-91AF-D4FA-A045-82F997FBBD17}"/>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5" name="Rectangle 1">
            <a:extLst>
              <a:ext uri="{FF2B5EF4-FFF2-40B4-BE49-F238E27FC236}">
                <a16:creationId xmlns:a16="http://schemas.microsoft.com/office/drawing/2014/main" id="{E6496D04-2116-A83E-095C-4F80A7E97EC5}"/>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9" name="Rectangle 2">
            <a:extLst>
              <a:ext uri="{FF2B5EF4-FFF2-40B4-BE49-F238E27FC236}">
                <a16:creationId xmlns:a16="http://schemas.microsoft.com/office/drawing/2014/main" id="{3E458D6A-E9DB-1287-7EA5-E23645965E69}"/>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2" name="Rectangle 2">
            <a:extLst>
              <a:ext uri="{FF2B5EF4-FFF2-40B4-BE49-F238E27FC236}">
                <a16:creationId xmlns:a16="http://schemas.microsoft.com/office/drawing/2014/main" id="{FBB22B93-F8CC-6F00-52DE-0350807328D2}"/>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3" name="Rectangle 3">
            <a:extLst>
              <a:ext uri="{FF2B5EF4-FFF2-40B4-BE49-F238E27FC236}">
                <a16:creationId xmlns:a16="http://schemas.microsoft.com/office/drawing/2014/main" id="{18B7A569-70FF-9BCA-F988-F9B46A585DE3}"/>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4" name="Rectangle 4">
            <a:extLst>
              <a:ext uri="{FF2B5EF4-FFF2-40B4-BE49-F238E27FC236}">
                <a16:creationId xmlns:a16="http://schemas.microsoft.com/office/drawing/2014/main" id="{2FCDB2EA-91A1-15F5-FC81-BD234CFC7F07}"/>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6" name="Google Shape;649;p14">
            <a:extLst>
              <a:ext uri="{FF2B5EF4-FFF2-40B4-BE49-F238E27FC236}">
                <a16:creationId xmlns:a16="http://schemas.microsoft.com/office/drawing/2014/main" id="{CD40FEF5-27A4-E324-EA04-FC9204EFA256}"/>
              </a:ext>
            </a:extLst>
          </p:cNvPr>
          <p:cNvSpPr txBox="1"/>
          <p:nvPr/>
        </p:nvSpPr>
        <p:spPr>
          <a:xfrm>
            <a:off x="685800" y="2313779"/>
            <a:ext cx="10562908" cy="1206677"/>
          </a:xfrm>
          <a:prstGeom prst="rect">
            <a:avLst/>
          </a:prstGeom>
          <a:noFill/>
          <a:ln>
            <a:noFill/>
          </a:ln>
        </p:spPr>
        <p:txBody>
          <a:bodyPr spcFirstLastPara="1" wrap="square" lIns="0" tIns="0" rIns="0" bIns="0" anchor="t" anchorCtr="0">
            <a:spAutoFit/>
          </a:bodyPr>
          <a:lstStyle/>
          <a:p>
            <a:pPr marL="304815" indent="-304815" defTabSz="609630">
              <a:lnSpc>
                <a:spcPct val="139958"/>
              </a:lnSpc>
              <a:buClr>
                <a:srgbClr val="FFFFFF"/>
              </a:buClr>
              <a:buFont typeface="Arial" panose="020B0604020202020204" pitchFamily="34" charset="0"/>
              <a:buChar char="•"/>
            </a:pPr>
            <a:r>
              <a:rPr lang="en-US" sz="1867" kern="0" dirty="0">
                <a:solidFill>
                  <a:srgbClr val="FFFFFF"/>
                </a:solidFill>
                <a:latin typeface="Roboto Mono"/>
                <a:ea typeface="Roboto Mono"/>
                <a:cs typeface="Arial"/>
                <a:sym typeface="Roboto Mono"/>
              </a:rPr>
              <a:t>Another kind of loop available in Python comes from the observation that sometimes it's more important to count the "turns" of the loop than to check the conditions. In While loop it looks like this:</a:t>
            </a:r>
            <a:endParaRPr lang="en-US" sz="1867" kern="0" dirty="0">
              <a:solidFill>
                <a:srgbClr val="8C52FF"/>
              </a:solidFill>
              <a:latin typeface="Roboto Mono"/>
              <a:ea typeface="Roboto Mono"/>
              <a:cs typeface="Arial"/>
              <a:sym typeface="Roboto Mono"/>
            </a:endParaRPr>
          </a:p>
        </p:txBody>
      </p:sp>
      <p:sp>
        <p:nvSpPr>
          <p:cNvPr id="19" name="Rectangle 6">
            <a:extLst>
              <a:ext uri="{FF2B5EF4-FFF2-40B4-BE49-F238E27FC236}">
                <a16:creationId xmlns:a16="http://schemas.microsoft.com/office/drawing/2014/main" id="{2F3AD926-407F-EEE3-312F-6508C2090088}"/>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10" name="Rectangle 1">
            <a:extLst>
              <a:ext uri="{FF2B5EF4-FFF2-40B4-BE49-F238E27FC236}">
                <a16:creationId xmlns:a16="http://schemas.microsoft.com/office/drawing/2014/main" id="{1BAFC905-C921-C17F-4371-8676B22A355F}"/>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5" name="Rectangle 2">
            <a:extLst>
              <a:ext uri="{FF2B5EF4-FFF2-40B4-BE49-F238E27FC236}">
                <a16:creationId xmlns:a16="http://schemas.microsoft.com/office/drawing/2014/main" id="{42B2D507-D7C8-F4AC-8B5C-F66E1E45FD4E}"/>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1" name="Rectangle 1">
            <a:extLst>
              <a:ext uri="{FF2B5EF4-FFF2-40B4-BE49-F238E27FC236}">
                <a16:creationId xmlns:a16="http://schemas.microsoft.com/office/drawing/2014/main" id="{84CDB709-48D2-0F17-010F-F9EF0D211656}"/>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pic>
        <p:nvPicPr>
          <p:cNvPr id="17" name="Picture 16" descr="A close-up of a person&#10;&#10;Description automatically generated">
            <a:extLst>
              <a:ext uri="{FF2B5EF4-FFF2-40B4-BE49-F238E27FC236}">
                <a16:creationId xmlns:a16="http://schemas.microsoft.com/office/drawing/2014/main" id="{404635B7-F78D-4F5C-3A37-20796277F2D3}"/>
              </a:ext>
            </a:extLst>
          </p:cNvPr>
          <p:cNvPicPr>
            <a:picLocks noChangeAspect="1"/>
          </p:cNvPicPr>
          <p:nvPr/>
        </p:nvPicPr>
        <p:blipFill>
          <a:blip r:embed="rId3"/>
          <a:stretch>
            <a:fillRect/>
          </a:stretch>
        </p:blipFill>
        <p:spPr>
          <a:xfrm>
            <a:off x="2026043" y="3920563"/>
            <a:ext cx="8343115" cy="2085778"/>
          </a:xfrm>
          <a:prstGeom prst="rect">
            <a:avLst/>
          </a:prstGeom>
        </p:spPr>
      </p:pic>
    </p:spTree>
    <p:extLst>
      <p:ext uri="{BB962C8B-B14F-4D97-AF65-F5344CB8AC3E}">
        <p14:creationId xmlns:p14="http://schemas.microsoft.com/office/powerpoint/2010/main" val="51487536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24042" y="217287"/>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a:solidFill>
            <a:schemeClr val="accent1"/>
          </a:solidFill>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60"/>
            <a:ext cx="10722297" cy="886397"/>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4800" kern="0" dirty="0">
                <a:solidFill>
                  <a:srgbClr val="FFFFFF"/>
                </a:solidFill>
                <a:latin typeface="Courier"/>
                <a:cs typeface="Arial"/>
                <a:sym typeface="Courier"/>
              </a:rPr>
              <a:t>for Statement</a:t>
            </a:r>
            <a:endParaRPr sz="4800"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7" name="Rectangle 1">
            <a:extLst>
              <a:ext uri="{FF2B5EF4-FFF2-40B4-BE49-F238E27FC236}">
                <a16:creationId xmlns:a16="http://schemas.microsoft.com/office/drawing/2014/main" id="{20F41085-CE44-7E37-23E2-A522BDCBBFCD}"/>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3" name="Rectangle 1">
            <a:extLst>
              <a:ext uri="{FF2B5EF4-FFF2-40B4-BE49-F238E27FC236}">
                <a16:creationId xmlns:a16="http://schemas.microsoft.com/office/drawing/2014/main" id="{0E9B0D59-3084-D5BA-88A0-D33BADA639E4}"/>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4" name="Rectangle 1">
            <a:extLst>
              <a:ext uri="{FF2B5EF4-FFF2-40B4-BE49-F238E27FC236}">
                <a16:creationId xmlns:a16="http://schemas.microsoft.com/office/drawing/2014/main" id="{23F2007E-42F7-9440-F3A0-FD42A273BA15}"/>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6" name="Rectangle 5">
            <a:extLst>
              <a:ext uri="{FF2B5EF4-FFF2-40B4-BE49-F238E27FC236}">
                <a16:creationId xmlns:a16="http://schemas.microsoft.com/office/drawing/2014/main" id="{9F5FADB2-91AF-D4FA-A045-82F997FBBD17}"/>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5" name="Rectangle 1">
            <a:extLst>
              <a:ext uri="{FF2B5EF4-FFF2-40B4-BE49-F238E27FC236}">
                <a16:creationId xmlns:a16="http://schemas.microsoft.com/office/drawing/2014/main" id="{E6496D04-2116-A83E-095C-4F80A7E97EC5}"/>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9" name="Rectangle 2">
            <a:extLst>
              <a:ext uri="{FF2B5EF4-FFF2-40B4-BE49-F238E27FC236}">
                <a16:creationId xmlns:a16="http://schemas.microsoft.com/office/drawing/2014/main" id="{3E458D6A-E9DB-1287-7EA5-E23645965E69}"/>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2" name="Rectangle 2">
            <a:extLst>
              <a:ext uri="{FF2B5EF4-FFF2-40B4-BE49-F238E27FC236}">
                <a16:creationId xmlns:a16="http://schemas.microsoft.com/office/drawing/2014/main" id="{FBB22B93-F8CC-6F00-52DE-0350807328D2}"/>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3" name="Rectangle 3">
            <a:extLst>
              <a:ext uri="{FF2B5EF4-FFF2-40B4-BE49-F238E27FC236}">
                <a16:creationId xmlns:a16="http://schemas.microsoft.com/office/drawing/2014/main" id="{18B7A569-70FF-9BCA-F988-F9B46A585DE3}"/>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4" name="Rectangle 4">
            <a:extLst>
              <a:ext uri="{FF2B5EF4-FFF2-40B4-BE49-F238E27FC236}">
                <a16:creationId xmlns:a16="http://schemas.microsoft.com/office/drawing/2014/main" id="{2FCDB2EA-91A1-15F5-FC81-BD234CFC7F07}"/>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6" name="Google Shape;649;p14">
            <a:extLst>
              <a:ext uri="{FF2B5EF4-FFF2-40B4-BE49-F238E27FC236}">
                <a16:creationId xmlns:a16="http://schemas.microsoft.com/office/drawing/2014/main" id="{CD40FEF5-27A4-E324-EA04-FC9204EFA256}"/>
              </a:ext>
            </a:extLst>
          </p:cNvPr>
          <p:cNvSpPr txBox="1"/>
          <p:nvPr/>
        </p:nvSpPr>
        <p:spPr>
          <a:xfrm>
            <a:off x="685800" y="2313779"/>
            <a:ext cx="10562908" cy="804451"/>
          </a:xfrm>
          <a:prstGeom prst="rect">
            <a:avLst/>
          </a:prstGeom>
          <a:noFill/>
          <a:ln>
            <a:noFill/>
          </a:ln>
        </p:spPr>
        <p:txBody>
          <a:bodyPr spcFirstLastPara="1" wrap="square" lIns="0" tIns="0" rIns="0" bIns="0" anchor="t" anchorCtr="0">
            <a:spAutoFit/>
          </a:bodyPr>
          <a:lstStyle/>
          <a:p>
            <a:pPr marL="304815" indent="-304815" defTabSz="609630">
              <a:lnSpc>
                <a:spcPct val="139958"/>
              </a:lnSpc>
              <a:buClr>
                <a:srgbClr val="FFFFFF"/>
              </a:buClr>
              <a:buFont typeface="Arial" panose="020B0604020202020204" pitchFamily="34" charset="0"/>
              <a:buChar char="•"/>
            </a:pPr>
            <a:r>
              <a:rPr lang="en-US" sz="1867" kern="0" dirty="0">
                <a:solidFill>
                  <a:srgbClr val="FFFFFF"/>
                </a:solidFill>
                <a:latin typeface="Roboto Mono"/>
                <a:ea typeface="Roboto Mono"/>
                <a:cs typeface="Arial"/>
                <a:sym typeface="Roboto Mono"/>
              </a:rPr>
              <a:t>Actually, the for loop is designed to do more complicated tasks -</a:t>
            </a:r>
            <a:r>
              <a:rPr lang="en-US" sz="1867" kern="0" dirty="0">
                <a:solidFill>
                  <a:srgbClr val="8C52FF"/>
                </a:solidFill>
                <a:latin typeface="Roboto Mono"/>
                <a:ea typeface="Roboto Mono"/>
                <a:cs typeface="Arial"/>
                <a:sym typeface="Roboto Mono"/>
              </a:rPr>
              <a:t> it can "browse" large collections of data item by item</a:t>
            </a:r>
            <a:r>
              <a:rPr lang="en-US" sz="1867" kern="0" dirty="0">
                <a:solidFill>
                  <a:srgbClr val="FFFFFF"/>
                </a:solidFill>
                <a:latin typeface="Roboto Mono"/>
                <a:ea typeface="Roboto Mono"/>
                <a:cs typeface="Arial"/>
                <a:sym typeface="Roboto Mono"/>
              </a:rPr>
              <a:t>. </a:t>
            </a:r>
          </a:p>
        </p:txBody>
      </p:sp>
      <p:sp>
        <p:nvSpPr>
          <p:cNvPr id="19" name="Rectangle 6">
            <a:extLst>
              <a:ext uri="{FF2B5EF4-FFF2-40B4-BE49-F238E27FC236}">
                <a16:creationId xmlns:a16="http://schemas.microsoft.com/office/drawing/2014/main" id="{2F3AD926-407F-EEE3-312F-6508C2090088}"/>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10" name="Rectangle 1">
            <a:extLst>
              <a:ext uri="{FF2B5EF4-FFF2-40B4-BE49-F238E27FC236}">
                <a16:creationId xmlns:a16="http://schemas.microsoft.com/office/drawing/2014/main" id="{1BAFC905-C921-C17F-4371-8676B22A355F}"/>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5" name="Rectangle 2">
            <a:extLst>
              <a:ext uri="{FF2B5EF4-FFF2-40B4-BE49-F238E27FC236}">
                <a16:creationId xmlns:a16="http://schemas.microsoft.com/office/drawing/2014/main" id="{42B2D507-D7C8-F4AC-8B5C-F66E1E45FD4E}"/>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1" name="Rectangle 1">
            <a:extLst>
              <a:ext uri="{FF2B5EF4-FFF2-40B4-BE49-F238E27FC236}">
                <a16:creationId xmlns:a16="http://schemas.microsoft.com/office/drawing/2014/main" id="{84CDB709-48D2-0F17-010F-F9EF0D211656}"/>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8" name="Rectangle 1">
            <a:extLst>
              <a:ext uri="{FF2B5EF4-FFF2-40B4-BE49-F238E27FC236}">
                <a16:creationId xmlns:a16="http://schemas.microsoft.com/office/drawing/2014/main" id="{ECA85013-5870-9A07-4A6E-E04E024EBBA7}"/>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pic>
        <p:nvPicPr>
          <p:cNvPr id="20" name="Picture 19" descr="A white rectangular object with a black border&#10;&#10;Description automatically generated">
            <a:extLst>
              <a:ext uri="{FF2B5EF4-FFF2-40B4-BE49-F238E27FC236}">
                <a16:creationId xmlns:a16="http://schemas.microsoft.com/office/drawing/2014/main" id="{E9814689-FCD9-3CA7-38D7-A7A98F4FCD4A}"/>
              </a:ext>
            </a:extLst>
          </p:cNvPr>
          <p:cNvPicPr>
            <a:picLocks noChangeAspect="1"/>
          </p:cNvPicPr>
          <p:nvPr/>
        </p:nvPicPr>
        <p:blipFill>
          <a:blip r:embed="rId3"/>
          <a:stretch>
            <a:fillRect/>
          </a:stretch>
        </p:blipFill>
        <p:spPr>
          <a:xfrm>
            <a:off x="1088230" y="3736876"/>
            <a:ext cx="10218741" cy="2079247"/>
          </a:xfrm>
          <a:prstGeom prst="rect">
            <a:avLst/>
          </a:prstGeom>
        </p:spPr>
      </p:pic>
    </p:spTree>
    <p:extLst>
      <p:ext uri="{BB962C8B-B14F-4D97-AF65-F5344CB8AC3E}">
        <p14:creationId xmlns:p14="http://schemas.microsoft.com/office/powerpoint/2010/main" val="2616210167"/>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24042" y="217287"/>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a:solidFill>
            <a:schemeClr val="accent1"/>
          </a:solidFill>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60"/>
            <a:ext cx="10722297" cy="886397"/>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4800" kern="0" dirty="0">
                <a:solidFill>
                  <a:srgbClr val="FFFFFF"/>
                </a:solidFill>
                <a:latin typeface="Courier"/>
                <a:cs typeface="Arial"/>
                <a:sym typeface="Courier"/>
              </a:rPr>
              <a:t>for Statement</a:t>
            </a:r>
            <a:endParaRPr sz="4800"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7" name="Rectangle 1">
            <a:extLst>
              <a:ext uri="{FF2B5EF4-FFF2-40B4-BE49-F238E27FC236}">
                <a16:creationId xmlns:a16="http://schemas.microsoft.com/office/drawing/2014/main" id="{20F41085-CE44-7E37-23E2-A522BDCBBFCD}"/>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3" name="Rectangle 1">
            <a:extLst>
              <a:ext uri="{FF2B5EF4-FFF2-40B4-BE49-F238E27FC236}">
                <a16:creationId xmlns:a16="http://schemas.microsoft.com/office/drawing/2014/main" id="{0E9B0D59-3084-D5BA-88A0-D33BADA639E4}"/>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4" name="Rectangle 1">
            <a:extLst>
              <a:ext uri="{FF2B5EF4-FFF2-40B4-BE49-F238E27FC236}">
                <a16:creationId xmlns:a16="http://schemas.microsoft.com/office/drawing/2014/main" id="{23F2007E-42F7-9440-F3A0-FD42A273BA15}"/>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6" name="Rectangle 5">
            <a:extLst>
              <a:ext uri="{FF2B5EF4-FFF2-40B4-BE49-F238E27FC236}">
                <a16:creationId xmlns:a16="http://schemas.microsoft.com/office/drawing/2014/main" id="{9F5FADB2-91AF-D4FA-A045-82F997FBBD17}"/>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5" name="Rectangle 1">
            <a:extLst>
              <a:ext uri="{FF2B5EF4-FFF2-40B4-BE49-F238E27FC236}">
                <a16:creationId xmlns:a16="http://schemas.microsoft.com/office/drawing/2014/main" id="{E6496D04-2116-A83E-095C-4F80A7E97EC5}"/>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9" name="Rectangle 2">
            <a:extLst>
              <a:ext uri="{FF2B5EF4-FFF2-40B4-BE49-F238E27FC236}">
                <a16:creationId xmlns:a16="http://schemas.microsoft.com/office/drawing/2014/main" id="{3E458D6A-E9DB-1287-7EA5-E23645965E69}"/>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2" name="Rectangle 2">
            <a:extLst>
              <a:ext uri="{FF2B5EF4-FFF2-40B4-BE49-F238E27FC236}">
                <a16:creationId xmlns:a16="http://schemas.microsoft.com/office/drawing/2014/main" id="{FBB22B93-F8CC-6F00-52DE-0350807328D2}"/>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3" name="Rectangle 3">
            <a:extLst>
              <a:ext uri="{FF2B5EF4-FFF2-40B4-BE49-F238E27FC236}">
                <a16:creationId xmlns:a16="http://schemas.microsoft.com/office/drawing/2014/main" id="{18B7A569-70FF-9BCA-F988-F9B46A585DE3}"/>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4" name="Rectangle 4">
            <a:extLst>
              <a:ext uri="{FF2B5EF4-FFF2-40B4-BE49-F238E27FC236}">
                <a16:creationId xmlns:a16="http://schemas.microsoft.com/office/drawing/2014/main" id="{2FCDB2EA-91A1-15F5-FC81-BD234CFC7F07}"/>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6" name="Google Shape;649;p14">
            <a:extLst>
              <a:ext uri="{FF2B5EF4-FFF2-40B4-BE49-F238E27FC236}">
                <a16:creationId xmlns:a16="http://schemas.microsoft.com/office/drawing/2014/main" id="{CD40FEF5-27A4-E324-EA04-FC9204EFA256}"/>
              </a:ext>
            </a:extLst>
          </p:cNvPr>
          <p:cNvSpPr txBox="1"/>
          <p:nvPr/>
        </p:nvSpPr>
        <p:spPr>
          <a:xfrm>
            <a:off x="685800" y="2313779"/>
            <a:ext cx="10562908" cy="4022255"/>
          </a:xfrm>
          <a:prstGeom prst="rect">
            <a:avLst/>
          </a:prstGeom>
          <a:noFill/>
          <a:ln>
            <a:noFill/>
          </a:ln>
        </p:spPr>
        <p:txBody>
          <a:bodyPr spcFirstLastPara="1" wrap="square" lIns="0" tIns="0" rIns="0" bIns="0" anchor="t" anchorCtr="0">
            <a:spAutoFit/>
          </a:bodyPr>
          <a:lstStyle/>
          <a:p>
            <a:pPr marL="304815" indent="-304815" defTabSz="609630">
              <a:lnSpc>
                <a:spcPct val="139958"/>
              </a:lnSpc>
              <a:buClr>
                <a:srgbClr val="FFFFFF"/>
              </a:buClr>
              <a:buFont typeface="Arial" panose="020B0604020202020204" pitchFamily="34" charset="0"/>
              <a:buChar char="•"/>
            </a:pPr>
            <a:endParaRPr lang="en-US" sz="1867" kern="0" dirty="0">
              <a:solidFill>
                <a:srgbClr val="FFFFFF"/>
              </a:solidFill>
              <a:latin typeface="Roboto Mono"/>
              <a:ea typeface="Roboto Mono"/>
              <a:cs typeface="Arial"/>
              <a:sym typeface="Roboto Mono"/>
            </a:endParaRPr>
          </a:p>
          <a:p>
            <a:pPr marL="304815" indent="-304815" defTabSz="609630">
              <a:lnSpc>
                <a:spcPct val="139958"/>
              </a:lnSpc>
              <a:buClr>
                <a:srgbClr val="FFFFFF"/>
              </a:buClr>
              <a:buFont typeface="Arial" panose="020B0604020202020204" pitchFamily="34" charset="0"/>
              <a:buChar char="•"/>
            </a:pPr>
            <a:r>
              <a:rPr lang="en-US" sz="1867" kern="0" dirty="0">
                <a:solidFill>
                  <a:srgbClr val="FFFFFF"/>
                </a:solidFill>
                <a:latin typeface="Roboto Mono"/>
                <a:ea typeface="Roboto Mono"/>
                <a:cs typeface="Arial"/>
                <a:sym typeface="Roboto Mono"/>
              </a:rPr>
              <a:t>The for keyword starts a for loop; no condition is needed.</a:t>
            </a:r>
          </a:p>
          <a:p>
            <a:pPr marL="304815" indent="-304815" defTabSz="609630">
              <a:lnSpc>
                <a:spcPct val="139958"/>
              </a:lnSpc>
              <a:buClr>
                <a:srgbClr val="FFFFFF"/>
              </a:buClr>
              <a:buFont typeface="Arial" panose="020B0604020202020204" pitchFamily="34" charset="0"/>
              <a:buChar char="•"/>
            </a:pPr>
            <a:r>
              <a:rPr lang="en-US" sz="1867" kern="0" dirty="0">
                <a:solidFill>
                  <a:srgbClr val="FFFFFF"/>
                </a:solidFill>
                <a:latin typeface="Roboto Mono"/>
                <a:ea typeface="Roboto Mono"/>
                <a:cs typeface="Arial"/>
                <a:sym typeface="Roboto Mono"/>
              </a:rPr>
              <a:t>The variable after for is the </a:t>
            </a:r>
            <a:r>
              <a:rPr lang="en-US" sz="1867" kern="0" dirty="0">
                <a:solidFill>
                  <a:srgbClr val="8C52FF"/>
                </a:solidFill>
                <a:latin typeface="Roboto Mono"/>
                <a:ea typeface="Roboto Mono"/>
                <a:cs typeface="Arial"/>
                <a:sym typeface="Roboto Mono"/>
              </a:rPr>
              <a:t>control variable</a:t>
            </a:r>
            <a:r>
              <a:rPr lang="en-US" sz="1867" kern="0" dirty="0">
                <a:solidFill>
                  <a:srgbClr val="FFFFFF"/>
                </a:solidFill>
                <a:latin typeface="Roboto Mono"/>
                <a:ea typeface="Roboto Mono"/>
                <a:cs typeface="Arial"/>
                <a:sym typeface="Roboto Mono"/>
              </a:rPr>
              <a:t>, automatically counting the loop's iterations.</a:t>
            </a:r>
          </a:p>
          <a:p>
            <a:pPr marL="304815" indent="-304815" defTabSz="609630">
              <a:lnSpc>
                <a:spcPct val="139958"/>
              </a:lnSpc>
              <a:buClr>
                <a:srgbClr val="FFFFFF"/>
              </a:buClr>
              <a:buFont typeface="Arial" panose="020B0604020202020204" pitchFamily="34" charset="0"/>
              <a:buChar char="•"/>
            </a:pPr>
            <a:r>
              <a:rPr lang="en-US" sz="1867" kern="0" dirty="0">
                <a:solidFill>
                  <a:srgbClr val="FFFFFF"/>
                </a:solidFill>
                <a:latin typeface="Roboto Mono"/>
                <a:ea typeface="Roboto Mono"/>
                <a:cs typeface="Arial"/>
                <a:sym typeface="Roboto Mono"/>
              </a:rPr>
              <a:t>The in keyword defines the range of values for the control variable.</a:t>
            </a:r>
          </a:p>
          <a:p>
            <a:pPr marL="304815" indent="-304815" defTabSz="609630">
              <a:lnSpc>
                <a:spcPct val="139958"/>
              </a:lnSpc>
              <a:buClr>
                <a:srgbClr val="FFFFFF"/>
              </a:buClr>
              <a:buFont typeface="Arial" panose="020B0604020202020204" pitchFamily="34" charset="0"/>
              <a:buChar char="•"/>
            </a:pPr>
            <a:r>
              <a:rPr lang="en-US" sz="1867" kern="0" dirty="0">
                <a:solidFill>
                  <a:srgbClr val="FFFFFF"/>
                </a:solidFill>
                <a:latin typeface="Roboto Mono"/>
                <a:ea typeface="Roboto Mono"/>
                <a:cs typeface="Arial"/>
                <a:sym typeface="Roboto Mono"/>
              </a:rPr>
              <a:t>The range() function generates values for the control variable, starting from 0 up to but not including the specified argument.</a:t>
            </a:r>
          </a:p>
          <a:p>
            <a:pPr marL="304815" indent="-304815" defTabSz="609630">
              <a:lnSpc>
                <a:spcPct val="139958"/>
              </a:lnSpc>
              <a:buClr>
                <a:srgbClr val="FFFFFF"/>
              </a:buClr>
              <a:buFont typeface="Arial" panose="020B0604020202020204" pitchFamily="34" charset="0"/>
              <a:buChar char="•"/>
            </a:pPr>
            <a:r>
              <a:rPr lang="en-US" sz="1867" kern="0" dirty="0">
                <a:solidFill>
                  <a:srgbClr val="FFFFFF"/>
                </a:solidFill>
                <a:latin typeface="Roboto Mono"/>
                <a:ea typeface="Roboto Mono"/>
                <a:cs typeface="Arial"/>
                <a:sym typeface="Roboto Mono"/>
              </a:rPr>
              <a:t>The pass keyword is used as a placeholder when no action is required in the loop body. </a:t>
            </a:r>
          </a:p>
          <a:p>
            <a:pPr marL="304815" indent="-304815" defTabSz="609630">
              <a:lnSpc>
                <a:spcPct val="139958"/>
              </a:lnSpc>
              <a:buClr>
                <a:srgbClr val="FFFFFF"/>
              </a:buClr>
              <a:buFont typeface="Arial" panose="020B0604020202020204" pitchFamily="34" charset="0"/>
              <a:buChar char="•"/>
            </a:pPr>
            <a:endParaRPr lang="en-US" sz="1867" kern="0" dirty="0">
              <a:solidFill>
                <a:srgbClr val="FFFFFF"/>
              </a:solidFill>
              <a:latin typeface="Roboto Mono"/>
              <a:ea typeface="Roboto Mono"/>
              <a:cs typeface="Arial"/>
              <a:sym typeface="Roboto Mono"/>
            </a:endParaRPr>
          </a:p>
        </p:txBody>
      </p:sp>
      <p:sp>
        <p:nvSpPr>
          <p:cNvPr id="19" name="Rectangle 6">
            <a:extLst>
              <a:ext uri="{FF2B5EF4-FFF2-40B4-BE49-F238E27FC236}">
                <a16:creationId xmlns:a16="http://schemas.microsoft.com/office/drawing/2014/main" id="{2F3AD926-407F-EEE3-312F-6508C2090088}"/>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10" name="Rectangle 1">
            <a:extLst>
              <a:ext uri="{FF2B5EF4-FFF2-40B4-BE49-F238E27FC236}">
                <a16:creationId xmlns:a16="http://schemas.microsoft.com/office/drawing/2014/main" id="{1BAFC905-C921-C17F-4371-8676B22A355F}"/>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5" name="Rectangle 2">
            <a:extLst>
              <a:ext uri="{FF2B5EF4-FFF2-40B4-BE49-F238E27FC236}">
                <a16:creationId xmlns:a16="http://schemas.microsoft.com/office/drawing/2014/main" id="{42B2D507-D7C8-F4AC-8B5C-F66E1E45FD4E}"/>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1" name="Rectangle 1">
            <a:extLst>
              <a:ext uri="{FF2B5EF4-FFF2-40B4-BE49-F238E27FC236}">
                <a16:creationId xmlns:a16="http://schemas.microsoft.com/office/drawing/2014/main" id="{84CDB709-48D2-0F17-010F-F9EF0D211656}"/>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8" name="Rectangle 1">
            <a:extLst>
              <a:ext uri="{FF2B5EF4-FFF2-40B4-BE49-F238E27FC236}">
                <a16:creationId xmlns:a16="http://schemas.microsoft.com/office/drawing/2014/main" id="{ECA85013-5870-9A07-4A6E-E04E024EBBA7}"/>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Tree>
    <p:extLst>
      <p:ext uri="{BB962C8B-B14F-4D97-AF65-F5344CB8AC3E}">
        <p14:creationId xmlns:p14="http://schemas.microsoft.com/office/powerpoint/2010/main" val="37662256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24042" y="217287"/>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a:solidFill>
            <a:schemeClr val="accent1"/>
          </a:solidFill>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60"/>
            <a:ext cx="10722297" cy="886397"/>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4800" kern="0" dirty="0">
                <a:solidFill>
                  <a:srgbClr val="FFFFFF"/>
                </a:solidFill>
                <a:latin typeface="Courier"/>
                <a:cs typeface="Arial"/>
                <a:sym typeface="Courier"/>
              </a:rPr>
              <a:t>for Statement</a:t>
            </a:r>
            <a:endParaRPr sz="4800"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7" name="Rectangle 1">
            <a:extLst>
              <a:ext uri="{FF2B5EF4-FFF2-40B4-BE49-F238E27FC236}">
                <a16:creationId xmlns:a16="http://schemas.microsoft.com/office/drawing/2014/main" id="{20F41085-CE44-7E37-23E2-A522BDCBBFCD}"/>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3" name="Rectangle 1">
            <a:extLst>
              <a:ext uri="{FF2B5EF4-FFF2-40B4-BE49-F238E27FC236}">
                <a16:creationId xmlns:a16="http://schemas.microsoft.com/office/drawing/2014/main" id="{0E9B0D59-3084-D5BA-88A0-D33BADA639E4}"/>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4" name="Rectangle 1">
            <a:extLst>
              <a:ext uri="{FF2B5EF4-FFF2-40B4-BE49-F238E27FC236}">
                <a16:creationId xmlns:a16="http://schemas.microsoft.com/office/drawing/2014/main" id="{23F2007E-42F7-9440-F3A0-FD42A273BA15}"/>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6" name="Rectangle 5">
            <a:extLst>
              <a:ext uri="{FF2B5EF4-FFF2-40B4-BE49-F238E27FC236}">
                <a16:creationId xmlns:a16="http://schemas.microsoft.com/office/drawing/2014/main" id="{9F5FADB2-91AF-D4FA-A045-82F997FBBD17}"/>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5" name="Rectangle 1">
            <a:extLst>
              <a:ext uri="{FF2B5EF4-FFF2-40B4-BE49-F238E27FC236}">
                <a16:creationId xmlns:a16="http://schemas.microsoft.com/office/drawing/2014/main" id="{E6496D04-2116-A83E-095C-4F80A7E97EC5}"/>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9" name="Rectangle 2">
            <a:extLst>
              <a:ext uri="{FF2B5EF4-FFF2-40B4-BE49-F238E27FC236}">
                <a16:creationId xmlns:a16="http://schemas.microsoft.com/office/drawing/2014/main" id="{3E458D6A-E9DB-1287-7EA5-E23645965E69}"/>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2" name="Rectangle 2">
            <a:extLst>
              <a:ext uri="{FF2B5EF4-FFF2-40B4-BE49-F238E27FC236}">
                <a16:creationId xmlns:a16="http://schemas.microsoft.com/office/drawing/2014/main" id="{FBB22B93-F8CC-6F00-52DE-0350807328D2}"/>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3" name="Rectangle 3">
            <a:extLst>
              <a:ext uri="{FF2B5EF4-FFF2-40B4-BE49-F238E27FC236}">
                <a16:creationId xmlns:a16="http://schemas.microsoft.com/office/drawing/2014/main" id="{18B7A569-70FF-9BCA-F988-F9B46A585DE3}"/>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4" name="Rectangle 4">
            <a:extLst>
              <a:ext uri="{FF2B5EF4-FFF2-40B4-BE49-F238E27FC236}">
                <a16:creationId xmlns:a16="http://schemas.microsoft.com/office/drawing/2014/main" id="{2FCDB2EA-91A1-15F5-FC81-BD234CFC7F07}"/>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6" name="Google Shape;649;p14">
            <a:extLst>
              <a:ext uri="{FF2B5EF4-FFF2-40B4-BE49-F238E27FC236}">
                <a16:creationId xmlns:a16="http://schemas.microsoft.com/office/drawing/2014/main" id="{CD40FEF5-27A4-E324-EA04-FC9204EFA256}"/>
              </a:ext>
            </a:extLst>
          </p:cNvPr>
          <p:cNvSpPr txBox="1"/>
          <p:nvPr/>
        </p:nvSpPr>
        <p:spPr>
          <a:xfrm>
            <a:off x="685800" y="2313779"/>
            <a:ext cx="10562908" cy="3217804"/>
          </a:xfrm>
          <a:prstGeom prst="rect">
            <a:avLst/>
          </a:prstGeom>
          <a:noFill/>
          <a:ln>
            <a:noFill/>
          </a:ln>
        </p:spPr>
        <p:txBody>
          <a:bodyPr spcFirstLastPara="1" wrap="square" lIns="0" tIns="0" rIns="0" bIns="0" anchor="t" anchorCtr="0">
            <a:spAutoFit/>
          </a:bodyPr>
          <a:lstStyle/>
          <a:p>
            <a:pPr marL="304815" indent="-304815" defTabSz="609630">
              <a:lnSpc>
                <a:spcPct val="139958"/>
              </a:lnSpc>
              <a:buClr>
                <a:srgbClr val="FFFFFF"/>
              </a:buClr>
              <a:buFont typeface="Arial" panose="020B0604020202020204" pitchFamily="34" charset="0"/>
              <a:buChar char="•"/>
            </a:pPr>
            <a:r>
              <a:rPr lang="en-US" sz="1867" kern="0" dirty="0">
                <a:solidFill>
                  <a:srgbClr val="FFFFFF"/>
                </a:solidFill>
                <a:latin typeface="Roboto Mono"/>
                <a:ea typeface="Roboto Mono"/>
                <a:cs typeface="Arial"/>
                <a:sym typeface="Roboto Mono"/>
              </a:rPr>
              <a:t>the first argument determines the initial (first) value of the control variable. The last argument shows the first value the control variable will not be assigned.</a:t>
            </a:r>
          </a:p>
          <a:p>
            <a:pPr marL="304815" indent="-304815" defTabSz="609630">
              <a:lnSpc>
                <a:spcPct val="139958"/>
              </a:lnSpc>
              <a:buClr>
                <a:srgbClr val="FFFFFF"/>
              </a:buClr>
              <a:buFont typeface="Arial" panose="020B0604020202020204" pitchFamily="34" charset="0"/>
              <a:buChar char="•"/>
            </a:pPr>
            <a:r>
              <a:rPr lang="en-US" sz="1867" kern="0" dirty="0">
                <a:solidFill>
                  <a:srgbClr val="FFFFFF"/>
                </a:solidFill>
                <a:latin typeface="Roboto Mono"/>
                <a:ea typeface="Roboto Mono"/>
                <a:cs typeface="Arial"/>
                <a:sym typeface="Roboto Mono"/>
              </a:rPr>
              <a:t>the range() function accepts only integers as its arguments, and generates sequences of integers.</a:t>
            </a:r>
          </a:p>
          <a:p>
            <a:pPr marL="304815" indent="-304815" defTabSz="609630">
              <a:lnSpc>
                <a:spcPct val="139958"/>
              </a:lnSpc>
              <a:buClr>
                <a:srgbClr val="FFFFFF"/>
              </a:buClr>
              <a:buFont typeface="Arial" panose="020B0604020202020204" pitchFamily="34" charset="0"/>
              <a:buChar char="•"/>
            </a:pPr>
            <a:r>
              <a:rPr lang="en-US" sz="1867" kern="0" dirty="0">
                <a:solidFill>
                  <a:srgbClr val="FFFFFF"/>
                </a:solidFill>
                <a:latin typeface="Roboto Mono"/>
                <a:ea typeface="Roboto Mono"/>
                <a:cs typeface="Arial"/>
                <a:sym typeface="Roboto Mono"/>
              </a:rPr>
              <a:t>The first value shown is 2 (taken from the range()'s first argument.)</a:t>
            </a:r>
          </a:p>
          <a:p>
            <a:pPr marL="304815" indent="-304815" defTabSz="609630">
              <a:lnSpc>
                <a:spcPct val="139958"/>
              </a:lnSpc>
              <a:buClr>
                <a:srgbClr val="FFFFFF"/>
              </a:buClr>
              <a:buFont typeface="Arial" panose="020B0604020202020204" pitchFamily="34" charset="0"/>
              <a:buChar char="•"/>
            </a:pPr>
            <a:r>
              <a:rPr lang="en-US" sz="1867" kern="0" dirty="0">
                <a:solidFill>
                  <a:srgbClr val="FFFFFF"/>
                </a:solidFill>
                <a:latin typeface="Roboto Mono"/>
                <a:ea typeface="Roboto Mono"/>
                <a:cs typeface="Arial"/>
                <a:sym typeface="Roboto Mono"/>
              </a:rPr>
              <a:t>The last is 7 (although the range()'s second argument is 8).</a:t>
            </a:r>
          </a:p>
          <a:p>
            <a:pPr marL="304815" indent="-304815" defTabSz="609630">
              <a:lnSpc>
                <a:spcPct val="139958"/>
              </a:lnSpc>
              <a:buClr>
                <a:srgbClr val="FFFFFF"/>
              </a:buClr>
              <a:buFont typeface="Arial" panose="020B0604020202020204" pitchFamily="34" charset="0"/>
              <a:buChar char="•"/>
            </a:pPr>
            <a:endParaRPr lang="en-US" sz="1867" kern="0" dirty="0">
              <a:solidFill>
                <a:srgbClr val="FFFFFF"/>
              </a:solidFill>
              <a:latin typeface="Roboto Mono"/>
              <a:ea typeface="Roboto Mono"/>
              <a:cs typeface="Arial"/>
              <a:sym typeface="Roboto Mono"/>
            </a:endParaRPr>
          </a:p>
        </p:txBody>
      </p:sp>
      <p:sp>
        <p:nvSpPr>
          <p:cNvPr id="19" name="Rectangle 6">
            <a:extLst>
              <a:ext uri="{FF2B5EF4-FFF2-40B4-BE49-F238E27FC236}">
                <a16:creationId xmlns:a16="http://schemas.microsoft.com/office/drawing/2014/main" id="{2F3AD926-407F-EEE3-312F-6508C2090088}"/>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10" name="Rectangle 1">
            <a:extLst>
              <a:ext uri="{FF2B5EF4-FFF2-40B4-BE49-F238E27FC236}">
                <a16:creationId xmlns:a16="http://schemas.microsoft.com/office/drawing/2014/main" id="{1BAFC905-C921-C17F-4371-8676B22A355F}"/>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5" name="Rectangle 2">
            <a:extLst>
              <a:ext uri="{FF2B5EF4-FFF2-40B4-BE49-F238E27FC236}">
                <a16:creationId xmlns:a16="http://schemas.microsoft.com/office/drawing/2014/main" id="{42B2D507-D7C8-F4AC-8B5C-F66E1E45FD4E}"/>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1" name="Rectangle 1">
            <a:extLst>
              <a:ext uri="{FF2B5EF4-FFF2-40B4-BE49-F238E27FC236}">
                <a16:creationId xmlns:a16="http://schemas.microsoft.com/office/drawing/2014/main" id="{84CDB709-48D2-0F17-010F-F9EF0D211656}"/>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8" name="Rectangle 1">
            <a:extLst>
              <a:ext uri="{FF2B5EF4-FFF2-40B4-BE49-F238E27FC236}">
                <a16:creationId xmlns:a16="http://schemas.microsoft.com/office/drawing/2014/main" id="{ECA85013-5870-9A07-4A6E-E04E024EBBA7}"/>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pic>
        <p:nvPicPr>
          <p:cNvPr id="18" name="Picture 17" descr="A close up of a text&#10;&#10;Description automatically generated">
            <a:extLst>
              <a:ext uri="{FF2B5EF4-FFF2-40B4-BE49-F238E27FC236}">
                <a16:creationId xmlns:a16="http://schemas.microsoft.com/office/drawing/2014/main" id="{C39F2830-FE4E-21F8-AF4D-70DB88A537C3}"/>
              </a:ext>
            </a:extLst>
          </p:cNvPr>
          <p:cNvPicPr>
            <a:picLocks noChangeAspect="1"/>
          </p:cNvPicPr>
          <p:nvPr/>
        </p:nvPicPr>
        <p:blipFill>
          <a:blip r:embed="rId3"/>
          <a:stretch>
            <a:fillRect/>
          </a:stretch>
        </p:blipFill>
        <p:spPr>
          <a:xfrm>
            <a:off x="2667676" y="5261587"/>
            <a:ext cx="7244740" cy="1109071"/>
          </a:xfrm>
          <a:prstGeom prst="rect">
            <a:avLst/>
          </a:prstGeom>
        </p:spPr>
      </p:pic>
      <p:sp>
        <p:nvSpPr>
          <p:cNvPr id="20" name="Rectangle 1">
            <a:extLst>
              <a:ext uri="{FF2B5EF4-FFF2-40B4-BE49-F238E27FC236}">
                <a16:creationId xmlns:a16="http://schemas.microsoft.com/office/drawing/2014/main" id="{DFCAA1DE-8A89-7C46-BA33-77AE98C997BD}"/>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Tree>
    <p:extLst>
      <p:ext uri="{BB962C8B-B14F-4D97-AF65-F5344CB8AC3E}">
        <p14:creationId xmlns:p14="http://schemas.microsoft.com/office/powerpoint/2010/main" val="241561625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24042" y="217287"/>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a:solidFill>
            <a:schemeClr val="accent1"/>
          </a:solidFill>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60"/>
            <a:ext cx="10722297" cy="886397"/>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4800" kern="0" dirty="0">
                <a:solidFill>
                  <a:srgbClr val="FFFFFF"/>
                </a:solidFill>
                <a:latin typeface="Courier"/>
                <a:cs typeface="Arial"/>
                <a:sym typeface="Courier"/>
              </a:rPr>
              <a:t>for Statement</a:t>
            </a:r>
            <a:endParaRPr sz="4800"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7" name="Rectangle 1">
            <a:extLst>
              <a:ext uri="{FF2B5EF4-FFF2-40B4-BE49-F238E27FC236}">
                <a16:creationId xmlns:a16="http://schemas.microsoft.com/office/drawing/2014/main" id="{20F41085-CE44-7E37-23E2-A522BDCBBFCD}"/>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3" name="Rectangle 1">
            <a:extLst>
              <a:ext uri="{FF2B5EF4-FFF2-40B4-BE49-F238E27FC236}">
                <a16:creationId xmlns:a16="http://schemas.microsoft.com/office/drawing/2014/main" id="{0E9B0D59-3084-D5BA-88A0-D33BADA639E4}"/>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4" name="Rectangle 1">
            <a:extLst>
              <a:ext uri="{FF2B5EF4-FFF2-40B4-BE49-F238E27FC236}">
                <a16:creationId xmlns:a16="http://schemas.microsoft.com/office/drawing/2014/main" id="{23F2007E-42F7-9440-F3A0-FD42A273BA15}"/>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6" name="Rectangle 5">
            <a:extLst>
              <a:ext uri="{FF2B5EF4-FFF2-40B4-BE49-F238E27FC236}">
                <a16:creationId xmlns:a16="http://schemas.microsoft.com/office/drawing/2014/main" id="{9F5FADB2-91AF-D4FA-A045-82F997FBBD17}"/>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5" name="Rectangle 1">
            <a:extLst>
              <a:ext uri="{FF2B5EF4-FFF2-40B4-BE49-F238E27FC236}">
                <a16:creationId xmlns:a16="http://schemas.microsoft.com/office/drawing/2014/main" id="{E6496D04-2116-A83E-095C-4F80A7E97EC5}"/>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9" name="Rectangle 2">
            <a:extLst>
              <a:ext uri="{FF2B5EF4-FFF2-40B4-BE49-F238E27FC236}">
                <a16:creationId xmlns:a16="http://schemas.microsoft.com/office/drawing/2014/main" id="{3E458D6A-E9DB-1287-7EA5-E23645965E69}"/>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2" name="Rectangle 2">
            <a:extLst>
              <a:ext uri="{FF2B5EF4-FFF2-40B4-BE49-F238E27FC236}">
                <a16:creationId xmlns:a16="http://schemas.microsoft.com/office/drawing/2014/main" id="{FBB22B93-F8CC-6F00-52DE-0350807328D2}"/>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3" name="Rectangle 3">
            <a:extLst>
              <a:ext uri="{FF2B5EF4-FFF2-40B4-BE49-F238E27FC236}">
                <a16:creationId xmlns:a16="http://schemas.microsoft.com/office/drawing/2014/main" id="{18B7A569-70FF-9BCA-F988-F9B46A585DE3}"/>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4" name="Rectangle 4">
            <a:extLst>
              <a:ext uri="{FF2B5EF4-FFF2-40B4-BE49-F238E27FC236}">
                <a16:creationId xmlns:a16="http://schemas.microsoft.com/office/drawing/2014/main" id="{2FCDB2EA-91A1-15F5-FC81-BD234CFC7F07}"/>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6" name="Google Shape;649;p14">
            <a:extLst>
              <a:ext uri="{FF2B5EF4-FFF2-40B4-BE49-F238E27FC236}">
                <a16:creationId xmlns:a16="http://schemas.microsoft.com/office/drawing/2014/main" id="{CD40FEF5-27A4-E324-EA04-FC9204EFA256}"/>
              </a:ext>
            </a:extLst>
          </p:cNvPr>
          <p:cNvSpPr txBox="1"/>
          <p:nvPr/>
        </p:nvSpPr>
        <p:spPr>
          <a:xfrm>
            <a:off x="685800" y="2313779"/>
            <a:ext cx="10562908" cy="804451"/>
          </a:xfrm>
          <a:prstGeom prst="rect">
            <a:avLst/>
          </a:prstGeom>
          <a:noFill/>
          <a:ln>
            <a:noFill/>
          </a:ln>
        </p:spPr>
        <p:txBody>
          <a:bodyPr spcFirstLastPara="1" wrap="square" lIns="0" tIns="0" rIns="0" bIns="0" anchor="t" anchorCtr="0">
            <a:spAutoFit/>
          </a:bodyPr>
          <a:lstStyle/>
          <a:p>
            <a:pPr marL="304815" indent="-304815" defTabSz="609630">
              <a:lnSpc>
                <a:spcPct val="139958"/>
              </a:lnSpc>
              <a:buClr>
                <a:srgbClr val="FFFFFF"/>
              </a:buClr>
              <a:buFont typeface="Arial" panose="020B0604020202020204" pitchFamily="34" charset="0"/>
              <a:buChar char="•"/>
            </a:pPr>
            <a:r>
              <a:rPr lang="en-US" sz="1867" kern="0" dirty="0">
                <a:solidFill>
                  <a:srgbClr val="FFFFFF"/>
                </a:solidFill>
                <a:latin typeface="Roboto Mono"/>
                <a:ea typeface="Roboto Mono"/>
                <a:cs typeface="Arial"/>
                <a:sym typeface="Roboto Mono"/>
              </a:rPr>
              <a:t>Range() function can accept three argument and it is for increment. The default value is 1</a:t>
            </a:r>
          </a:p>
        </p:txBody>
      </p:sp>
      <p:sp>
        <p:nvSpPr>
          <p:cNvPr id="19" name="Rectangle 6">
            <a:extLst>
              <a:ext uri="{FF2B5EF4-FFF2-40B4-BE49-F238E27FC236}">
                <a16:creationId xmlns:a16="http://schemas.microsoft.com/office/drawing/2014/main" id="{2F3AD926-407F-EEE3-312F-6508C2090088}"/>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10" name="Rectangle 1">
            <a:extLst>
              <a:ext uri="{FF2B5EF4-FFF2-40B4-BE49-F238E27FC236}">
                <a16:creationId xmlns:a16="http://schemas.microsoft.com/office/drawing/2014/main" id="{1BAFC905-C921-C17F-4371-8676B22A355F}"/>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5" name="Rectangle 2">
            <a:extLst>
              <a:ext uri="{FF2B5EF4-FFF2-40B4-BE49-F238E27FC236}">
                <a16:creationId xmlns:a16="http://schemas.microsoft.com/office/drawing/2014/main" id="{42B2D507-D7C8-F4AC-8B5C-F66E1E45FD4E}"/>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1" name="Rectangle 1">
            <a:extLst>
              <a:ext uri="{FF2B5EF4-FFF2-40B4-BE49-F238E27FC236}">
                <a16:creationId xmlns:a16="http://schemas.microsoft.com/office/drawing/2014/main" id="{84CDB709-48D2-0F17-010F-F9EF0D211656}"/>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8" name="Rectangle 1">
            <a:extLst>
              <a:ext uri="{FF2B5EF4-FFF2-40B4-BE49-F238E27FC236}">
                <a16:creationId xmlns:a16="http://schemas.microsoft.com/office/drawing/2014/main" id="{ECA85013-5870-9A07-4A6E-E04E024EBBA7}"/>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20" name="Rectangle 1">
            <a:extLst>
              <a:ext uri="{FF2B5EF4-FFF2-40B4-BE49-F238E27FC236}">
                <a16:creationId xmlns:a16="http://schemas.microsoft.com/office/drawing/2014/main" id="{DFCAA1DE-8A89-7C46-BA33-77AE98C997BD}"/>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pic>
        <p:nvPicPr>
          <p:cNvPr id="21" name="Picture 20">
            <a:extLst>
              <a:ext uri="{FF2B5EF4-FFF2-40B4-BE49-F238E27FC236}">
                <a16:creationId xmlns:a16="http://schemas.microsoft.com/office/drawing/2014/main" id="{7786D96D-7A91-94FF-5496-AA1C9DF983C2}"/>
              </a:ext>
            </a:extLst>
          </p:cNvPr>
          <p:cNvPicPr>
            <a:picLocks noChangeAspect="1"/>
          </p:cNvPicPr>
          <p:nvPr/>
        </p:nvPicPr>
        <p:blipFill>
          <a:blip r:embed="rId3"/>
          <a:stretch>
            <a:fillRect/>
          </a:stretch>
        </p:blipFill>
        <p:spPr>
          <a:xfrm>
            <a:off x="1526115" y="3566901"/>
            <a:ext cx="8882279" cy="972320"/>
          </a:xfrm>
          <a:prstGeom prst="rect">
            <a:avLst/>
          </a:prstGeom>
        </p:spPr>
      </p:pic>
      <p:sp>
        <p:nvSpPr>
          <p:cNvPr id="22" name="TextBox 21">
            <a:extLst>
              <a:ext uri="{FF2B5EF4-FFF2-40B4-BE49-F238E27FC236}">
                <a16:creationId xmlns:a16="http://schemas.microsoft.com/office/drawing/2014/main" id="{C25ED0C5-54E5-E986-948E-6DFECDDE6FC2}"/>
              </a:ext>
            </a:extLst>
          </p:cNvPr>
          <p:cNvSpPr txBox="1"/>
          <p:nvPr/>
        </p:nvSpPr>
        <p:spPr>
          <a:xfrm>
            <a:off x="3970916" y="5110766"/>
            <a:ext cx="4638261" cy="1200329"/>
          </a:xfrm>
          <a:prstGeom prst="rect">
            <a:avLst/>
          </a:prstGeom>
          <a:noFill/>
        </p:spPr>
        <p:txBody>
          <a:bodyPr wrap="square" rtlCol="0">
            <a:spAutoFit/>
          </a:bodyPr>
          <a:lstStyle/>
          <a:p>
            <a:pPr defTabSz="609630">
              <a:buClr>
                <a:srgbClr val="000000"/>
              </a:buClr>
            </a:pPr>
            <a:r>
              <a:rPr lang="en-US" sz="2400" kern="0" dirty="0">
                <a:solidFill>
                  <a:srgbClr val="8C52FF"/>
                </a:solidFill>
                <a:latin typeface="Arial"/>
                <a:cs typeface="Arial"/>
                <a:sym typeface="Arial"/>
              </a:rPr>
              <a:t>The Value of I is currently 2</a:t>
            </a:r>
          </a:p>
          <a:p>
            <a:pPr defTabSz="609630">
              <a:buClr>
                <a:srgbClr val="000000"/>
              </a:buClr>
            </a:pPr>
            <a:r>
              <a:rPr lang="en-US" sz="2400" kern="0" dirty="0">
                <a:solidFill>
                  <a:srgbClr val="8C52FF"/>
                </a:solidFill>
                <a:latin typeface="Arial"/>
                <a:cs typeface="Arial"/>
                <a:sym typeface="Arial"/>
              </a:rPr>
              <a:t>The Value of I is currently 5</a:t>
            </a:r>
            <a:endParaRPr lang="en-MY" sz="2400" kern="0" dirty="0">
              <a:solidFill>
                <a:srgbClr val="8C52FF"/>
              </a:solidFill>
              <a:latin typeface="Arial"/>
              <a:cs typeface="Arial"/>
              <a:sym typeface="Arial"/>
            </a:endParaRPr>
          </a:p>
          <a:p>
            <a:pPr defTabSz="609630">
              <a:buClr>
                <a:srgbClr val="000000"/>
              </a:buClr>
            </a:pPr>
            <a:endParaRPr lang="en-MY" sz="2400" kern="0" dirty="0">
              <a:solidFill>
                <a:srgbClr val="8C52FF"/>
              </a:solidFill>
              <a:latin typeface="Arial"/>
              <a:cs typeface="Arial"/>
              <a:sym typeface="Arial"/>
            </a:endParaRPr>
          </a:p>
        </p:txBody>
      </p:sp>
    </p:spTree>
    <p:extLst>
      <p:ext uri="{BB962C8B-B14F-4D97-AF65-F5344CB8AC3E}">
        <p14:creationId xmlns:p14="http://schemas.microsoft.com/office/powerpoint/2010/main" val="387250654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24042" y="217287"/>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a:solidFill>
            <a:schemeClr val="accent1"/>
          </a:solidFill>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60"/>
            <a:ext cx="10722297" cy="886397"/>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4800" kern="0" dirty="0">
                <a:solidFill>
                  <a:srgbClr val="FFFFFF"/>
                </a:solidFill>
                <a:latin typeface="Courier"/>
                <a:cs typeface="Arial"/>
                <a:sym typeface="Courier"/>
              </a:rPr>
              <a:t>break Statement</a:t>
            </a:r>
            <a:endParaRPr sz="4800"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7" name="Rectangle 1">
            <a:extLst>
              <a:ext uri="{FF2B5EF4-FFF2-40B4-BE49-F238E27FC236}">
                <a16:creationId xmlns:a16="http://schemas.microsoft.com/office/drawing/2014/main" id="{20F41085-CE44-7E37-23E2-A522BDCBBFCD}"/>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3" name="Rectangle 1">
            <a:extLst>
              <a:ext uri="{FF2B5EF4-FFF2-40B4-BE49-F238E27FC236}">
                <a16:creationId xmlns:a16="http://schemas.microsoft.com/office/drawing/2014/main" id="{0E9B0D59-3084-D5BA-88A0-D33BADA639E4}"/>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4" name="Rectangle 1">
            <a:extLst>
              <a:ext uri="{FF2B5EF4-FFF2-40B4-BE49-F238E27FC236}">
                <a16:creationId xmlns:a16="http://schemas.microsoft.com/office/drawing/2014/main" id="{23F2007E-42F7-9440-F3A0-FD42A273BA15}"/>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6" name="Rectangle 5">
            <a:extLst>
              <a:ext uri="{FF2B5EF4-FFF2-40B4-BE49-F238E27FC236}">
                <a16:creationId xmlns:a16="http://schemas.microsoft.com/office/drawing/2014/main" id="{9F5FADB2-91AF-D4FA-A045-82F997FBBD17}"/>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5" name="Rectangle 1">
            <a:extLst>
              <a:ext uri="{FF2B5EF4-FFF2-40B4-BE49-F238E27FC236}">
                <a16:creationId xmlns:a16="http://schemas.microsoft.com/office/drawing/2014/main" id="{E6496D04-2116-A83E-095C-4F80A7E97EC5}"/>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9" name="Rectangle 2">
            <a:extLst>
              <a:ext uri="{FF2B5EF4-FFF2-40B4-BE49-F238E27FC236}">
                <a16:creationId xmlns:a16="http://schemas.microsoft.com/office/drawing/2014/main" id="{3E458D6A-E9DB-1287-7EA5-E23645965E69}"/>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2" name="Rectangle 2">
            <a:extLst>
              <a:ext uri="{FF2B5EF4-FFF2-40B4-BE49-F238E27FC236}">
                <a16:creationId xmlns:a16="http://schemas.microsoft.com/office/drawing/2014/main" id="{FBB22B93-F8CC-6F00-52DE-0350807328D2}"/>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3" name="Rectangle 3">
            <a:extLst>
              <a:ext uri="{FF2B5EF4-FFF2-40B4-BE49-F238E27FC236}">
                <a16:creationId xmlns:a16="http://schemas.microsoft.com/office/drawing/2014/main" id="{18B7A569-70FF-9BCA-F988-F9B46A585DE3}"/>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4" name="Rectangle 4">
            <a:extLst>
              <a:ext uri="{FF2B5EF4-FFF2-40B4-BE49-F238E27FC236}">
                <a16:creationId xmlns:a16="http://schemas.microsoft.com/office/drawing/2014/main" id="{2FCDB2EA-91A1-15F5-FC81-BD234CFC7F07}"/>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6" name="Google Shape;649;p14">
            <a:extLst>
              <a:ext uri="{FF2B5EF4-FFF2-40B4-BE49-F238E27FC236}">
                <a16:creationId xmlns:a16="http://schemas.microsoft.com/office/drawing/2014/main" id="{CD40FEF5-27A4-E324-EA04-FC9204EFA256}"/>
              </a:ext>
            </a:extLst>
          </p:cNvPr>
          <p:cNvSpPr txBox="1"/>
          <p:nvPr/>
        </p:nvSpPr>
        <p:spPr>
          <a:xfrm>
            <a:off x="685800" y="2313779"/>
            <a:ext cx="10562908" cy="2011128"/>
          </a:xfrm>
          <a:prstGeom prst="rect">
            <a:avLst/>
          </a:prstGeom>
          <a:noFill/>
          <a:ln>
            <a:noFill/>
          </a:ln>
        </p:spPr>
        <p:txBody>
          <a:bodyPr spcFirstLastPara="1" wrap="square" lIns="0" tIns="0" rIns="0" bIns="0" anchor="t" anchorCtr="0">
            <a:spAutoFit/>
          </a:bodyPr>
          <a:lstStyle/>
          <a:p>
            <a:pPr marL="304815" indent="-304815" defTabSz="609630">
              <a:lnSpc>
                <a:spcPct val="139958"/>
              </a:lnSpc>
              <a:buClr>
                <a:srgbClr val="FFFFFF"/>
              </a:buClr>
              <a:buFont typeface="Arial" panose="020B0604020202020204" pitchFamily="34" charset="0"/>
              <a:buChar char="•"/>
            </a:pPr>
            <a:endParaRPr lang="en-US" sz="1867" kern="0" dirty="0">
              <a:solidFill>
                <a:srgbClr val="FFFFFF"/>
              </a:solidFill>
              <a:latin typeface="Roboto Mono"/>
              <a:ea typeface="Roboto Mono"/>
              <a:cs typeface="Arial"/>
              <a:sym typeface="Roboto Mono"/>
            </a:endParaRPr>
          </a:p>
          <a:p>
            <a:pPr marL="304815" indent="-304815" defTabSz="609630">
              <a:lnSpc>
                <a:spcPct val="139958"/>
              </a:lnSpc>
              <a:buClr>
                <a:srgbClr val="FFFFFF"/>
              </a:buClr>
              <a:buFont typeface="Arial" panose="020B0604020202020204" pitchFamily="34" charset="0"/>
              <a:buChar char="•"/>
            </a:pPr>
            <a:r>
              <a:rPr lang="en-US" sz="1867" kern="0" dirty="0">
                <a:solidFill>
                  <a:srgbClr val="FFFFFF"/>
                </a:solidFill>
                <a:latin typeface="Roboto Mono"/>
                <a:ea typeface="Roboto Mono"/>
                <a:cs typeface="Arial"/>
                <a:sym typeface="Roboto Mono"/>
              </a:rPr>
              <a:t>break - exits the loop immediately, and unconditionally ends the loop's operation; the program begins to execute the nearest instruction after the loop's body;</a:t>
            </a:r>
          </a:p>
          <a:p>
            <a:pPr marL="304815" indent="-304815" defTabSz="609630">
              <a:lnSpc>
                <a:spcPct val="139958"/>
              </a:lnSpc>
              <a:buClr>
                <a:srgbClr val="FFFFFF"/>
              </a:buClr>
              <a:buFont typeface="Arial" panose="020B0604020202020204" pitchFamily="34" charset="0"/>
              <a:buChar char="•"/>
            </a:pPr>
            <a:endParaRPr lang="en-US" sz="1867" kern="0" dirty="0">
              <a:solidFill>
                <a:srgbClr val="FFFFFF"/>
              </a:solidFill>
              <a:latin typeface="Roboto Mono"/>
              <a:ea typeface="Roboto Mono"/>
              <a:cs typeface="Arial"/>
              <a:sym typeface="Roboto Mono"/>
            </a:endParaRPr>
          </a:p>
        </p:txBody>
      </p:sp>
      <p:sp>
        <p:nvSpPr>
          <p:cNvPr id="19" name="Rectangle 6">
            <a:extLst>
              <a:ext uri="{FF2B5EF4-FFF2-40B4-BE49-F238E27FC236}">
                <a16:creationId xmlns:a16="http://schemas.microsoft.com/office/drawing/2014/main" id="{2F3AD926-407F-EEE3-312F-6508C2090088}"/>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10" name="Rectangle 1">
            <a:extLst>
              <a:ext uri="{FF2B5EF4-FFF2-40B4-BE49-F238E27FC236}">
                <a16:creationId xmlns:a16="http://schemas.microsoft.com/office/drawing/2014/main" id="{1BAFC905-C921-C17F-4371-8676B22A355F}"/>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5" name="Rectangle 2">
            <a:extLst>
              <a:ext uri="{FF2B5EF4-FFF2-40B4-BE49-F238E27FC236}">
                <a16:creationId xmlns:a16="http://schemas.microsoft.com/office/drawing/2014/main" id="{42B2D507-D7C8-F4AC-8B5C-F66E1E45FD4E}"/>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1" name="Rectangle 1">
            <a:extLst>
              <a:ext uri="{FF2B5EF4-FFF2-40B4-BE49-F238E27FC236}">
                <a16:creationId xmlns:a16="http://schemas.microsoft.com/office/drawing/2014/main" id="{84CDB709-48D2-0F17-010F-F9EF0D211656}"/>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8" name="Rectangle 1">
            <a:extLst>
              <a:ext uri="{FF2B5EF4-FFF2-40B4-BE49-F238E27FC236}">
                <a16:creationId xmlns:a16="http://schemas.microsoft.com/office/drawing/2014/main" id="{ECA85013-5870-9A07-4A6E-E04E024EBBA7}"/>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20" name="Rectangle 1">
            <a:extLst>
              <a:ext uri="{FF2B5EF4-FFF2-40B4-BE49-F238E27FC236}">
                <a16:creationId xmlns:a16="http://schemas.microsoft.com/office/drawing/2014/main" id="{DFCAA1DE-8A89-7C46-BA33-77AE98C997BD}"/>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7" name="Rectangle 1">
            <a:extLst>
              <a:ext uri="{FF2B5EF4-FFF2-40B4-BE49-F238E27FC236}">
                <a16:creationId xmlns:a16="http://schemas.microsoft.com/office/drawing/2014/main" id="{9F2B029A-4A48-BE13-D6AE-4679E72AC677}"/>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pic>
        <p:nvPicPr>
          <p:cNvPr id="23" name="Picture 22" descr="A screenshot of a computer program&#10;&#10;Description automatically generated">
            <a:extLst>
              <a:ext uri="{FF2B5EF4-FFF2-40B4-BE49-F238E27FC236}">
                <a16:creationId xmlns:a16="http://schemas.microsoft.com/office/drawing/2014/main" id="{BA9EF0E9-44DE-E721-A210-1CD850BB7DE8}"/>
              </a:ext>
            </a:extLst>
          </p:cNvPr>
          <p:cNvPicPr>
            <a:picLocks noChangeAspect="1"/>
          </p:cNvPicPr>
          <p:nvPr/>
        </p:nvPicPr>
        <p:blipFill>
          <a:blip r:embed="rId3"/>
          <a:stretch>
            <a:fillRect/>
          </a:stretch>
        </p:blipFill>
        <p:spPr>
          <a:xfrm>
            <a:off x="3705482" y="3839038"/>
            <a:ext cx="5169128" cy="2305931"/>
          </a:xfrm>
          <a:prstGeom prst="rect">
            <a:avLst/>
          </a:prstGeom>
        </p:spPr>
      </p:pic>
    </p:spTree>
    <p:extLst>
      <p:ext uri="{BB962C8B-B14F-4D97-AF65-F5344CB8AC3E}">
        <p14:creationId xmlns:p14="http://schemas.microsoft.com/office/powerpoint/2010/main" val="29798934"/>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24042" y="217287"/>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a:solidFill>
            <a:schemeClr val="accent1"/>
          </a:solidFill>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60"/>
            <a:ext cx="10722297" cy="886397"/>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4800" kern="0" dirty="0">
                <a:solidFill>
                  <a:srgbClr val="FFFFFF"/>
                </a:solidFill>
                <a:latin typeface="Courier"/>
                <a:cs typeface="Arial"/>
                <a:sym typeface="Courier"/>
              </a:rPr>
              <a:t>continue Statement</a:t>
            </a:r>
            <a:endParaRPr sz="4800"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7" name="Rectangle 1">
            <a:extLst>
              <a:ext uri="{FF2B5EF4-FFF2-40B4-BE49-F238E27FC236}">
                <a16:creationId xmlns:a16="http://schemas.microsoft.com/office/drawing/2014/main" id="{20F41085-CE44-7E37-23E2-A522BDCBBFCD}"/>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3" name="Rectangle 1">
            <a:extLst>
              <a:ext uri="{FF2B5EF4-FFF2-40B4-BE49-F238E27FC236}">
                <a16:creationId xmlns:a16="http://schemas.microsoft.com/office/drawing/2014/main" id="{0E9B0D59-3084-D5BA-88A0-D33BADA639E4}"/>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4" name="Rectangle 1">
            <a:extLst>
              <a:ext uri="{FF2B5EF4-FFF2-40B4-BE49-F238E27FC236}">
                <a16:creationId xmlns:a16="http://schemas.microsoft.com/office/drawing/2014/main" id="{23F2007E-42F7-9440-F3A0-FD42A273BA15}"/>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6" name="Rectangle 5">
            <a:extLst>
              <a:ext uri="{FF2B5EF4-FFF2-40B4-BE49-F238E27FC236}">
                <a16:creationId xmlns:a16="http://schemas.microsoft.com/office/drawing/2014/main" id="{9F5FADB2-91AF-D4FA-A045-82F997FBBD17}"/>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5" name="Rectangle 1">
            <a:extLst>
              <a:ext uri="{FF2B5EF4-FFF2-40B4-BE49-F238E27FC236}">
                <a16:creationId xmlns:a16="http://schemas.microsoft.com/office/drawing/2014/main" id="{E6496D04-2116-A83E-095C-4F80A7E97EC5}"/>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9" name="Rectangle 2">
            <a:extLst>
              <a:ext uri="{FF2B5EF4-FFF2-40B4-BE49-F238E27FC236}">
                <a16:creationId xmlns:a16="http://schemas.microsoft.com/office/drawing/2014/main" id="{3E458D6A-E9DB-1287-7EA5-E23645965E69}"/>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2" name="Rectangle 2">
            <a:extLst>
              <a:ext uri="{FF2B5EF4-FFF2-40B4-BE49-F238E27FC236}">
                <a16:creationId xmlns:a16="http://schemas.microsoft.com/office/drawing/2014/main" id="{FBB22B93-F8CC-6F00-52DE-0350807328D2}"/>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3" name="Rectangle 3">
            <a:extLst>
              <a:ext uri="{FF2B5EF4-FFF2-40B4-BE49-F238E27FC236}">
                <a16:creationId xmlns:a16="http://schemas.microsoft.com/office/drawing/2014/main" id="{18B7A569-70FF-9BCA-F988-F9B46A585DE3}"/>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4" name="Rectangle 4">
            <a:extLst>
              <a:ext uri="{FF2B5EF4-FFF2-40B4-BE49-F238E27FC236}">
                <a16:creationId xmlns:a16="http://schemas.microsoft.com/office/drawing/2014/main" id="{2FCDB2EA-91A1-15F5-FC81-BD234CFC7F07}"/>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6" name="Google Shape;649;p14">
            <a:extLst>
              <a:ext uri="{FF2B5EF4-FFF2-40B4-BE49-F238E27FC236}">
                <a16:creationId xmlns:a16="http://schemas.microsoft.com/office/drawing/2014/main" id="{CD40FEF5-27A4-E324-EA04-FC9204EFA256}"/>
              </a:ext>
            </a:extLst>
          </p:cNvPr>
          <p:cNvSpPr txBox="1"/>
          <p:nvPr/>
        </p:nvSpPr>
        <p:spPr>
          <a:xfrm>
            <a:off x="685800" y="2313779"/>
            <a:ext cx="10562908" cy="2011128"/>
          </a:xfrm>
          <a:prstGeom prst="rect">
            <a:avLst/>
          </a:prstGeom>
          <a:noFill/>
          <a:ln>
            <a:noFill/>
          </a:ln>
        </p:spPr>
        <p:txBody>
          <a:bodyPr spcFirstLastPara="1" wrap="square" lIns="0" tIns="0" rIns="0" bIns="0" anchor="t" anchorCtr="0">
            <a:spAutoFit/>
          </a:bodyPr>
          <a:lstStyle/>
          <a:p>
            <a:pPr marL="304815" indent="-304815" defTabSz="609630">
              <a:lnSpc>
                <a:spcPct val="139958"/>
              </a:lnSpc>
              <a:buClr>
                <a:srgbClr val="FFFFFF"/>
              </a:buClr>
              <a:buFont typeface="Arial" panose="020B0604020202020204" pitchFamily="34" charset="0"/>
              <a:buChar char="•"/>
            </a:pPr>
            <a:r>
              <a:rPr lang="en-US" sz="1867" kern="0" dirty="0">
                <a:solidFill>
                  <a:srgbClr val="FFFFFF"/>
                </a:solidFill>
                <a:latin typeface="Roboto Mono"/>
                <a:ea typeface="Roboto Mono"/>
                <a:cs typeface="Arial"/>
                <a:sym typeface="Roboto Mono"/>
              </a:rPr>
              <a:t>continue - behaves as if the program has suddenly reached the end of the body; the next turn is started and the condition expression is tested immediately.</a:t>
            </a:r>
          </a:p>
          <a:p>
            <a:pPr marL="304815" indent="-304815" defTabSz="609630">
              <a:lnSpc>
                <a:spcPct val="139958"/>
              </a:lnSpc>
              <a:buClr>
                <a:srgbClr val="FFFFFF"/>
              </a:buClr>
              <a:buFont typeface="Arial" panose="020B0604020202020204" pitchFamily="34" charset="0"/>
              <a:buChar char="•"/>
            </a:pPr>
            <a:endParaRPr lang="en-US" sz="1867" kern="0" dirty="0">
              <a:solidFill>
                <a:srgbClr val="FFFFFF"/>
              </a:solidFill>
              <a:latin typeface="Roboto Mono"/>
              <a:ea typeface="Roboto Mono"/>
              <a:cs typeface="Arial"/>
              <a:sym typeface="Roboto Mono"/>
            </a:endParaRPr>
          </a:p>
          <a:p>
            <a:pPr marL="304815" indent="-304815" defTabSz="609630">
              <a:lnSpc>
                <a:spcPct val="139958"/>
              </a:lnSpc>
              <a:buClr>
                <a:srgbClr val="FFFFFF"/>
              </a:buClr>
              <a:buFont typeface="Arial" panose="020B0604020202020204" pitchFamily="34" charset="0"/>
              <a:buChar char="•"/>
            </a:pPr>
            <a:endParaRPr lang="en-US" sz="1867" kern="0" dirty="0">
              <a:solidFill>
                <a:srgbClr val="FFFFFF"/>
              </a:solidFill>
              <a:latin typeface="Roboto Mono"/>
              <a:ea typeface="Roboto Mono"/>
              <a:cs typeface="Arial"/>
              <a:sym typeface="Roboto Mono"/>
            </a:endParaRPr>
          </a:p>
        </p:txBody>
      </p:sp>
      <p:sp>
        <p:nvSpPr>
          <p:cNvPr id="19" name="Rectangle 6">
            <a:extLst>
              <a:ext uri="{FF2B5EF4-FFF2-40B4-BE49-F238E27FC236}">
                <a16:creationId xmlns:a16="http://schemas.microsoft.com/office/drawing/2014/main" id="{2F3AD926-407F-EEE3-312F-6508C2090088}"/>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10" name="Rectangle 1">
            <a:extLst>
              <a:ext uri="{FF2B5EF4-FFF2-40B4-BE49-F238E27FC236}">
                <a16:creationId xmlns:a16="http://schemas.microsoft.com/office/drawing/2014/main" id="{1BAFC905-C921-C17F-4371-8676B22A355F}"/>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5" name="Rectangle 2">
            <a:extLst>
              <a:ext uri="{FF2B5EF4-FFF2-40B4-BE49-F238E27FC236}">
                <a16:creationId xmlns:a16="http://schemas.microsoft.com/office/drawing/2014/main" id="{42B2D507-D7C8-F4AC-8B5C-F66E1E45FD4E}"/>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1" name="Rectangle 1">
            <a:extLst>
              <a:ext uri="{FF2B5EF4-FFF2-40B4-BE49-F238E27FC236}">
                <a16:creationId xmlns:a16="http://schemas.microsoft.com/office/drawing/2014/main" id="{84CDB709-48D2-0F17-010F-F9EF0D211656}"/>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8" name="Rectangle 1">
            <a:extLst>
              <a:ext uri="{FF2B5EF4-FFF2-40B4-BE49-F238E27FC236}">
                <a16:creationId xmlns:a16="http://schemas.microsoft.com/office/drawing/2014/main" id="{ECA85013-5870-9A07-4A6E-E04E024EBBA7}"/>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20" name="Rectangle 1">
            <a:extLst>
              <a:ext uri="{FF2B5EF4-FFF2-40B4-BE49-F238E27FC236}">
                <a16:creationId xmlns:a16="http://schemas.microsoft.com/office/drawing/2014/main" id="{DFCAA1DE-8A89-7C46-BA33-77AE98C997BD}"/>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7" name="Rectangle 1">
            <a:extLst>
              <a:ext uri="{FF2B5EF4-FFF2-40B4-BE49-F238E27FC236}">
                <a16:creationId xmlns:a16="http://schemas.microsoft.com/office/drawing/2014/main" id="{9F2B029A-4A48-BE13-D6AE-4679E72AC677}"/>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pic>
        <p:nvPicPr>
          <p:cNvPr id="21" name="Picture 20" descr="A white background with black text&#10;&#10;Description automatically generated">
            <a:extLst>
              <a:ext uri="{FF2B5EF4-FFF2-40B4-BE49-F238E27FC236}">
                <a16:creationId xmlns:a16="http://schemas.microsoft.com/office/drawing/2014/main" id="{6216D4B8-5DF5-8118-7291-871BC493622B}"/>
              </a:ext>
            </a:extLst>
          </p:cNvPr>
          <p:cNvPicPr>
            <a:picLocks noChangeAspect="1"/>
          </p:cNvPicPr>
          <p:nvPr/>
        </p:nvPicPr>
        <p:blipFill>
          <a:blip r:embed="rId3"/>
          <a:stretch>
            <a:fillRect/>
          </a:stretch>
        </p:blipFill>
        <p:spPr>
          <a:xfrm>
            <a:off x="3372258" y="3773669"/>
            <a:ext cx="5438173" cy="2338796"/>
          </a:xfrm>
          <a:prstGeom prst="rect">
            <a:avLst/>
          </a:prstGeom>
        </p:spPr>
      </p:pic>
      <p:sp>
        <p:nvSpPr>
          <p:cNvPr id="22" name="Rectangle 1">
            <a:extLst>
              <a:ext uri="{FF2B5EF4-FFF2-40B4-BE49-F238E27FC236}">
                <a16:creationId xmlns:a16="http://schemas.microsoft.com/office/drawing/2014/main" id="{79A0D87F-B56F-BA65-A9E9-B625C6AC5EFE}"/>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Tree>
    <p:extLst>
      <p:ext uri="{BB962C8B-B14F-4D97-AF65-F5344CB8AC3E}">
        <p14:creationId xmlns:p14="http://schemas.microsoft.com/office/powerpoint/2010/main" val="1985727783"/>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24042" y="217287"/>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a:solidFill>
            <a:schemeClr val="accent1"/>
          </a:solidFill>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60"/>
            <a:ext cx="10722297" cy="886397"/>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4800" kern="0" dirty="0">
                <a:solidFill>
                  <a:srgbClr val="FFFFFF"/>
                </a:solidFill>
                <a:latin typeface="Courier"/>
                <a:cs typeface="Arial"/>
                <a:sym typeface="Courier"/>
              </a:rPr>
              <a:t>While and else Statement</a:t>
            </a:r>
            <a:endParaRPr sz="4800"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7" name="Rectangle 1">
            <a:extLst>
              <a:ext uri="{FF2B5EF4-FFF2-40B4-BE49-F238E27FC236}">
                <a16:creationId xmlns:a16="http://schemas.microsoft.com/office/drawing/2014/main" id="{20F41085-CE44-7E37-23E2-A522BDCBBFCD}"/>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3" name="Rectangle 1">
            <a:extLst>
              <a:ext uri="{FF2B5EF4-FFF2-40B4-BE49-F238E27FC236}">
                <a16:creationId xmlns:a16="http://schemas.microsoft.com/office/drawing/2014/main" id="{0E9B0D59-3084-D5BA-88A0-D33BADA639E4}"/>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4" name="Rectangle 1">
            <a:extLst>
              <a:ext uri="{FF2B5EF4-FFF2-40B4-BE49-F238E27FC236}">
                <a16:creationId xmlns:a16="http://schemas.microsoft.com/office/drawing/2014/main" id="{23F2007E-42F7-9440-F3A0-FD42A273BA15}"/>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6" name="Rectangle 5">
            <a:extLst>
              <a:ext uri="{FF2B5EF4-FFF2-40B4-BE49-F238E27FC236}">
                <a16:creationId xmlns:a16="http://schemas.microsoft.com/office/drawing/2014/main" id="{9F5FADB2-91AF-D4FA-A045-82F997FBBD17}"/>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5" name="Rectangle 1">
            <a:extLst>
              <a:ext uri="{FF2B5EF4-FFF2-40B4-BE49-F238E27FC236}">
                <a16:creationId xmlns:a16="http://schemas.microsoft.com/office/drawing/2014/main" id="{E6496D04-2116-A83E-095C-4F80A7E97EC5}"/>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9" name="Rectangle 2">
            <a:extLst>
              <a:ext uri="{FF2B5EF4-FFF2-40B4-BE49-F238E27FC236}">
                <a16:creationId xmlns:a16="http://schemas.microsoft.com/office/drawing/2014/main" id="{3E458D6A-E9DB-1287-7EA5-E23645965E69}"/>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2" name="Rectangle 2">
            <a:extLst>
              <a:ext uri="{FF2B5EF4-FFF2-40B4-BE49-F238E27FC236}">
                <a16:creationId xmlns:a16="http://schemas.microsoft.com/office/drawing/2014/main" id="{FBB22B93-F8CC-6F00-52DE-0350807328D2}"/>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3" name="Rectangle 3">
            <a:extLst>
              <a:ext uri="{FF2B5EF4-FFF2-40B4-BE49-F238E27FC236}">
                <a16:creationId xmlns:a16="http://schemas.microsoft.com/office/drawing/2014/main" id="{18B7A569-70FF-9BCA-F988-F9B46A585DE3}"/>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4" name="Rectangle 4">
            <a:extLst>
              <a:ext uri="{FF2B5EF4-FFF2-40B4-BE49-F238E27FC236}">
                <a16:creationId xmlns:a16="http://schemas.microsoft.com/office/drawing/2014/main" id="{2FCDB2EA-91A1-15F5-FC81-BD234CFC7F07}"/>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6" name="Google Shape;649;p14">
            <a:extLst>
              <a:ext uri="{FF2B5EF4-FFF2-40B4-BE49-F238E27FC236}">
                <a16:creationId xmlns:a16="http://schemas.microsoft.com/office/drawing/2014/main" id="{CD40FEF5-27A4-E324-EA04-FC9204EFA256}"/>
              </a:ext>
            </a:extLst>
          </p:cNvPr>
          <p:cNvSpPr txBox="1"/>
          <p:nvPr/>
        </p:nvSpPr>
        <p:spPr>
          <a:xfrm>
            <a:off x="685800" y="2313779"/>
            <a:ext cx="10562908" cy="2011128"/>
          </a:xfrm>
          <a:prstGeom prst="rect">
            <a:avLst/>
          </a:prstGeom>
          <a:noFill/>
          <a:ln>
            <a:noFill/>
          </a:ln>
        </p:spPr>
        <p:txBody>
          <a:bodyPr spcFirstLastPara="1" wrap="square" lIns="0" tIns="0" rIns="0" bIns="0" anchor="t" anchorCtr="0">
            <a:spAutoFit/>
          </a:bodyPr>
          <a:lstStyle/>
          <a:p>
            <a:pPr marL="304815" indent="-304815" defTabSz="609630">
              <a:lnSpc>
                <a:spcPct val="139958"/>
              </a:lnSpc>
              <a:buClr>
                <a:srgbClr val="FFFFFF"/>
              </a:buClr>
              <a:buFont typeface="Arial" panose="020B0604020202020204" pitchFamily="34" charset="0"/>
              <a:buChar char="•"/>
            </a:pPr>
            <a:r>
              <a:rPr lang="en-US" sz="1867" kern="0" dirty="0">
                <a:solidFill>
                  <a:srgbClr val="FFFFFF"/>
                </a:solidFill>
                <a:latin typeface="Roboto Mono"/>
                <a:ea typeface="Roboto Mono"/>
                <a:cs typeface="Arial"/>
                <a:sym typeface="Roboto Mono"/>
              </a:rPr>
              <a:t>As you may have suspected, </a:t>
            </a:r>
            <a:r>
              <a:rPr lang="en-US" sz="1867" kern="0" dirty="0">
                <a:solidFill>
                  <a:srgbClr val="8C52FF"/>
                </a:solidFill>
                <a:latin typeface="Roboto Mono"/>
                <a:ea typeface="Roboto Mono"/>
                <a:cs typeface="Arial"/>
                <a:sym typeface="Roboto Mono"/>
              </a:rPr>
              <a:t>loops may have the else </a:t>
            </a:r>
            <a:r>
              <a:rPr lang="en-US" sz="1867" kern="0" dirty="0">
                <a:solidFill>
                  <a:srgbClr val="FFFFFF"/>
                </a:solidFill>
                <a:latin typeface="Roboto Mono"/>
                <a:ea typeface="Roboto Mono"/>
                <a:cs typeface="Arial"/>
                <a:sym typeface="Roboto Mono"/>
              </a:rPr>
              <a:t>branch too, like ifs.</a:t>
            </a:r>
          </a:p>
          <a:p>
            <a:pPr marL="304815" indent="-304815" defTabSz="609630">
              <a:lnSpc>
                <a:spcPct val="139958"/>
              </a:lnSpc>
              <a:buClr>
                <a:srgbClr val="FFFFFF"/>
              </a:buClr>
              <a:buFont typeface="Arial" panose="020B0604020202020204" pitchFamily="34" charset="0"/>
              <a:buChar char="•"/>
            </a:pPr>
            <a:r>
              <a:rPr lang="en-US" sz="1867" kern="0" dirty="0">
                <a:solidFill>
                  <a:srgbClr val="FFFFFF"/>
                </a:solidFill>
                <a:latin typeface="Roboto Mono"/>
                <a:ea typeface="Roboto Mono"/>
                <a:cs typeface="Arial"/>
                <a:sym typeface="Roboto Mono"/>
              </a:rPr>
              <a:t>The loop's else branch is always executed once, regardless of whether the loop has entered its body or not. </a:t>
            </a:r>
          </a:p>
          <a:p>
            <a:pPr marL="304815" indent="-304815" defTabSz="609630">
              <a:lnSpc>
                <a:spcPct val="139958"/>
              </a:lnSpc>
              <a:buClr>
                <a:srgbClr val="FFFFFF"/>
              </a:buClr>
              <a:buFont typeface="Arial" panose="020B0604020202020204" pitchFamily="34" charset="0"/>
              <a:buChar char="•"/>
            </a:pPr>
            <a:endParaRPr lang="en-US" sz="1867" kern="0" dirty="0">
              <a:solidFill>
                <a:srgbClr val="FFFFFF"/>
              </a:solidFill>
              <a:latin typeface="Roboto Mono"/>
              <a:ea typeface="Roboto Mono"/>
              <a:cs typeface="Arial"/>
              <a:sym typeface="Roboto Mono"/>
            </a:endParaRPr>
          </a:p>
        </p:txBody>
      </p:sp>
      <p:sp>
        <p:nvSpPr>
          <p:cNvPr id="19" name="Rectangle 6">
            <a:extLst>
              <a:ext uri="{FF2B5EF4-FFF2-40B4-BE49-F238E27FC236}">
                <a16:creationId xmlns:a16="http://schemas.microsoft.com/office/drawing/2014/main" id="{2F3AD926-407F-EEE3-312F-6508C2090088}"/>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10" name="Rectangle 1">
            <a:extLst>
              <a:ext uri="{FF2B5EF4-FFF2-40B4-BE49-F238E27FC236}">
                <a16:creationId xmlns:a16="http://schemas.microsoft.com/office/drawing/2014/main" id="{1BAFC905-C921-C17F-4371-8676B22A355F}"/>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5" name="Rectangle 2">
            <a:extLst>
              <a:ext uri="{FF2B5EF4-FFF2-40B4-BE49-F238E27FC236}">
                <a16:creationId xmlns:a16="http://schemas.microsoft.com/office/drawing/2014/main" id="{42B2D507-D7C8-F4AC-8B5C-F66E1E45FD4E}"/>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1" name="Rectangle 1">
            <a:extLst>
              <a:ext uri="{FF2B5EF4-FFF2-40B4-BE49-F238E27FC236}">
                <a16:creationId xmlns:a16="http://schemas.microsoft.com/office/drawing/2014/main" id="{84CDB709-48D2-0F17-010F-F9EF0D211656}"/>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20" name="Rectangle 1">
            <a:extLst>
              <a:ext uri="{FF2B5EF4-FFF2-40B4-BE49-F238E27FC236}">
                <a16:creationId xmlns:a16="http://schemas.microsoft.com/office/drawing/2014/main" id="{726A8C88-99BC-7B1F-B413-5087F980E67B}"/>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21" name="Rectangle 2">
            <a:extLst>
              <a:ext uri="{FF2B5EF4-FFF2-40B4-BE49-F238E27FC236}">
                <a16:creationId xmlns:a16="http://schemas.microsoft.com/office/drawing/2014/main" id="{91B46548-39ED-B723-3142-2958F98D2BD1}"/>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pic>
        <p:nvPicPr>
          <p:cNvPr id="23" name="Picture 22" descr="A computer screen shot of a computer code&#10;&#10;Description automatically generated">
            <a:extLst>
              <a:ext uri="{FF2B5EF4-FFF2-40B4-BE49-F238E27FC236}">
                <a16:creationId xmlns:a16="http://schemas.microsoft.com/office/drawing/2014/main" id="{682E110D-4CFA-C61E-FE10-28F79E00C3FD}"/>
              </a:ext>
            </a:extLst>
          </p:cNvPr>
          <p:cNvPicPr>
            <a:picLocks noChangeAspect="1"/>
          </p:cNvPicPr>
          <p:nvPr/>
        </p:nvPicPr>
        <p:blipFill>
          <a:blip r:embed="rId3"/>
          <a:stretch>
            <a:fillRect/>
          </a:stretch>
        </p:blipFill>
        <p:spPr>
          <a:xfrm>
            <a:off x="3592513" y="3803050"/>
            <a:ext cx="5210174" cy="2060183"/>
          </a:xfrm>
          <a:prstGeom prst="rect">
            <a:avLst/>
          </a:prstGeom>
        </p:spPr>
      </p:pic>
    </p:spTree>
    <p:extLst>
      <p:ext uri="{BB962C8B-B14F-4D97-AF65-F5344CB8AC3E}">
        <p14:creationId xmlns:p14="http://schemas.microsoft.com/office/powerpoint/2010/main" val="1960703158"/>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24042" y="217287"/>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a:solidFill>
            <a:schemeClr val="accent1"/>
          </a:solidFill>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60"/>
            <a:ext cx="10722297" cy="886397"/>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4800" kern="0" dirty="0">
                <a:solidFill>
                  <a:srgbClr val="FFFFFF"/>
                </a:solidFill>
                <a:latin typeface="Courier"/>
                <a:cs typeface="Arial"/>
                <a:sym typeface="Courier"/>
              </a:rPr>
              <a:t>For else Statement</a:t>
            </a:r>
            <a:endParaRPr sz="4800"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7" name="Rectangle 1">
            <a:extLst>
              <a:ext uri="{FF2B5EF4-FFF2-40B4-BE49-F238E27FC236}">
                <a16:creationId xmlns:a16="http://schemas.microsoft.com/office/drawing/2014/main" id="{20F41085-CE44-7E37-23E2-A522BDCBBFCD}"/>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3" name="Rectangle 1">
            <a:extLst>
              <a:ext uri="{FF2B5EF4-FFF2-40B4-BE49-F238E27FC236}">
                <a16:creationId xmlns:a16="http://schemas.microsoft.com/office/drawing/2014/main" id="{0E9B0D59-3084-D5BA-88A0-D33BADA639E4}"/>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4" name="Rectangle 1">
            <a:extLst>
              <a:ext uri="{FF2B5EF4-FFF2-40B4-BE49-F238E27FC236}">
                <a16:creationId xmlns:a16="http://schemas.microsoft.com/office/drawing/2014/main" id="{23F2007E-42F7-9440-F3A0-FD42A273BA15}"/>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6" name="Rectangle 5">
            <a:extLst>
              <a:ext uri="{FF2B5EF4-FFF2-40B4-BE49-F238E27FC236}">
                <a16:creationId xmlns:a16="http://schemas.microsoft.com/office/drawing/2014/main" id="{9F5FADB2-91AF-D4FA-A045-82F997FBBD17}"/>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5" name="Rectangle 1">
            <a:extLst>
              <a:ext uri="{FF2B5EF4-FFF2-40B4-BE49-F238E27FC236}">
                <a16:creationId xmlns:a16="http://schemas.microsoft.com/office/drawing/2014/main" id="{E6496D04-2116-A83E-095C-4F80A7E97EC5}"/>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9" name="Rectangle 2">
            <a:extLst>
              <a:ext uri="{FF2B5EF4-FFF2-40B4-BE49-F238E27FC236}">
                <a16:creationId xmlns:a16="http://schemas.microsoft.com/office/drawing/2014/main" id="{3E458D6A-E9DB-1287-7EA5-E23645965E69}"/>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2" name="Rectangle 2">
            <a:extLst>
              <a:ext uri="{FF2B5EF4-FFF2-40B4-BE49-F238E27FC236}">
                <a16:creationId xmlns:a16="http://schemas.microsoft.com/office/drawing/2014/main" id="{FBB22B93-F8CC-6F00-52DE-0350807328D2}"/>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3" name="Rectangle 3">
            <a:extLst>
              <a:ext uri="{FF2B5EF4-FFF2-40B4-BE49-F238E27FC236}">
                <a16:creationId xmlns:a16="http://schemas.microsoft.com/office/drawing/2014/main" id="{18B7A569-70FF-9BCA-F988-F9B46A585DE3}"/>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4" name="Rectangle 4">
            <a:extLst>
              <a:ext uri="{FF2B5EF4-FFF2-40B4-BE49-F238E27FC236}">
                <a16:creationId xmlns:a16="http://schemas.microsoft.com/office/drawing/2014/main" id="{2FCDB2EA-91A1-15F5-FC81-BD234CFC7F07}"/>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6" name="Google Shape;649;p14">
            <a:extLst>
              <a:ext uri="{FF2B5EF4-FFF2-40B4-BE49-F238E27FC236}">
                <a16:creationId xmlns:a16="http://schemas.microsoft.com/office/drawing/2014/main" id="{CD40FEF5-27A4-E324-EA04-FC9204EFA256}"/>
              </a:ext>
            </a:extLst>
          </p:cNvPr>
          <p:cNvSpPr txBox="1"/>
          <p:nvPr/>
        </p:nvSpPr>
        <p:spPr>
          <a:xfrm>
            <a:off x="685800" y="2313779"/>
            <a:ext cx="10562908" cy="1608902"/>
          </a:xfrm>
          <a:prstGeom prst="rect">
            <a:avLst/>
          </a:prstGeom>
          <a:noFill/>
          <a:ln>
            <a:noFill/>
          </a:ln>
        </p:spPr>
        <p:txBody>
          <a:bodyPr spcFirstLastPara="1" wrap="square" lIns="0" tIns="0" rIns="0" bIns="0" anchor="t" anchorCtr="0">
            <a:spAutoFit/>
          </a:bodyPr>
          <a:lstStyle/>
          <a:p>
            <a:pPr marL="304815" indent="-304815" defTabSz="609630">
              <a:lnSpc>
                <a:spcPct val="139958"/>
              </a:lnSpc>
              <a:buClr>
                <a:srgbClr val="FFFFFF"/>
              </a:buClr>
              <a:buFont typeface="Arial" panose="020B0604020202020204" pitchFamily="34" charset="0"/>
              <a:buChar char="•"/>
            </a:pPr>
            <a:r>
              <a:rPr lang="en-US" sz="1867" kern="0" dirty="0">
                <a:solidFill>
                  <a:srgbClr val="FFFFFF"/>
                </a:solidFill>
                <a:latin typeface="Roboto Mono"/>
                <a:ea typeface="Roboto Mono"/>
                <a:cs typeface="Arial"/>
                <a:sym typeface="Roboto Mono"/>
              </a:rPr>
              <a:t>for loops behave a bit differently - take a look at the snippet in the editor and run it. </a:t>
            </a:r>
          </a:p>
          <a:p>
            <a:pPr marL="304815" indent="-304815" defTabSz="609630">
              <a:lnSpc>
                <a:spcPct val="139958"/>
              </a:lnSpc>
              <a:buClr>
                <a:srgbClr val="FFFFFF"/>
              </a:buClr>
              <a:buFont typeface="Arial" panose="020B0604020202020204" pitchFamily="34" charset="0"/>
              <a:buChar char="•"/>
            </a:pPr>
            <a:r>
              <a:rPr lang="en-US" sz="1867" kern="0" dirty="0">
                <a:solidFill>
                  <a:srgbClr val="FFFFFF"/>
                </a:solidFill>
                <a:latin typeface="Roboto Mono"/>
                <a:ea typeface="Roboto Mono"/>
                <a:cs typeface="Arial"/>
                <a:sym typeface="Roboto Mono"/>
              </a:rPr>
              <a:t>When the loop's body isn't executed, the control variable retains the value it had before the loop.</a:t>
            </a:r>
          </a:p>
        </p:txBody>
      </p:sp>
      <p:sp>
        <p:nvSpPr>
          <p:cNvPr id="19" name="Rectangle 6">
            <a:extLst>
              <a:ext uri="{FF2B5EF4-FFF2-40B4-BE49-F238E27FC236}">
                <a16:creationId xmlns:a16="http://schemas.microsoft.com/office/drawing/2014/main" id="{2F3AD926-407F-EEE3-312F-6508C2090088}"/>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10" name="Rectangle 1">
            <a:extLst>
              <a:ext uri="{FF2B5EF4-FFF2-40B4-BE49-F238E27FC236}">
                <a16:creationId xmlns:a16="http://schemas.microsoft.com/office/drawing/2014/main" id="{1BAFC905-C921-C17F-4371-8676B22A355F}"/>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5" name="Rectangle 2">
            <a:extLst>
              <a:ext uri="{FF2B5EF4-FFF2-40B4-BE49-F238E27FC236}">
                <a16:creationId xmlns:a16="http://schemas.microsoft.com/office/drawing/2014/main" id="{42B2D507-D7C8-F4AC-8B5C-F66E1E45FD4E}"/>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1" name="Rectangle 1">
            <a:extLst>
              <a:ext uri="{FF2B5EF4-FFF2-40B4-BE49-F238E27FC236}">
                <a16:creationId xmlns:a16="http://schemas.microsoft.com/office/drawing/2014/main" id="{84CDB709-48D2-0F17-010F-F9EF0D211656}"/>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8" name="Rectangle 1">
            <a:extLst>
              <a:ext uri="{FF2B5EF4-FFF2-40B4-BE49-F238E27FC236}">
                <a16:creationId xmlns:a16="http://schemas.microsoft.com/office/drawing/2014/main" id="{ECA85013-5870-9A07-4A6E-E04E024EBBA7}"/>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20" name="Rectangle 1">
            <a:extLst>
              <a:ext uri="{FF2B5EF4-FFF2-40B4-BE49-F238E27FC236}">
                <a16:creationId xmlns:a16="http://schemas.microsoft.com/office/drawing/2014/main" id="{DFCAA1DE-8A89-7C46-BA33-77AE98C997BD}"/>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8" name="Rectangle 2">
            <a:extLst>
              <a:ext uri="{FF2B5EF4-FFF2-40B4-BE49-F238E27FC236}">
                <a16:creationId xmlns:a16="http://schemas.microsoft.com/office/drawing/2014/main" id="{91FDA7FB-8727-621B-6C27-A512F87A82CD}"/>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pic>
        <p:nvPicPr>
          <p:cNvPr id="24" name="Picture 23">
            <a:extLst>
              <a:ext uri="{FF2B5EF4-FFF2-40B4-BE49-F238E27FC236}">
                <a16:creationId xmlns:a16="http://schemas.microsoft.com/office/drawing/2014/main" id="{08D3FD75-AE9F-322B-F057-5AF347691891}"/>
              </a:ext>
            </a:extLst>
          </p:cNvPr>
          <p:cNvPicPr>
            <a:picLocks noChangeAspect="1"/>
          </p:cNvPicPr>
          <p:nvPr/>
        </p:nvPicPr>
        <p:blipFill>
          <a:blip r:embed="rId3"/>
          <a:stretch>
            <a:fillRect/>
          </a:stretch>
        </p:blipFill>
        <p:spPr>
          <a:xfrm>
            <a:off x="3438188" y="4311421"/>
            <a:ext cx="5306313" cy="1819744"/>
          </a:xfrm>
          <a:prstGeom prst="rect">
            <a:avLst/>
          </a:prstGeom>
        </p:spPr>
      </p:pic>
    </p:spTree>
    <p:extLst>
      <p:ext uri="{BB962C8B-B14F-4D97-AF65-F5344CB8AC3E}">
        <p14:creationId xmlns:p14="http://schemas.microsoft.com/office/powerpoint/2010/main" val="1377722943"/>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24042" y="217287"/>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a:solidFill>
            <a:schemeClr val="accent1"/>
          </a:solidFill>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60"/>
            <a:ext cx="10722297" cy="886397"/>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4800" kern="0" dirty="0">
                <a:solidFill>
                  <a:srgbClr val="FFFFFF"/>
                </a:solidFill>
                <a:latin typeface="Courier"/>
                <a:cs typeface="Arial"/>
                <a:sym typeface="Courier"/>
              </a:rPr>
              <a:t>COMPUTER LOGIC</a:t>
            </a:r>
            <a:endParaRPr sz="4800"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7" name="Rectangle 1">
            <a:extLst>
              <a:ext uri="{FF2B5EF4-FFF2-40B4-BE49-F238E27FC236}">
                <a16:creationId xmlns:a16="http://schemas.microsoft.com/office/drawing/2014/main" id="{20F41085-CE44-7E37-23E2-A522BDCBBFCD}"/>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3" name="Rectangle 1">
            <a:extLst>
              <a:ext uri="{FF2B5EF4-FFF2-40B4-BE49-F238E27FC236}">
                <a16:creationId xmlns:a16="http://schemas.microsoft.com/office/drawing/2014/main" id="{0E9B0D59-3084-D5BA-88A0-D33BADA639E4}"/>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4" name="Rectangle 1">
            <a:extLst>
              <a:ext uri="{FF2B5EF4-FFF2-40B4-BE49-F238E27FC236}">
                <a16:creationId xmlns:a16="http://schemas.microsoft.com/office/drawing/2014/main" id="{23F2007E-42F7-9440-F3A0-FD42A273BA15}"/>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6" name="Rectangle 5">
            <a:extLst>
              <a:ext uri="{FF2B5EF4-FFF2-40B4-BE49-F238E27FC236}">
                <a16:creationId xmlns:a16="http://schemas.microsoft.com/office/drawing/2014/main" id="{9F5FADB2-91AF-D4FA-A045-82F997FBBD17}"/>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5" name="Rectangle 1">
            <a:extLst>
              <a:ext uri="{FF2B5EF4-FFF2-40B4-BE49-F238E27FC236}">
                <a16:creationId xmlns:a16="http://schemas.microsoft.com/office/drawing/2014/main" id="{E6496D04-2116-A83E-095C-4F80A7E97EC5}"/>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9" name="Rectangle 2">
            <a:extLst>
              <a:ext uri="{FF2B5EF4-FFF2-40B4-BE49-F238E27FC236}">
                <a16:creationId xmlns:a16="http://schemas.microsoft.com/office/drawing/2014/main" id="{3E458D6A-E9DB-1287-7EA5-E23645965E69}"/>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2" name="Rectangle 2">
            <a:extLst>
              <a:ext uri="{FF2B5EF4-FFF2-40B4-BE49-F238E27FC236}">
                <a16:creationId xmlns:a16="http://schemas.microsoft.com/office/drawing/2014/main" id="{FBB22B93-F8CC-6F00-52DE-0350807328D2}"/>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3" name="Rectangle 3">
            <a:extLst>
              <a:ext uri="{FF2B5EF4-FFF2-40B4-BE49-F238E27FC236}">
                <a16:creationId xmlns:a16="http://schemas.microsoft.com/office/drawing/2014/main" id="{18B7A569-70FF-9BCA-F988-F9B46A585DE3}"/>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4" name="Rectangle 4">
            <a:extLst>
              <a:ext uri="{FF2B5EF4-FFF2-40B4-BE49-F238E27FC236}">
                <a16:creationId xmlns:a16="http://schemas.microsoft.com/office/drawing/2014/main" id="{2FCDB2EA-91A1-15F5-FC81-BD234CFC7F07}"/>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6" name="Google Shape;649;p14">
            <a:extLst>
              <a:ext uri="{FF2B5EF4-FFF2-40B4-BE49-F238E27FC236}">
                <a16:creationId xmlns:a16="http://schemas.microsoft.com/office/drawing/2014/main" id="{CD40FEF5-27A4-E324-EA04-FC9204EFA256}"/>
              </a:ext>
            </a:extLst>
          </p:cNvPr>
          <p:cNvSpPr txBox="1"/>
          <p:nvPr/>
        </p:nvSpPr>
        <p:spPr>
          <a:xfrm>
            <a:off x="685800" y="2313779"/>
            <a:ext cx="10562908" cy="2011128"/>
          </a:xfrm>
          <a:prstGeom prst="rect">
            <a:avLst/>
          </a:prstGeom>
          <a:noFill/>
          <a:ln>
            <a:noFill/>
          </a:ln>
        </p:spPr>
        <p:txBody>
          <a:bodyPr spcFirstLastPara="1" wrap="square" lIns="0" tIns="0" rIns="0" bIns="0" anchor="t" anchorCtr="0">
            <a:spAutoFit/>
          </a:bodyPr>
          <a:lstStyle/>
          <a:p>
            <a:pPr marL="304815" indent="-304815" defTabSz="609630">
              <a:lnSpc>
                <a:spcPct val="139958"/>
              </a:lnSpc>
              <a:buClr>
                <a:srgbClr val="FFFFFF"/>
              </a:buClr>
              <a:buFont typeface="Arial" panose="020B0604020202020204" pitchFamily="34" charset="0"/>
              <a:buChar char="•"/>
            </a:pPr>
            <a:r>
              <a:rPr lang="en-US" sz="1867" i="1" kern="0" dirty="0">
                <a:solidFill>
                  <a:srgbClr val="FFFFFF"/>
                </a:solidFill>
                <a:latin typeface="Roboto Mono"/>
                <a:ea typeface="Roboto Mono"/>
                <a:cs typeface="Arial"/>
                <a:sym typeface="Roboto Mono"/>
              </a:rPr>
              <a:t>If we have some free time, </a:t>
            </a:r>
            <a:r>
              <a:rPr lang="en-US" sz="1867" i="1" kern="0" dirty="0">
                <a:solidFill>
                  <a:srgbClr val="8C52FF"/>
                </a:solidFill>
                <a:latin typeface="Roboto Mono"/>
                <a:ea typeface="Roboto Mono"/>
                <a:cs typeface="Arial"/>
                <a:sym typeface="Roboto Mono"/>
              </a:rPr>
              <a:t>and</a:t>
            </a:r>
            <a:r>
              <a:rPr lang="en-US" sz="1867" i="1" kern="0" dirty="0">
                <a:solidFill>
                  <a:srgbClr val="FFFFFF"/>
                </a:solidFill>
                <a:latin typeface="Roboto Mono"/>
                <a:ea typeface="Roboto Mono"/>
                <a:cs typeface="Arial"/>
                <a:sym typeface="Roboto Mono"/>
              </a:rPr>
              <a:t> the weather is good, we will go for a walk.</a:t>
            </a:r>
          </a:p>
          <a:p>
            <a:pPr marL="304815" indent="-304815" defTabSz="609630">
              <a:lnSpc>
                <a:spcPct val="139958"/>
              </a:lnSpc>
              <a:buClr>
                <a:srgbClr val="FFFFFF"/>
              </a:buClr>
              <a:buFont typeface="Arial" panose="020B0604020202020204" pitchFamily="34" charset="0"/>
              <a:buChar char="•"/>
            </a:pPr>
            <a:endParaRPr lang="en-US" sz="1867" kern="0" dirty="0">
              <a:solidFill>
                <a:srgbClr val="FFFFFF"/>
              </a:solidFill>
              <a:latin typeface="Roboto Mono"/>
              <a:ea typeface="Roboto Mono"/>
              <a:cs typeface="Arial"/>
              <a:sym typeface="Roboto Mono"/>
            </a:endParaRPr>
          </a:p>
          <a:p>
            <a:pPr marL="304815" indent="-304815" defTabSz="609630">
              <a:lnSpc>
                <a:spcPct val="139958"/>
              </a:lnSpc>
              <a:buClr>
                <a:srgbClr val="FFFFFF"/>
              </a:buClr>
              <a:buFont typeface="Arial" panose="020B0604020202020204" pitchFamily="34" charset="0"/>
              <a:buChar char="•"/>
            </a:pPr>
            <a:r>
              <a:rPr lang="en-US" sz="1867" i="1" kern="0" dirty="0">
                <a:solidFill>
                  <a:srgbClr val="FFFFFF"/>
                </a:solidFill>
                <a:latin typeface="Roboto Mono"/>
                <a:ea typeface="Roboto Mono"/>
                <a:cs typeface="Arial"/>
                <a:sym typeface="Roboto Mono"/>
              </a:rPr>
              <a:t>If you are in the mall </a:t>
            </a:r>
            <a:r>
              <a:rPr lang="en-US" sz="1867" i="1" kern="0" dirty="0">
                <a:solidFill>
                  <a:srgbClr val="8C52FF"/>
                </a:solidFill>
                <a:latin typeface="Roboto Mono"/>
                <a:ea typeface="Roboto Mono"/>
                <a:cs typeface="Arial"/>
                <a:sym typeface="Roboto Mono"/>
              </a:rPr>
              <a:t>or</a:t>
            </a:r>
            <a:r>
              <a:rPr lang="en-US" sz="1867" i="1" kern="0" dirty="0">
                <a:solidFill>
                  <a:srgbClr val="FFFFFF"/>
                </a:solidFill>
                <a:latin typeface="Roboto Mono"/>
                <a:ea typeface="Roboto Mono"/>
                <a:cs typeface="Arial"/>
                <a:sym typeface="Roboto Mono"/>
              </a:rPr>
              <a:t> I am in the mall, one of us will buy a gift for Mom.</a:t>
            </a:r>
          </a:p>
        </p:txBody>
      </p:sp>
      <p:sp>
        <p:nvSpPr>
          <p:cNvPr id="19" name="Rectangle 6">
            <a:extLst>
              <a:ext uri="{FF2B5EF4-FFF2-40B4-BE49-F238E27FC236}">
                <a16:creationId xmlns:a16="http://schemas.microsoft.com/office/drawing/2014/main" id="{2F3AD926-407F-EEE3-312F-6508C2090088}"/>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10" name="Rectangle 1">
            <a:extLst>
              <a:ext uri="{FF2B5EF4-FFF2-40B4-BE49-F238E27FC236}">
                <a16:creationId xmlns:a16="http://schemas.microsoft.com/office/drawing/2014/main" id="{1BAFC905-C921-C17F-4371-8676B22A355F}"/>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5" name="Rectangle 2">
            <a:extLst>
              <a:ext uri="{FF2B5EF4-FFF2-40B4-BE49-F238E27FC236}">
                <a16:creationId xmlns:a16="http://schemas.microsoft.com/office/drawing/2014/main" id="{42B2D507-D7C8-F4AC-8B5C-F66E1E45FD4E}"/>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1" name="Rectangle 1">
            <a:extLst>
              <a:ext uri="{FF2B5EF4-FFF2-40B4-BE49-F238E27FC236}">
                <a16:creationId xmlns:a16="http://schemas.microsoft.com/office/drawing/2014/main" id="{84CDB709-48D2-0F17-010F-F9EF0D211656}"/>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8" name="Rectangle 1">
            <a:extLst>
              <a:ext uri="{FF2B5EF4-FFF2-40B4-BE49-F238E27FC236}">
                <a16:creationId xmlns:a16="http://schemas.microsoft.com/office/drawing/2014/main" id="{ECA85013-5870-9A07-4A6E-E04E024EBBA7}"/>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20" name="Rectangle 1">
            <a:extLst>
              <a:ext uri="{FF2B5EF4-FFF2-40B4-BE49-F238E27FC236}">
                <a16:creationId xmlns:a16="http://schemas.microsoft.com/office/drawing/2014/main" id="{DFCAA1DE-8A89-7C46-BA33-77AE98C997BD}"/>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7" name="Rectangle 1">
            <a:extLst>
              <a:ext uri="{FF2B5EF4-FFF2-40B4-BE49-F238E27FC236}">
                <a16:creationId xmlns:a16="http://schemas.microsoft.com/office/drawing/2014/main" id="{9F2B029A-4A48-BE13-D6AE-4679E72AC677}"/>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22" name="Rectangle 1">
            <a:extLst>
              <a:ext uri="{FF2B5EF4-FFF2-40B4-BE49-F238E27FC236}">
                <a16:creationId xmlns:a16="http://schemas.microsoft.com/office/drawing/2014/main" id="{79A0D87F-B56F-BA65-A9E9-B625C6AC5EFE}"/>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18" name="Google Shape;649;p14">
            <a:extLst>
              <a:ext uri="{FF2B5EF4-FFF2-40B4-BE49-F238E27FC236}">
                <a16:creationId xmlns:a16="http://schemas.microsoft.com/office/drawing/2014/main" id="{26C12103-14DA-1F9C-2DFA-7C379ECF7C60}"/>
              </a:ext>
            </a:extLst>
          </p:cNvPr>
          <p:cNvSpPr txBox="1"/>
          <p:nvPr/>
        </p:nvSpPr>
        <p:spPr>
          <a:xfrm>
            <a:off x="809891" y="5257859"/>
            <a:ext cx="10562908" cy="1034129"/>
          </a:xfrm>
          <a:prstGeom prst="rect">
            <a:avLst/>
          </a:prstGeom>
          <a:noFill/>
          <a:ln>
            <a:noFill/>
          </a:ln>
        </p:spPr>
        <p:txBody>
          <a:bodyPr spcFirstLastPara="1" wrap="square" lIns="0" tIns="0" rIns="0" bIns="0" anchor="t" anchorCtr="0">
            <a:spAutoFit/>
          </a:bodyPr>
          <a:lstStyle/>
          <a:p>
            <a:pPr algn="ctr" defTabSz="609630">
              <a:lnSpc>
                <a:spcPct val="139958"/>
              </a:lnSpc>
              <a:buClr>
                <a:srgbClr val="FFFFFF"/>
              </a:buClr>
            </a:pPr>
            <a:r>
              <a:rPr lang="en-US" sz="4800" i="1" kern="0" dirty="0">
                <a:solidFill>
                  <a:srgbClr val="8C52FF"/>
                </a:solidFill>
                <a:latin typeface="Roboto Mono"/>
                <a:ea typeface="Roboto Mono"/>
                <a:cs typeface="Arial"/>
                <a:sym typeface="Roboto Mono"/>
              </a:rPr>
              <a:t>and, or , not</a:t>
            </a:r>
          </a:p>
        </p:txBody>
      </p:sp>
    </p:spTree>
    <p:extLst>
      <p:ext uri="{BB962C8B-B14F-4D97-AF65-F5344CB8AC3E}">
        <p14:creationId xmlns:p14="http://schemas.microsoft.com/office/powerpoint/2010/main" val="1256626895"/>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24042" y="217287"/>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a:solidFill>
            <a:schemeClr val="accent1"/>
          </a:solidFill>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60"/>
            <a:ext cx="10722297" cy="886397"/>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4800" kern="0" dirty="0">
                <a:solidFill>
                  <a:srgbClr val="FFFFFF"/>
                </a:solidFill>
                <a:latin typeface="Courier"/>
                <a:cs typeface="Arial"/>
                <a:sym typeface="Courier"/>
              </a:rPr>
              <a:t>COMPUTER LOGIC</a:t>
            </a:r>
            <a:endParaRPr sz="4800"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7" name="Rectangle 1">
            <a:extLst>
              <a:ext uri="{FF2B5EF4-FFF2-40B4-BE49-F238E27FC236}">
                <a16:creationId xmlns:a16="http://schemas.microsoft.com/office/drawing/2014/main" id="{20F41085-CE44-7E37-23E2-A522BDCBBFCD}"/>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3" name="Rectangle 1">
            <a:extLst>
              <a:ext uri="{FF2B5EF4-FFF2-40B4-BE49-F238E27FC236}">
                <a16:creationId xmlns:a16="http://schemas.microsoft.com/office/drawing/2014/main" id="{0E9B0D59-3084-D5BA-88A0-D33BADA639E4}"/>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4" name="Rectangle 1">
            <a:extLst>
              <a:ext uri="{FF2B5EF4-FFF2-40B4-BE49-F238E27FC236}">
                <a16:creationId xmlns:a16="http://schemas.microsoft.com/office/drawing/2014/main" id="{23F2007E-42F7-9440-F3A0-FD42A273BA15}"/>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6" name="Rectangle 5">
            <a:extLst>
              <a:ext uri="{FF2B5EF4-FFF2-40B4-BE49-F238E27FC236}">
                <a16:creationId xmlns:a16="http://schemas.microsoft.com/office/drawing/2014/main" id="{9F5FADB2-91AF-D4FA-A045-82F997FBBD17}"/>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5" name="Rectangle 1">
            <a:extLst>
              <a:ext uri="{FF2B5EF4-FFF2-40B4-BE49-F238E27FC236}">
                <a16:creationId xmlns:a16="http://schemas.microsoft.com/office/drawing/2014/main" id="{E6496D04-2116-A83E-095C-4F80A7E97EC5}"/>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9" name="Rectangle 2">
            <a:extLst>
              <a:ext uri="{FF2B5EF4-FFF2-40B4-BE49-F238E27FC236}">
                <a16:creationId xmlns:a16="http://schemas.microsoft.com/office/drawing/2014/main" id="{3E458D6A-E9DB-1287-7EA5-E23645965E69}"/>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2" name="Rectangle 2">
            <a:extLst>
              <a:ext uri="{FF2B5EF4-FFF2-40B4-BE49-F238E27FC236}">
                <a16:creationId xmlns:a16="http://schemas.microsoft.com/office/drawing/2014/main" id="{FBB22B93-F8CC-6F00-52DE-0350807328D2}"/>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3" name="Rectangle 3">
            <a:extLst>
              <a:ext uri="{FF2B5EF4-FFF2-40B4-BE49-F238E27FC236}">
                <a16:creationId xmlns:a16="http://schemas.microsoft.com/office/drawing/2014/main" id="{18B7A569-70FF-9BCA-F988-F9B46A585DE3}"/>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4" name="Rectangle 4">
            <a:extLst>
              <a:ext uri="{FF2B5EF4-FFF2-40B4-BE49-F238E27FC236}">
                <a16:creationId xmlns:a16="http://schemas.microsoft.com/office/drawing/2014/main" id="{2FCDB2EA-91A1-15F5-FC81-BD234CFC7F07}"/>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6" name="Google Shape;649;p14">
            <a:extLst>
              <a:ext uri="{FF2B5EF4-FFF2-40B4-BE49-F238E27FC236}">
                <a16:creationId xmlns:a16="http://schemas.microsoft.com/office/drawing/2014/main" id="{CD40FEF5-27A4-E324-EA04-FC9204EFA256}"/>
              </a:ext>
            </a:extLst>
          </p:cNvPr>
          <p:cNvSpPr txBox="1"/>
          <p:nvPr/>
        </p:nvSpPr>
        <p:spPr>
          <a:xfrm>
            <a:off x="685800" y="2313779"/>
            <a:ext cx="10562908" cy="1608902"/>
          </a:xfrm>
          <a:prstGeom prst="rect">
            <a:avLst/>
          </a:prstGeom>
          <a:noFill/>
          <a:ln>
            <a:noFill/>
          </a:ln>
        </p:spPr>
        <p:txBody>
          <a:bodyPr spcFirstLastPara="1" wrap="square" lIns="0" tIns="0" rIns="0" bIns="0" anchor="t" anchorCtr="0">
            <a:spAutoFit/>
          </a:bodyPr>
          <a:lstStyle/>
          <a:p>
            <a:pPr marL="304815" indent="-304815" defTabSz="609630">
              <a:lnSpc>
                <a:spcPct val="139958"/>
              </a:lnSpc>
              <a:buClr>
                <a:srgbClr val="FFFFFF"/>
              </a:buClr>
              <a:buFont typeface="Arial" panose="020B0604020202020204" pitchFamily="34" charset="0"/>
              <a:buChar char="•"/>
            </a:pPr>
            <a:r>
              <a:rPr lang="en-US" sz="1867" i="1" kern="0" dirty="0">
                <a:solidFill>
                  <a:srgbClr val="FFFFFF"/>
                </a:solidFill>
                <a:latin typeface="Roboto Mono"/>
                <a:ea typeface="Roboto Mono"/>
                <a:cs typeface="Arial"/>
                <a:sym typeface="Roboto Mono"/>
              </a:rPr>
              <a:t>One logical conjunction operator in Python is the word and. It's a </a:t>
            </a:r>
            <a:r>
              <a:rPr lang="en-US" sz="1867" i="1" kern="0" dirty="0">
                <a:solidFill>
                  <a:srgbClr val="8C52FF"/>
                </a:solidFill>
                <a:latin typeface="Roboto Mono"/>
                <a:ea typeface="Roboto Mono"/>
                <a:cs typeface="Arial"/>
                <a:sym typeface="Roboto Mono"/>
              </a:rPr>
              <a:t>binary operator with a priority that is lower than the one expressed by the comparison operators</a:t>
            </a:r>
            <a:r>
              <a:rPr lang="en-US" sz="1867" i="1" kern="0" dirty="0">
                <a:solidFill>
                  <a:srgbClr val="FFFFFF"/>
                </a:solidFill>
                <a:latin typeface="Roboto Mono"/>
                <a:ea typeface="Roboto Mono"/>
                <a:cs typeface="Arial"/>
                <a:sym typeface="Roboto Mono"/>
              </a:rPr>
              <a:t>. It allows us to code complex conditions without the use of parentheses like this one:</a:t>
            </a:r>
          </a:p>
        </p:txBody>
      </p:sp>
      <p:sp>
        <p:nvSpPr>
          <p:cNvPr id="19" name="Rectangle 6">
            <a:extLst>
              <a:ext uri="{FF2B5EF4-FFF2-40B4-BE49-F238E27FC236}">
                <a16:creationId xmlns:a16="http://schemas.microsoft.com/office/drawing/2014/main" id="{2F3AD926-407F-EEE3-312F-6508C2090088}"/>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10" name="Rectangle 1">
            <a:extLst>
              <a:ext uri="{FF2B5EF4-FFF2-40B4-BE49-F238E27FC236}">
                <a16:creationId xmlns:a16="http://schemas.microsoft.com/office/drawing/2014/main" id="{1BAFC905-C921-C17F-4371-8676B22A355F}"/>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5" name="Rectangle 2">
            <a:extLst>
              <a:ext uri="{FF2B5EF4-FFF2-40B4-BE49-F238E27FC236}">
                <a16:creationId xmlns:a16="http://schemas.microsoft.com/office/drawing/2014/main" id="{42B2D507-D7C8-F4AC-8B5C-F66E1E45FD4E}"/>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1" name="Rectangle 1">
            <a:extLst>
              <a:ext uri="{FF2B5EF4-FFF2-40B4-BE49-F238E27FC236}">
                <a16:creationId xmlns:a16="http://schemas.microsoft.com/office/drawing/2014/main" id="{84CDB709-48D2-0F17-010F-F9EF0D211656}"/>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8" name="Rectangle 1">
            <a:extLst>
              <a:ext uri="{FF2B5EF4-FFF2-40B4-BE49-F238E27FC236}">
                <a16:creationId xmlns:a16="http://schemas.microsoft.com/office/drawing/2014/main" id="{ECA85013-5870-9A07-4A6E-E04E024EBBA7}"/>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20" name="Rectangle 1">
            <a:extLst>
              <a:ext uri="{FF2B5EF4-FFF2-40B4-BE49-F238E27FC236}">
                <a16:creationId xmlns:a16="http://schemas.microsoft.com/office/drawing/2014/main" id="{DFCAA1DE-8A89-7C46-BA33-77AE98C997BD}"/>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7" name="Rectangle 1">
            <a:extLst>
              <a:ext uri="{FF2B5EF4-FFF2-40B4-BE49-F238E27FC236}">
                <a16:creationId xmlns:a16="http://schemas.microsoft.com/office/drawing/2014/main" id="{9F2B029A-4A48-BE13-D6AE-4679E72AC677}"/>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22" name="Rectangle 1">
            <a:extLst>
              <a:ext uri="{FF2B5EF4-FFF2-40B4-BE49-F238E27FC236}">
                <a16:creationId xmlns:a16="http://schemas.microsoft.com/office/drawing/2014/main" id="{79A0D87F-B56F-BA65-A9E9-B625C6AC5EFE}"/>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pic>
        <p:nvPicPr>
          <p:cNvPr id="23" name="Picture 22">
            <a:extLst>
              <a:ext uri="{FF2B5EF4-FFF2-40B4-BE49-F238E27FC236}">
                <a16:creationId xmlns:a16="http://schemas.microsoft.com/office/drawing/2014/main" id="{2FFCBFC2-83E7-F021-B0F8-6423D503605F}"/>
              </a:ext>
            </a:extLst>
          </p:cNvPr>
          <p:cNvPicPr>
            <a:picLocks noChangeAspect="1"/>
          </p:cNvPicPr>
          <p:nvPr/>
        </p:nvPicPr>
        <p:blipFill>
          <a:blip r:embed="rId3"/>
          <a:stretch>
            <a:fillRect/>
          </a:stretch>
        </p:blipFill>
        <p:spPr>
          <a:xfrm>
            <a:off x="2492339" y="4544221"/>
            <a:ext cx="7595415" cy="789623"/>
          </a:xfrm>
          <a:prstGeom prst="rect">
            <a:avLst/>
          </a:prstGeom>
        </p:spPr>
      </p:pic>
    </p:spTree>
    <p:extLst>
      <p:ext uri="{BB962C8B-B14F-4D97-AF65-F5344CB8AC3E}">
        <p14:creationId xmlns:p14="http://schemas.microsoft.com/office/powerpoint/2010/main" val="3478749597"/>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24042" y="217287"/>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a:solidFill>
            <a:schemeClr val="accent1"/>
          </a:solidFill>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60"/>
            <a:ext cx="10722297" cy="886397"/>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4800" kern="0" dirty="0">
                <a:solidFill>
                  <a:srgbClr val="FFFFFF"/>
                </a:solidFill>
                <a:latin typeface="Courier"/>
                <a:cs typeface="Arial"/>
                <a:sym typeface="Courier"/>
              </a:rPr>
              <a:t>Logical operator: and</a:t>
            </a:r>
            <a:endParaRPr sz="4800"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7" name="Rectangle 1">
            <a:extLst>
              <a:ext uri="{FF2B5EF4-FFF2-40B4-BE49-F238E27FC236}">
                <a16:creationId xmlns:a16="http://schemas.microsoft.com/office/drawing/2014/main" id="{20F41085-CE44-7E37-23E2-A522BDCBBFCD}"/>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3" name="Rectangle 1">
            <a:extLst>
              <a:ext uri="{FF2B5EF4-FFF2-40B4-BE49-F238E27FC236}">
                <a16:creationId xmlns:a16="http://schemas.microsoft.com/office/drawing/2014/main" id="{0E9B0D59-3084-D5BA-88A0-D33BADA639E4}"/>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4" name="Rectangle 1">
            <a:extLst>
              <a:ext uri="{FF2B5EF4-FFF2-40B4-BE49-F238E27FC236}">
                <a16:creationId xmlns:a16="http://schemas.microsoft.com/office/drawing/2014/main" id="{23F2007E-42F7-9440-F3A0-FD42A273BA15}"/>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6" name="Rectangle 5">
            <a:extLst>
              <a:ext uri="{FF2B5EF4-FFF2-40B4-BE49-F238E27FC236}">
                <a16:creationId xmlns:a16="http://schemas.microsoft.com/office/drawing/2014/main" id="{9F5FADB2-91AF-D4FA-A045-82F997FBBD17}"/>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5" name="Rectangle 1">
            <a:extLst>
              <a:ext uri="{FF2B5EF4-FFF2-40B4-BE49-F238E27FC236}">
                <a16:creationId xmlns:a16="http://schemas.microsoft.com/office/drawing/2014/main" id="{E6496D04-2116-A83E-095C-4F80A7E97EC5}"/>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9" name="Rectangle 2">
            <a:extLst>
              <a:ext uri="{FF2B5EF4-FFF2-40B4-BE49-F238E27FC236}">
                <a16:creationId xmlns:a16="http://schemas.microsoft.com/office/drawing/2014/main" id="{3E458D6A-E9DB-1287-7EA5-E23645965E69}"/>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2" name="Rectangle 2">
            <a:extLst>
              <a:ext uri="{FF2B5EF4-FFF2-40B4-BE49-F238E27FC236}">
                <a16:creationId xmlns:a16="http://schemas.microsoft.com/office/drawing/2014/main" id="{FBB22B93-F8CC-6F00-52DE-0350807328D2}"/>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3" name="Rectangle 3">
            <a:extLst>
              <a:ext uri="{FF2B5EF4-FFF2-40B4-BE49-F238E27FC236}">
                <a16:creationId xmlns:a16="http://schemas.microsoft.com/office/drawing/2014/main" id="{18B7A569-70FF-9BCA-F988-F9B46A585DE3}"/>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4" name="Rectangle 4">
            <a:extLst>
              <a:ext uri="{FF2B5EF4-FFF2-40B4-BE49-F238E27FC236}">
                <a16:creationId xmlns:a16="http://schemas.microsoft.com/office/drawing/2014/main" id="{2FCDB2EA-91A1-15F5-FC81-BD234CFC7F07}"/>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19" name="Rectangle 6">
            <a:extLst>
              <a:ext uri="{FF2B5EF4-FFF2-40B4-BE49-F238E27FC236}">
                <a16:creationId xmlns:a16="http://schemas.microsoft.com/office/drawing/2014/main" id="{2F3AD926-407F-EEE3-312F-6508C2090088}"/>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10" name="Rectangle 1">
            <a:extLst>
              <a:ext uri="{FF2B5EF4-FFF2-40B4-BE49-F238E27FC236}">
                <a16:creationId xmlns:a16="http://schemas.microsoft.com/office/drawing/2014/main" id="{1BAFC905-C921-C17F-4371-8676B22A355F}"/>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5" name="Rectangle 2">
            <a:extLst>
              <a:ext uri="{FF2B5EF4-FFF2-40B4-BE49-F238E27FC236}">
                <a16:creationId xmlns:a16="http://schemas.microsoft.com/office/drawing/2014/main" id="{42B2D507-D7C8-F4AC-8B5C-F66E1E45FD4E}"/>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1" name="Rectangle 1">
            <a:extLst>
              <a:ext uri="{FF2B5EF4-FFF2-40B4-BE49-F238E27FC236}">
                <a16:creationId xmlns:a16="http://schemas.microsoft.com/office/drawing/2014/main" id="{84CDB709-48D2-0F17-010F-F9EF0D211656}"/>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8" name="Rectangle 1">
            <a:extLst>
              <a:ext uri="{FF2B5EF4-FFF2-40B4-BE49-F238E27FC236}">
                <a16:creationId xmlns:a16="http://schemas.microsoft.com/office/drawing/2014/main" id="{ECA85013-5870-9A07-4A6E-E04E024EBBA7}"/>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20" name="Rectangle 1">
            <a:extLst>
              <a:ext uri="{FF2B5EF4-FFF2-40B4-BE49-F238E27FC236}">
                <a16:creationId xmlns:a16="http://schemas.microsoft.com/office/drawing/2014/main" id="{DFCAA1DE-8A89-7C46-BA33-77AE98C997BD}"/>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7" name="Rectangle 1">
            <a:extLst>
              <a:ext uri="{FF2B5EF4-FFF2-40B4-BE49-F238E27FC236}">
                <a16:creationId xmlns:a16="http://schemas.microsoft.com/office/drawing/2014/main" id="{9F2B029A-4A48-BE13-D6AE-4679E72AC677}"/>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22" name="Rectangle 1">
            <a:extLst>
              <a:ext uri="{FF2B5EF4-FFF2-40B4-BE49-F238E27FC236}">
                <a16:creationId xmlns:a16="http://schemas.microsoft.com/office/drawing/2014/main" id="{79A0D87F-B56F-BA65-A9E9-B625C6AC5EFE}"/>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pic>
        <p:nvPicPr>
          <p:cNvPr id="21" name="Picture 20" descr="A screenshot of a computer&#10;&#10;Description automatically generated">
            <a:extLst>
              <a:ext uri="{FF2B5EF4-FFF2-40B4-BE49-F238E27FC236}">
                <a16:creationId xmlns:a16="http://schemas.microsoft.com/office/drawing/2014/main" id="{5F2A15FB-DFEC-65CF-8E3C-1D3778AB343E}"/>
              </a:ext>
            </a:extLst>
          </p:cNvPr>
          <p:cNvPicPr>
            <a:picLocks noChangeAspect="1"/>
          </p:cNvPicPr>
          <p:nvPr/>
        </p:nvPicPr>
        <p:blipFill>
          <a:blip r:embed="rId3"/>
          <a:stretch>
            <a:fillRect/>
          </a:stretch>
        </p:blipFill>
        <p:spPr>
          <a:xfrm>
            <a:off x="2748221" y="2836491"/>
            <a:ext cx="6704868" cy="3260333"/>
          </a:xfrm>
          <a:prstGeom prst="rect">
            <a:avLst/>
          </a:prstGeom>
        </p:spPr>
      </p:pic>
    </p:spTree>
    <p:extLst>
      <p:ext uri="{BB962C8B-B14F-4D97-AF65-F5344CB8AC3E}">
        <p14:creationId xmlns:p14="http://schemas.microsoft.com/office/powerpoint/2010/main" val="388082214"/>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24042" y="217287"/>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a:solidFill>
            <a:schemeClr val="accent1"/>
          </a:solidFill>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60"/>
            <a:ext cx="10722297" cy="886397"/>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4800" kern="0" dirty="0">
                <a:solidFill>
                  <a:srgbClr val="FFFFFF"/>
                </a:solidFill>
                <a:latin typeface="Courier"/>
                <a:cs typeface="Arial"/>
                <a:sym typeface="Courier"/>
              </a:rPr>
              <a:t>Logical operator: or</a:t>
            </a:r>
            <a:endParaRPr sz="4800"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7" name="Rectangle 1">
            <a:extLst>
              <a:ext uri="{FF2B5EF4-FFF2-40B4-BE49-F238E27FC236}">
                <a16:creationId xmlns:a16="http://schemas.microsoft.com/office/drawing/2014/main" id="{20F41085-CE44-7E37-23E2-A522BDCBBFCD}"/>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3" name="Rectangle 1">
            <a:extLst>
              <a:ext uri="{FF2B5EF4-FFF2-40B4-BE49-F238E27FC236}">
                <a16:creationId xmlns:a16="http://schemas.microsoft.com/office/drawing/2014/main" id="{0E9B0D59-3084-D5BA-88A0-D33BADA639E4}"/>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4" name="Rectangle 1">
            <a:extLst>
              <a:ext uri="{FF2B5EF4-FFF2-40B4-BE49-F238E27FC236}">
                <a16:creationId xmlns:a16="http://schemas.microsoft.com/office/drawing/2014/main" id="{23F2007E-42F7-9440-F3A0-FD42A273BA15}"/>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6" name="Rectangle 5">
            <a:extLst>
              <a:ext uri="{FF2B5EF4-FFF2-40B4-BE49-F238E27FC236}">
                <a16:creationId xmlns:a16="http://schemas.microsoft.com/office/drawing/2014/main" id="{9F5FADB2-91AF-D4FA-A045-82F997FBBD17}"/>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5" name="Rectangle 1">
            <a:extLst>
              <a:ext uri="{FF2B5EF4-FFF2-40B4-BE49-F238E27FC236}">
                <a16:creationId xmlns:a16="http://schemas.microsoft.com/office/drawing/2014/main" id="{E6496D04-2116-A83E-095C-4F80A7E97EC5}"/>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9" name="Rectangle 2">
            <a:extLst>
              <a:ext uri="{FF2B5EF4-FFF2-40B4-BE49-F238E27FC236}">
                <a16:creationId xmlns:a16="http://schemas.microsoft.com/office/drawing/2014/main" id="{3E458D6A-E9DB-1287-7EA5-E23645965E69}"/>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2" name="Rectangle 2">
            <a:extLst>
              <a:ext uri="{FF2B5EF4-FFF2-40B4-BE49-F238E27FC236}">
                <a16:creationId xmlns:a16="http://schemas.microsoft.com/office/drawing/2014/main" id="{FBB22B93-F8CC-6F00-52DE-0350807328D2}"/>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3" name="Rectangle 3">
            <a:extLst>
              <a:ext uri="{FF2B5EF4-FFF2-40B4-BE49-F238E27FC236}">
                <a16:creationId xmlns:a16="http://schemas.microsoft.com/office/drawing/2014/main" id="{18B7A569-70FF-9BCA-F988-F9B46A585DE3}"/>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4" name="Rectangle 4">
            <a:extLst>
              <a:ext uri="{FF2B5EF4-FFF2-40B4-BE49-F238E27FC236}">
                <a16:creationId xmlns:a16="http://schemas.microsoft.com/office/drawing/2014/main" id="{2FCDB2EA-91A1-15F5-FC81-BD234CFC7F07}"/>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19" name="Rectangle 6">
            <a:extLst>
              <a:ext uri="{FF2B5EF4-FFF2-40B4-BE49-F238E27FC236}">
                <a16:creationId xmlns:a16="http://schemas.microsoft.com/office/drawing/2014/main" id="{2F3AD926-407F-EEE3-312F-6508C2090088}"/>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10" name="Rectangle 1">
            <a:extLst>
              <a:ext uri="{FF2B5EF4-FFF2-40B4-BE49-F238E27FC236}">
                <a16:creationId xmlns:a16="http://schemas.microsoft.com/office/drawing/2014/main" id="{1BAFC905-C921-C17F-4371-8676B22A355F}"/>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5" name="Rectangle 2">
            <a:extLst>
              <a:ext uri="{FF2B5EF4-FFF2-40B4-BE49-F238E27FC236}">
                <a16:creationId xmlns:a16="http://schemas.microsoft.com/office/drawing/2014/main" id="{42B2D507-D7C8-F4AC-8B5C-F66E1E45FD4E}"/>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1" name="Rectangle 1">
            <a:extLst>
              <a:ext uri="{FF2B5EF4-FFF2-40B4-BE49-F238E27FC236}">
                <a16:creationId xmlns:a16="http://schemas.microsoft.com/office/drawing/2014/main" id="{84CDB709-48D2-0F17-010F-F9EF0D211656}"/>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8" name="Rectangle 1">
            <a:extLst>
              <a:ext uri="{FF2B5EF4-FFF2-40B4-BE49-F238E27FC236}">
                <a16:creationId xmlns:a16="http://schemas.microsoft.com/office/drawing/2014/main" id="{ECA85013-5870-9A07-4A6E-E04E024EBBA7}"/>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20" name="Rectangle 1">
            <a:extLst>
              <a:ext uri="{FF2B5EF4-FFF2-40B4-BE49-F238E27FC236}">
                <a16:creationId xmlns:a16="http://schemas.microsoft.com/office/drawing/2014/main" id="{DFCAA1DE-8A89-7C46-BA33-77AE98C997BD}"/>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7" name="Rectangle 1">
            <a:extLst>
              <a:ext uri="{FF2B5EF4-FFF2-40B4-BE49-F238E27FC236}">
                <a16:creationId xmlns:a16="http://schemas.microsoft.com/office/drawing/2014/main" id="{9F2B029A-4A48-BE13-D6AE-4679E72AC677}"/>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22" name="Rectangle 1">
            <a:extLst>
              <a:ext uri="{FF2B5EF4-FFF2-40B4-BE49-F238E27FC236}">
                <a16:creationId xmlns:a16="http://schemas.microsoft.com/office/drawing/2014/main" id="{79A0D87F-B56F-BA65-A9E9-B625C6AC5EFE}"/>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pic>
        <p:nvPicPr>
          <p:cNvPr id="18" name="Picture 17" descr="A screenshot of a computer&#10;&#10;Description automatically generated">
            <a:extLst>
              <a:ext uri="{FF2B5EF4-FFF2-40B4-BE49-F238E27FC236}">
                <a16:creationId xmlns:a16="http://schemas.microsoft.com/office/drawing/2014/main" id="{E80F7422-7277-CDB1-B749-4304B331A016}"/>
              </a:ext>
            </a:extLst>
          </p:cNvPr>
          <p:cNvPicPr>
            <a:picLocks noChangeAspect="1"/>
          </p:cNvPicPr>
          <p:nvPr/>
        </p:nvPicPr>
        <p:blipFill>
          <a:blip r:embed="rId3"/>
          <a:stretch>
            <a:fillRect/>
          </a:stretch>
        </p:blipFill>
        <p:spPr>
          <a:xfrm>
            <a:off x="3050766" y="2972305"/>
            <a:ext cx="5832977" cy="2828594"/>
          </a:xfrm>
          <a:prstGeom prst="rect">
            <a:avLst/>
          </a:prstGeom>
        </p:spPr>
      </p:pic>
    </p:spTree>
    <p:extLst>
      <p:ext uri="{BB962C8B-B14F-4D97-AF65-F5344CB8AC3E}">
        <p14:creationId xmlns:p14="http://schemas.microsoft.com/office/powerpoint/2010/main" val="1543215961"/>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24042" y="217287"/>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a:solidFill>
            <a:schemeClr val="accent1"/>
          </a:solidFill>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60"/>
            <a:ext cx="10722297" cy="886397"/>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4800" kern="0" dirty="0">
                <a:solidFill>
                  <a:srgbClr val="FFFFFF"/>
                </a:solidFill>
                <a:latin typeface="Courier"/>
                <a:cs typeface="Arial"/>
                <a:sym typeface="Courier"/>
              </a:rPr>
              <a:t>Logical operator: not</a:t>
            </a:r>
            <a:endParaRPr sz="4800"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7" name="Rectangle 1">
            <a:extLst>
              <a:ext uri="{FF2B5EF4-FFF2-40B4-BE49-F238E27FC236}">
                <a16:creationId xmlns:a16="http://schemas.microsoft.com/office/drawing/2014/main" id="{20F41085-CE44-7E37-23E2-A522BDCBBFCD}"/>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3" name="Rectangle 1">
            <a:extLst>
              <a:ext uri="{FF2B5EF4-FFF2-40B4-BE49-F238E27FC236}">
                <a16:creationId xmlns:a16="http://schemas.microsoft.com/office/drawing/2014/main" id="{0E9B0D59-3084-D5BA-88A0-D33BADA639E4}"/>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4" name="Rectangle 1">
            <a:extLst>
              <a:ext uri="{FF2B5EF4-FFF2-40B4-BE49-F238E27FC236}">
                <a16:creationId xmlns:a16="http://schemas.microsoft.com/office/drawing/2014/main" id="{23F2007E-42F7-9440-F3A0-FD42A273BA15}"/>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6" name="Rectangle 5">
            <a:extLst>
              <a:ext uri="{FF2B5EF4-FFF2-40B4-BE49-F238E27FC236}">
                <a16:creationId xmlns:a16="http://schemas.microsoft.com/office/drawing/2014/main" id="{9F5FADB2-91AF-D4FA-A045-82F997FBBD17}"/>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5" name="Rectangle 1">
            <a:extLst>
              <a:ext uri="{FF2B5EF4-FFF2-40B4-BE49-F238E27FC236}">
                <a16:creationId xmlns:a16="http://schemas.microsoft.com/office/drawing/2014/main" id="{E6496D04-2116-A83E-095C-4F80A7E97EC5}"/>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9" name="Rectangle 2">
            <a:extLst>
              <a:ext uri="{FF2B5EF4-FFF2-40B4-BE49-F238E27FC236}">
                <a16:creationId xmlns:a16="http://schemas.microsoft.com/office/drawing/2014/main" id="{3E458D6A-E9DB-1287-7EA5-E23645965E69}"/>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2" name="Rectangle 2">
            <a:extLst>
              <a:ext uri="{FF2B5EF4-FFF2-40B4-BE49-F238E27FC236}">
                <a16:creationId xmlns:a16="http://schemas.microsoft.com/office/drawing/2014/main" id="{FBB22B93-F8CC-6F00-52DE-0350807328D2}"/>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3" name="Rectangle 3">
            <a:extLst>
              <a:ext uri="{FF2B5EF4-FFF2-40B4-BE49-F238E27FC236}">
                <a16:creationId xmlns:a16="http://schemas.microsoft.com/office/drawing/2014/main" id="{18B7A569-70FF-9BCA-F988-F9B46A585DE3}"/>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4" name="Rectangle 4">
            <a:extLst>
              <a:ext uri="{FF2B5EF4-FFF2-40B4-BE49-F238E27FC236}">
                <a16:creationId xmlns:a16="http://schemas.microsoft.com/office/drawing/2014/main" id="{2FCDB2EA-91A1-15F5-FC81-BD234CFC7F07}"/>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19" name="Rectangle 6">
            <a:extLst>
              <a:ext uri="{FF2B5EF4-FFF2-40B4-BE49-F238E27FC236}">
                <a16:creationId xmlns:a16="http://schemas.microsoft.com/office/drawing/2014/main" id="{2F3AD926-407F-EEE3-312F-6508C2090088}"/>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10" name="Rectangle 1">
            <a:extLst>
              <a:ext uri="{FF2B5EF4-FFF2-40B4-BE49-F238E27FC236}">
                <a16:creationId xmlns:a16="http://schemas.microsoft.com/office/drawing/2014/main" id="{1BAFC905-C921-C17F-4371-8676B22A355F}"/>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5" name="Rectangle 2">
            <a:extLst>
              <a:ext uri="{FF2B5EF4-FFF2-40B4-BE49-F238E27FC236}">
                <a16:creationId xmlns:a16="http://schemas.microsoft.com/office/drawing/2014/main" id="{42B2D507-D7C8-F4AC-8B5C-F66E1E45FD4E}"/>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1" name="Rectangle 1">
            <a:extLst>
              <a:ext uri="{FF2B5EF4-FFF2-40B4-BE49-F238E27FC236}">
                <a16:creationId xmlns:a16="http://schemas.microsoft.com/office/drawing/2014/main" id="{84CDB709-48D2-0F17-010F-F9EF0D211656}"/>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8" name="Rectangle 1">
            <a:extLst>
              <a:ext uri="{FF2B5EF4-FFF2-40B4-BE49-F238E27FC236}">
                <a16:creationId xmlns:a16="http://schemas.microsoft.com/office/drawing/2014/main" id="{ECA85013-5870-9A07-4A6E-E04E024EBBA7}"/>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20" name="Rectangle 1">
            <a:extLst>
              <a:ext uri="{FF2B5EF4-FFF2-40B4-BE49-F238E27FC236}">
                <a16:creationId xmlns:a16="http://schemas.microsoft.com/office/drawing/2014/main" id="{DFCAA1DE-8A89-7C46-BA33-77AE98C997BD}"/>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7" name="Rectangle 1">
            <a:extLst>
              <a:ext uri="{FF2B5EF4-FFF2-40B4-BE49-F238E27FC236}">
                <a16:creationId xmlns:a16="http://schemas.microsoft.com/office/drawing/2014/main" id="{9F2B029A-4A48-BE13-D6AE-4679E72AC677}"/>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22" name="Rectangle 1">
            <a:extLst>
              <a:ext uri="{FF2B5EF4-FFF2-40B4-BE49-F238E27FC236}">
                <a16:creationId xmlns:a16="http://schemas.microsoft.com/office/drawing/2014/main" id="{79A0D87F-B56F-BA65-A9E9-B625C6AC5EFE}"/>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pic>
        <p:nvPicPr>
          <p:cNvPr id="21" name="Picture 20" descr="A screenshot of a computer&#10;&#10;Description automatically generated">
            <a:extLst>
              <a:ext uri="{FF2B5EF4-FFF2-40B4-BE49-F238E27FC236}">
                <a16:creationId xmlns:a16="http://schemas.microsoft.com/office/drawing/2014/main" id="{F4E28009-F5C1-90D0-6229-298C62E5976E}"/>
              </a:ext>
            </a:extLst>
          </p:cNvPr>
          <p:cNvPicPr>
            <a:picLocks noChangeAspect="1"/>
          </p:cNvPicPr>
          <p:nvPr/>
        </p:nvPicPr>
        <p:blipFill>
          <a:blip r:embed="rId3"/>
          <a:stretch>
            <a:fillRect/>
          </a:stretch>
        </p:blipFill>
        <p:spPr>
          <a:xfrm>
            <a:off x="2862255" y="3241335"/>
            <a:ext cx="6476799" cy="1868308"/>
          </a:xfrm>
          <a:prstGeom prst="rect">
            <a:avLst/>
          </a:prstGeom>
        </p:spPr>
      </p:pic>
    </p:spTree>
    <p:extLst>
      <p:ext uri="{BB962C8B-B14F-4D97-AF65-F5344CB8AC3E}">
        <p14:creationId xmlns:p14="http://schemas.microsoft.com/office/powerpoint/2010/main" val="559911342"/>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24042" y="217287"/>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a:solidFill>
            <a:schemeClr val="accent1"/>
          </a:solidFill>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60"/>
            <a:ext cx="10722297" cy="886397"/>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4800" kern="0" dirty="0">
                <a:solidFill>
                  <a:srgbClr val="FFFFFF"/>
                </a:solidFill>
                <a:latin typeface="Courier"/>
                <a:cs typeface="Arial"/>
                <a:sym typeface="Courier"/>
              </a:rPr>
              <a:t>Bitwise Operator</a:t>
            </a:r>
            <a:endParaRPr sz="4800"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7" name="Rectangle 1">
            <a:extLst>
              <a:ext uri="{FF2B5EF4-FFF2-40B4-BE49-F238E27FC236}">
                <a16:creationId xmlns:a16="http://schemas.microsoft.com/office/drawing/2014/main" id="{20F41085-CE44-7E37-23E2-A522BDCBBFCD}"/>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3" name="Rectangle 1">
            <a:extLst>
              <a:ext uri="{FF2B5EF4-FFF2-40B4-BE49-F238E27FC236}">
                <a16:creationId xmlns:a16="http://schemas.microsoft.com/office/drawing/2014/main" id="{0E9B0D59-3084-D5BA-88A0-D33BADA639E4}"/>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4" name="Rectangle 1">
            <a:extLst>
              <a:ext uri="{FF2B5EF4-FFF2-40B4-BE49-F238E27FC236}">
                <a16:creationId xmlns:a16="http://schemas.microsoft.com/office/drawing/2014/main" id="{23F2007E-42F7-9440-F3A0-FD42A273BA15}"/>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6" name="Rectangle 5">
            <a:extLst>
              <a:ext uri="{FF2B5EF4-FFF2-40B4-BE49-F238E27FC236}">
                <a16:creationId xmlns:a16="http://schemas.microsoft.com/office/drawing/2014/main" id="{9F5FADB2-91AF-D4FA-A045-82F997FBBD17}"/>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5" name="Rectangle 1">
            <a:extLst>
              <a:ext uri="{FF2B5EF4-FFF2-40B4-BE49-F238E27FC236}">
                <a16:creationId xmlns:a16="http://schemas.microsoft.com/office/drawing/2014/main" id="{E6496D04-2116-A83E-095C-4F80A7E97EC5}"/>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9" name="Rectangle 2">
            <a:extLst>
              <a:ext uri="{FF2B5EF4-FFF2-40B4-BE49-F238E27FC236}">
                <a16:creationId xmlns:a16="http://schemas.microsoft.com/office/drawing/2014/main" id="{3E458D6A-E9DB-1287-7EA5-E23645965E69}"/>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2" name="Rectangle 2">
            <a:extLst>
              <a:ext uri="{FF2B5EF4-FFF2-40B4-BE49-F238E27FC236}">
                <a16:creationId xmlns:a16="http://schemas.microsoft.com/office/drawing/2014/main" id="{FBB22B93-F8CC-6F00-52DE-0350807328D2}"/>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3" name="Rectangle 3">
            <a:extLst>
              <a:ext uri="{FF2B5EF4-FFF2-40B4-BE49-F238E27FC236}">
                <a16:creationId xmlns:a16="http://schemas.microsoft.com/office/drawing/2014/main" id="{18B7A569-70FF-9BCA-F988-F9B46A585DE3}"/>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4" name="Rectangle 4">
            <a:extLst>
              <a:ext uri="{FF2B5EF4-FFF2-40B4-BE49-F238E27FC236}">
                <a16:creationId xmlns:a16="http://schemas.microsoft.com/office/drawing/2014/main" id="{2FCDB2EA-91A1-15F5-FC81-BD234CFC7F07}"/>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19" name="Rectangle 6">
            <a:extLst>
              <a:ext uri="{FF2B5EF4-FFF2-40B4-BE49-F238E27FC236}">
                <a16:creationId xmlns:a16="http://schemas.microsoft.com/office/drawing/2014/main" id="{2F3AD926-407F-EEE3-312F-6508C2090088}"/>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10" name="Rectangle 1">
            <a:extLst>
              <a:ext uri="{FF2B5EF4-FFF2-40B4-BE49-F238E27FC236}">
                <a16:creationId xmlns:a16="http://schemas.microsoft.com/office/drawing/2014/main" id="{1BAFC905-C921-C17F-4371-8676B22A355F}"/>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5" name="Rectangle 2">
            <a:extLst>
              <a:ext uri="{FF2B5EF4-FFF2-40B4-BE49-F238E27FC236}">
                <a16:creationId xmlns:a16="http://schemas.microsoft.com/office/drawing/2014/main" id="{42B2D507-D7C8-F4AC-8B5C-F66E1E45FD4E}"/>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1" name="Rectangle 1">
            <a:extLst>
              <a:ext uri="{FF2B5EF4-FFF2-40B4-BE49-F238E27FC236}">
                <a16:creationId xmlns:a16="http://schemas.microsoft.com/office/drawing/2014/main" id="{84CDB709-48D2-0F17-010F-F9EF0D211656}"/>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8" name="Rectangle 1">
            <a:extLst>
              <a:ext uri="{FF2B5EF4-FFF2-40B4-BE49-F238E27FC236}">
                <a16:creationId xmlns:a16="http://schemas.microsoft.com/office/drawing/2014/main" id="{ECA85013-5870-9A07-4A6E-E04E024EBBA7}"/>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20" name="Rectangle 1">
            <a:extLst>
              <a:ext uri="{FF2B5EF4-FFF2-40B4-BE49-F238E27FC236}">
                <a16:creationId xmlns:a16="http://schemas.microsoft.com/office/drawing/2014/main" id="{DFCAA1DE-8A89-7C46-BA33-77AE98C997BD}"/>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7" name="Rectangle 1">
            <a:extLst>
              <a:ext uri="{FF2B5EF4-FFF2-40B4-BE49-F238E27FC236}">
                <a16:creationId xmlns:a16="http://schemas.microsoft.com/office/drawing/2014/main" id="{9F2B029A-4A48-BE13-D6AE-4679E72AC677}"/>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22" name="Rectangle 1">
            <a:extLst>
              <a:ext uri="{FF2B5EF4-FFF2-40B4-BE49-F238E27FC236}">
                <a16:creationId xmlns:a16="http://schemas.microsoft.com/office/drawing/2014/main" id="{79A0D87F-B56F-BA65-A9E9-B625C6AC5EFE}"/>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6" name="Google Shape;649;p14">
            <a:extLst>
              <a:ext uri="{FF2B5EF4-FFF2-40B4-BE49-F238E27FC236}">
                <a16:creationId xmlns:a16="http://schemas.microsoft.com/office/drawing/2014/main" id="{A645A6C9-F3B9-C199-90B2-EB539ACCC90F}"/>
              </a:ext>
            </a:extLst>
          </p:cNvPr>
          <p:cNvSpPr txBox="1"/>
          <p:nvPr/>
        </p:nvSpPr>
        <p:spPr>
          <a:xfrm>
            <a:off x="685800" y="2313779"/>
            <a:ext cx="10562908" cy="2314673"/>
          </a:xfrm>
          <a:prstGeom prst="rect">
            <a:avLst/>
          </a:prstGeom>
          <a:noFill/>
          <a:ln>
            <a:noFill/>
          </a:ln>
        </p:spPr>
        <p:txBody>
          <a:bodyPr spcFirstLastPara="1" wrap="square" lIns="0" tIns="0" rIns="0" bIns="0" anchor="t" anchorCtr="0">
            <a:spAutoFit/>
          </a:bodyPr>
          <a:lstStyle/>
          <a:p>
            <a:pPr marL="304815" indent="-304815" defTabSz="609630">
              <a:lnSpc>
                <a:spcPct val="139958"/>
              </a:lnSpc>
              <a:buClr>
                <a:srgbClr val="FFFFFF"/>
              </a:buClr>
              <a:buFont typeface="Arial" panose="020B0604020202020204" pitchFamily="34" charset="0"/>
              <a:buChar char="•"/>
            </a:pPr>
            <a:r>
              <a:rPr lang="en-US" sz="1867" i="1" kern="0" dirty="0">
                <a:solidFill>
                  <a:srgbClr val="FFFFFF"/>
                </a:solidFill>
                <a:latin typeface="Roboto Mono"/>
                <a:ea typeface="Roboto Mono"/>
                <a:cs typeface="Arial"/>
                <a:sym typeface="Roboto Mono"/>
              </a:rPr>
              <a:t>However, there are four operators that allow you to </a:t>
            </a:r>
            <a:r>
              <a:rPr lang="en-US" sz="1867" i="1" kern="0" dirty="0">
                <a:solidFill>
                  <a:srgbClr val="8C52FF"/>
                </a:solidFill>
                <a:latin typeface="Roboto Mono"/>
                <a:ea typeface="Roboto Mono"/>
                <a:cs typeface="Arial"/>
                <a:sym typeface="Roboto Mono"/>
              </a:rPr>
              <a:t>manipulate single bits of data</a:t>
            </a:r>
            <a:r>
              <a:rPr lang="en-US" sz="1867" i="1" kern="0" dirty="0">
                <a:solidFill>
                  <a:srgbClr val="FFFFFF"/>
                </a:solidFill>
                <a:latin typeface="Roboto Mono"/>
                <a:ea typeface="Roboto Mono"/>
                <a:cs typeface="Arial"/>
                <a:sym typeface="Roboto Mono"/>
              </a:rPr>
              <a:t>. They are called </a:t>
            </a:r>
            <a:r>
              <a:rPr lang="en-US" sz="1867" i="1" kern="0" dirty="0">
                <a:solidFill>
                  <a:srgbClr val="8C52FF"/>
                </a:solidFill>
                <a:latin typeface="Roboto Mono"/>
                <a:ea typeface="Roboto Mono"/>
                <a:cs typeface="Arial"/>
                <a:sym typeface="Roboto Mono"/>
              </a:rPr>
              <a:t>bitwise operators.</a:t>
            </a:r>
          </a:p>
          <a:p>
            <a:pPr defTabSz="609630" eaLnBrk="0" fontAlgn="base" hangingPunct="0">
              <a:spcBef>
                <a:spcPct val="0"/>
              </a:spcBef>
              <a:spcAft>
                <a:spcPct val="0"/>
              </a:spcAft>
            </a:pPr>
            <a:endParaRPr lang="en-US" altLang="en-US" sz="3600" kern="0" dirty="0">
              <a:solidFill>
                <a:srgbClr val="000000"/>
              </a:solidFill>
              <a:latin typeface="Arial" panose="020B0604020202020204" pitchFamily="34" charset="0"/>
              <a:cs typeface="Arial"/>
              <a:sym typeface="Arial"/>
            </a:endParaRPr>
          </a:p>
          <a:p>
            <a:pPr defTabSz="609630" eaLnBrk="0" fontAlgn="base" hangingPunct="0">
              <a:spcBef>
                <a:spcPct val="0"/>
              </a:spcBef>
              <a:spcAft>
                <a:spcPct val="0"/>
              </a:spcAft>
            </a:pPr>
            <a:endParaRPr lang="en-US" altLang="en-US" sz="3600" kern="0" dirty="0">
              <a:solidFill>
                <a:srgbClr val="000000"/>
              </a:solidFill>
              <a:latin typeface="Arial" panose="020B0604020202020204" pitchFamily="34" charset="0"/>
              <a:cs typeface="Arial"/>
              <a:sym typeface="Arial"/>
            </a:endParaRPr>
          </a:p>
          <a:p>
            <a:pPr marL="304815" indent="-304815" defTabSz="609630">
              <a:lnSpc>
                <a:spcPct val="139958"/>
              </a:lnSpc>
              <a:buClr>
                <a:srgbClr val="FFFFFF"/>
              </a:buClr>
              <a:buFont typeface="Arial" panose="020B0604020202020204" pitchFamily="34" charset="0"/>
              <a:buChar char="•"/>
            </a:pPr>
            <a:endParaRPr lang="en-US" sz="1867" i="1" kern="0" dirty="0">
              <a:solidFill>
                <a:srgbClr val="8C52FF"/>
              </a:solidFill>
              <a:latin typeface="Roboto Mono"/>
              <a:ea typeface="Roboto Mono"/>
              <a:cs typeface="Arial"/>
              <a:sym typeface="Roboto Mono"/>
            </a:endParaRPr>
          </a:p>
        </p:txBody>
      </p:sp>
      <p:sp>
        <p:nvSpPr>
          <p:cNvPr id="18" name="Rectangle 1">
            <a:extLst>
              <a:ext uri="{FF2B5EF4-FFF2-40B4-BE49-F238E27FC236}">
                <a16:creationId xmlns:a16="http://schemas.microsoft.com/office/drawing/2014/main" id="{CC9C2FB1-5121-D52A-F568-1F7755757F03}"/>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23" name="TextBox 22">
            <a:extLst>
              <a:ext uri="{FF2B5EF4-FFF2-40B4-BE49-F238E27FC236}">
                <a16:creationId xmlns:a16="http://schemas.microsoft.com/office/drawing/2014/main" id="{AFED3E92-80A9-9CFD-DC0A-D989CF0F198A}"/>
              </a:ext>
            </a:extLst>
          </p:cNvPr>
          <p:cNvSpPr txBox="1"/>
          <p:nvPr/>
        </p:nvSpPr>
        <p:spPr>
          <a:xfrm>
            <a:off x="2377740" y="3949199"/>
            <a:ext cx="7445829" cy="2554545"/>
          </a:xfrm>
          <a:prstGeom prst="rect">
            <a:avLst/>
          </a:prstGeom>
          <a:noFill/>
        </p:spPr>
        <p:txBody>
          <a:bodyPr wrap="square" rtlCol="0">
            <a:spAutoFit/>
          </a:bodyPr>
          <a:lstStyle/>
          <a:p>
            <a:pPr defTabSz="609630" eaLnBrk="0" fontAlgn="base" hangingPunct="0">
              <a:spcBef>
                <a:spcPct val="0"/>
              </a:spcBef>
              <a:spcAft>
                <a:spcPct val="0"/>
              </a:spcAft>
            </a:pPr>
            <a:r>
              <a:rPr lang="en-US" altLang="en-US" sz="3200" kern="0" dirty="0">
                <a:solidFill>
                  <a:srgbClr val="8C52FF"/>
                </a:solidFill>
                <a:latin typeface="Courier New" panose="02070309020205020404" pitchFamily="49" charset="0"/>
                <a:cs typeface="Courier New" panose="02070309020205020404" pitchFamily="49" charset="0"/>
                <a:sym typeface="Arial"/>
              </a:rPr>
              <a:t>&amp;</a:t>
            </a:r>
            <a:r>
              <a:rPr lang="en-US" altLang="en-US" sz="3200" kern="0" dirty="0">
                <a:solidFill>
                  <a:srgbClr val="8C52FF"/>
                </a:solidFill>
                <a:latin typeface="Open Sans" panose="020B0606030504020204" pitchFamily="34" charset="0"/>
                <a:cs typeface="Open Sans" panose="020B0606030504020204" pitchFamily="34" charset="0"/>
                <a:sym typeface="Arial"/>
              </a:rPr>
              <a:t> (ampersand) - bitwise conjunction;</a:t>
            </a:r>
          </a:p>
          <a:p>
            <a:pPr defTabSz="609630" eaLnBrk="0" fontAlgn="base" hangingPunct="0">
              <a:spcBef>
                <a:spcPct val="0"/>
              </a:spcBef>
              <a:spcAft>
                <a:spcPct val="0"/>
              </a:spcAft>
            </a:pPr>
            <a:r>
              <a:rPr lang="en-US" altLang="en-US" sz="3200" kern="0" dirty="0">
                <a:solidFill>
                  <a:srgbClr val="8C52FF"/>
                </a:solidFill>
                <a:latin typeface="Courier New" panose="02070309020205020404" pitchFamily="49" charset="0"/>
                <a:cs typeface="Courier New" panose="02070309020205020404" pitchFamily="49" charset="0"/>
                <a:sym typeface="Arial"/>
              </a:rPr>
              <a:t>|</a:t>
            </a:r>
            <a:r>
              <a:rPr lang="en-US" altLang="en-US" sz="3200" kern="0" dirty="0">
                <a:solidFill>
                  <a:srgbClr val="8C52FF"/>
                </a:solidFill>
                <a:latin typeface="Open Sans" panose="020B0606030504020204" pitchFamily="34" charset="0"/>
                <a:cs typeface="Open Sans" panose="020B0606030504020204" pitchFamily="34" charset="0"/>
                <a:sym typeface="Arial"/>
              </a:rPr>
              <a:t> (bar) - bitwise disjunction;</a:t>
            </a:r>
          </a:p>
          <a:p>
            <a:pPr defTabSz="609630" eaLnBrk="0" fontAlgn="base" hangingPunct="0">
              <a:spcBef>
                <a:spcPct val="0"/>
              </a:spcBef>
              <a:spcAft>
                <a:spcPct val="0"/>
              </a:spcAft>
            </a:pPr>
            <a:r>
              <a:rPr lang="en-US" altLang="en-US" sz="3200" kern="0" dirty="0">
                <a:solidFill>
                  <a:srgbClr val="8C52FF"/>
                </a:solidFill>
                <a:latin typeface="Courier New" panose="02070309020205020404" pitchFamily="49" charset="0"/>
                <a:cs typeface="Courier New" panose="02070309020205020404" pitchFamily="49" charset="0"/>
                <a:sym typeface="Arial"/>
              </a:rPr>
              <a:t>~</a:t>
            </a:r>
            <a:r>
              <a:rPr lang="en-US" altLang="en-US" sz="3200" kern="0" dirty="0">
                <a:solidFill>
                  <a:srgbClr val="8C52FF"/>
                </a:solidFill>
                <a:latin typeface="Open Sans" panose="020B0606030504020204" pitchFamily="34" charset="0"/>
                <a:cs typeface="Open Sans" panose="020B0606030504020204" pitchFamily="34" charset="0"/>
                <a:sym typeface="Arial"/>
              </a:rPr>
              <a:t> (tilde) - bitwise negation;</a:t>
            </a:r>
          </a:p>
          <a:p>
            <a:pPr defTabSz="609630" eaLnBrk="0" fontAlgn="base" hangingPunct="0">
              <a:spcBef>
                <a:spcPct val="0"/>
              </a:spcBef>
              <a:spcAft>
                <a:spcPct val="0"/>
              </a:spcAft>
            </a:pPr>
            <a:r>
              <a:rPr lang="en-US" altLang="en-US" sz="3200" kern="0" dirty="0">
                <a:solidFill>
                  <a:srgbClr val="8C52FF"/>
                </a:solidFill>
                <a:latin typeface="Courier New" panose="02070309020205020404" pitchFamily="49" charset="0"/>
                <a:cs typeface="Courier New" panose="02070309020205020404" pitchFamily="49" charset="0"/>
                <a:sym typeface="Arial"/>
              </a:rPr>
              <a:t>^</a:t>
            </a:r>
            <a:r>
              <a:rPr lang="en-US" altLang="en-US" sz="3200" kern="0" dirty="0">
                <a:solidFill>
                  <a:srgbClr val="8C52FF"/>
                </a:solidFill>
                <a:latin typeface="Open Sans" panose="020B0606030504020204" pitchFamily="34" charset="0"/>
                <a:cs typeface="Open Sans" panose="020B0606030504020204" pitchFamily="34" charset="0"/>
                <a:sym typeface="Arial"/>
              </a:rPr>
              <a:t> (caret) - bitwise exclusive or (</a:t>
            </a:r>
            <a:r>
              <a:rPr lang="en-US" altLang="en-US" sz="3200" kern="0" dirty="0" err="1">
                <a:solidFill>
                  <a:srgbClr val="8C52FF"/>
                </a:solidFill>
                <a:latin typeface="Open Sans" panose="020B0606030504020204" pitchFamily="34" charset="0"/>
                <a:cs typeface="Open Sans" panose="020B0606030504020204" pitchFamily="34" charset="0"/>
                <a:sym typeface="Arial"/>
              </a:rPr>
              <a:t>xor</a:t>
            </a:r>
            <a:r>
              <a:rPr lang="en-US" altLang="en-US" sz="3200" kern="0" dirty="0">
                <a:solidFill>
                  <a:srgbClr val="8C52FF"/>
                </a:solidFill>
                <a:latin typeface="Open Sans" panose="020B0606030504020204" pitchFamily="34" charset="0"/>
                <a:cs typeface="Open Sans" panose="020B0606030504020204" pitchFamily="34" charset="0"/>
                <a:sym typeface="Arial"/>
              </a:rPr>
              <a:t>).</a:t>
            </a:r>
          </a:p>
          <a:p>
            <a:pPr defTabSz="609630">
              <a:buClr>
                <a:srgbClr val="000000"/>
              </a:buClr>
            </a:pPr>
            <a:endParaRPr lang="en-MY" sz="3200" kern="0" dirty="0">
              <a:solidFill>
                <a:srgbClr val="000000"/>
              </a:solidFill>
              <a:latin typeface="Arial"/>
              <a:cs typeface="Arial"/>
              <a:sym typeface="Arial"/>
            </a:endParaRPr>
          </a:p>
        </p:txBody>
      </p:sp>
    </p:spTree>
    <p:extLst>
      <p:ext uri="{BB962C8B-B14F-4D97-AF65-F5344CB8AC3E}">
        <p14:creationId xmlns:p14="http://schemas.microsoft.com/office/powerpoint/2010/main" val="2613458533"/>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24042" y="217287"/>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a:solidFill>
            <a:schemeClr val="accent1"/>
          </a:solidFill>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60"/>
            <a:ext cx="10722297" cy="886397"/>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4800" kern="0" dirty="0">
                <a:solidFill>
                  <a:srgbClr val="FFFFFF"/>
                </a:solidFill>
                <a:latin typeface="Courier"/>
                <a:cs typeface="Arial"/>
                <a:sym typeface="Courier"/>
              </a:rPr>
              <a:t>Bitwise Operator</a:t>
            </a:r>
            <a:endParaRPr sz="4800"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7" name="Rectangle 1">
            <a:extLst>
              <a:ext uri="{FF2B5EF4-FFF2-40B4-BE49-F238E27FC236}">
                <a16:creationId xmlns:a16="http://schemas.microsoft.com/office/drawing/2014/main" id="{20F41085-CE44-7E37-23E2-A522BDCBBFCD}"/>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3" name="Rectangle 1">
            <a:extLst>
              <a:ext uri="{FF2B5EF4-FFF2-40B4-BE49-F238E27FC236}">
                <a16:creationId xmlns:a16="http://schemas.microsoft.com/office/drawing/2014/main" id="{0E9B0D59-3084-D5BA-88A0-D33BADA639E4}"/>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4" name="Rectangle 1">
            <a:extLst>
              <a:ext uri="{FF2B5EF4-FFF2-40B4-BE49-F238E27FC236}">
                <a16:creationId xmlns:a16="http://schemas.microsoft.com/office/drawing/2014/main" id="{23F2007E-42F7-9440-F3A0-FD42A273BA15}"/>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6" name="Rectangle 5">
            <a:extLst>
              <a:ext uri="{FF2B5EF4-FFF2-40B4-BE49-F238E27FC236}">
                <a16:creationId xmlns:a16="http://schemas.microsoft.com/office/drawing/2014/main" id="{9F5FADB2-91AF-D4FA-A045-82F997FBBD17}"/>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5" name="Rectangle 1">
            <a:extLst>
              <a:ext uri="{FF2B5EF4-FFF2-40B4-BE49-F238E27FC236}">
                <a16:creationId xmlns:a16="http://schemas.microsoft.com/office/drawing/2014/main" id="{E6496D04-2116-A83E-095C-4F80A7E97EC5}"/>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9" name="Rectangle 2">
            <a:extLst>
              <a:ext uri="{FF2B5EF4-FFF2-40B4-BE49-F238E27FC236}">
                <a16:creationId xmlns:a16="http://schemas.microsoft.com/office/drawing/2014/main" id="{3E458D6A-E9DB-1287-7EA5-E23645965E69}"/>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2" name="Rectangle 2">
            <a:extLst>
              <a:ext uri="{FF2B5EF4-FFF2-40B4-BE49-F238E27FC236}">
                <a16:creationId xmlns:a16="http://schemas.microsoft.com/office/drawing/2014/main" id="{FBB22B93-F8CC-6F00-52DE-0350807328D2}"/>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3" name="Rectangle 3">
            <a:extLst>
              <a:ext uri="{FF2B5EF4-FFF2-40B4-BE49-F238E27FC236}">
                <a16:creationId xmlns:a16="http://schemas.microsoft.com/office/drawing/2014/main" id="{18B7A569-70FF-9BCA-F988-F9B46A585DE3}"/>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4" name="Rectangle 4">
            <a:extLst>
              <a:ext uri="{FF2B5EF4-FFF2-40B4-BE49-F238E27FC236}">
                <a16:creationId xmlns:a16="http://schemas.microsoft.com/office/drawing/2014/main" id="{2FCDB2EA-91A1-15F5-FC81-BD234CFC7F07}"/>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19" name="Rectangle 6">
            <a:extLst>
              <a:ext uri="{FF2B5EF4-FFF2-40B4-BE49-F238E27FC236}">
                <a16:creationId xmlns:a16="http://schemas.microsoft.com/office/drawing/2014/main" id="{2F3AD926-407F-EEE3-312F-6508C2090088}"/>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10" name="Rectangle 1">
            <a:extLst>
              <a:ext uri="{FF2B5EF4-FFF2-40B4-BE49-F238E27FC236}">
                <a16:creationId xmlns:a16="http://schemas.microsoft.com/office/drawing/2014/main" id="{1BAFC905-C921-C17F-4371-8676B22A355F}"/>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5" name="Rectangle 2">
            <a:extLst>
              <a:ext uri="{FF2B5EF4-FFF2-40B4-BE49-F238E27FC236}">
                <a16:creationId xmlns:a16="http://schemas.microsoft.com/office/drawing/2014/main" id="{42B2D507-D7C8-F4AC-8B5C-F66E1E45FD4E}"/>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1" name="Rectangle 1">
            <a:extLst>
              <a:ext uri="{FF2B5EF4-FFF2-40B4-BE49-F238E27FC236}">
                <a16:creationId xmlns:a16="http://schemas.microsoft.com/office/drawing/2014/main" id="{84CDB709-48D2-0F17-010F-F9EF0D211656}"/>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8" name="Rectangle 1">
            <a:extLst>
              <a:ext uri="{FF2B5EF4-FFF2-40B4-BE49-F238E27FC236}">
                <a16:creationId xmlns:a16="http://schemas.microsoft.com/office/drawing/2014/main" id="{ECA85013-5870-9A07-4A6E-E04E024EBBA7}"/>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20" name="Rectangle 1">
            <a:extLst>
              <a:ext uri="{FF2B5EF4-FFF2-40B4-BE49-F238E27FC236}">
                <a16:creationId xmlns:a16="http://schemas.microsoft.com/office/drawing/2014/main" id="{DFCAA1DE-8A89-7C46-BA33-77AE98C997BD}"/>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7" name="Rectangle 1">
            <a:extLst>
              <a:ext uri="{FF2B5EF4-FFF2-40B4-BE49-F238E27FC236}">
                <a16:creationId xmlns:a16="http://schemas.microsoft.com/office/drawing/2014/main" id="{9F2B029A-4A48-BE13-D6AE-4679E72AC677}"/>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22" name="Rectangle 1">
            <a:extLst>
              <a:ext uri="{FF2B5EF4-FFF2-40B4-BE49-F238E27FC236}">
                <a16:creationId xmlns:a16="http://schemas.microsoft.com/office/drawing/2014/main" id="{79A0D87F-B56F-BA65-A9E9-B625C6AC5EFE}"/>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18" name="Rectangle 1">
            <a:extLst>
              <a:ext uri="{FF2B5EF4-FFF2-40B4-BE49-F238E27FC236}">
                <a16:creationId xmlns:a16="http://schemas.microsoft.com/office/drawing/2014/main" id="{CC9C2FB1-5121-D52A-F568-1F7755757F03}"/>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pic>
        <p:nvPicPr>
          <p:cNvPr id="24" name="Picture 23" descr="A screenshot of a computer&#10;&#10;Description automatically generated">
            <a:extLst>
              <a:ext uri="{FF2B5EF4-FFF2-40B4-BE49-F238E27FC236}">
                <a16:creationId xmlns:a16="http://schemas.microsoft.com/office/drawing/2014/main" id="{46B7218B-B2D1-CC39-8822-1E74300749F1}"/>
              </a:ext>
            </a:extLst>
          </p:cNvPr>
          <p:cNvPicPr>
            <a:picLocks noChangeAspect="1"/>
          </p:cNvPicPr>
          <p:nvPr/>
        </p:nvPicPr>
        <p:blipFill>
          <a:blip r:embed="rId3"/>
          <a:stretch>
            <a:fillRect/>
          </a:stretch>
        </p:blipFill>
        <p:spPr>
          <a:xfrm>
            <a:off x="3048622" y="2453080"/>
            <a:ext cx="6482849" cy="2467353"/>
          </a:xfrm>
          <a:prstGeom prst="rect">
            <a:avLst/>
          </a:prstGeom>
        </p:spPr>
      </p:pic>
      <p:sp>
        <p:nvSpPr>
          <p:cNvPr id="25" name="Rectangle 1">
            <a:extLst>
              <a:ext uri="{FF2B5EF4-FFF2-40B4-BE49-F238E27FC236}">
                <a16:creationId xmlns:a16="http://schemas.microsoft.com/office/drawing/2014/main" id="{75450D93-33B9-D9E6-4681-EC99E0081995}"/>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26" name="TextBox 25">
            <a:extLst>
              <a:ext uri="{FF2B5EF4-FFF2-40B4-BE49-F238E27FC236}">
                <a16:creationId xmlns:a16="http://schemas.microsoft.com/office/drawing/2014/main" id="{335B6D86-33C5-8772-3EC6-82A0C7E52E3E}"/>
              </a:ext>
            </a:extLst>
          </p:cNvPr>
          <p:cNvSpPr txBox="1"/>
          <p:nvPr/>
        </p:nvSpPr>
        <p:spPr>
          <a:xfrm>
            <a:off x="2405728" y="4840179"/>
            <a:ext cx="9165772" cy="2308324"/>
          </a:xfrm>
          <a:prstGeom prst="rect">
            <a:avLst/>
          </a:prstGeom>
          <a:noFill/>
        </p:spPr>
        <p:txBody>
          <a:bodyPr wrap="square" rtlCol="0">
            <a:spAutoFit/>
          </a:bodyPr>
          <a:lstStyle/>
          <a:p>
            <a:pPr defTabSz="609630" eaLnBrk="0" fontAlgn="base" hangingPunct="0">
              <a:spcBef>
                <a:spcPct val="0"/>
              </a:spcBef>
              <a:spcAft>
                <a:spcPct val="0"/>
              </a:spcAft>
            </a:pPr>
            <a:endParaRPr lang="en-US" altLang="en-US" sz="2400" kern="0" dirty="0">
              <a:solidFill>
                <a:srgbClr val="FFFFFF"/>
              </a:solidFill>
              <a:latin typeface="Arial" panose="020B0604020202020204" pitchFamily="34" charset="0"/>
              <a:cs typeface="Arial"/>
              <a:sym typeface="Arial"/>
            </a:endParaRPr>
          </a:p>
          <a:p>
            <a:pPr defTabSz="609630" eaLnBrk="0" fontAlgn="base" hangingPunct="0">
              <a:spcBef>
                <a:spcPct val="0"/>
              </a:spcBef>
              <a:spcAft>
                <a:spcPct val="0"/>
              </a:spcAft>
            </a:pPr>
            <a:r>
              <a:rPr lang="en-US" altLang="en-US" sz="2400" kern="0" dirty="0">
                <a:solidFill>
                  <a:srgbClr val="FFFFFF"/>
                </a:solidFill>
                <a:latin typeface="Courier New" panose="02070309020205020404" pitchFamily="49" charset="0"/>
                <a:cs typeface="Courier New" panose="02070309020205020404" pitchFamily="49" charset="0"/>
                <a:sym typeface="Arial"/>
              </a:rPr>
              <a:t>&amp;</a:t>
            </a:r>
            <a:r>
              <a:rPr lang="en-US" altLang="en-US" sz="2400" kern="0" dirty="0">
                <a:solidFill>
                  <a:srgbClr val="FFFFFF"/>
                </a:solidFill>
                <a:latin typeface="Open Sans" panose="020B0606030504020204" pitchFamily="34" charset="0"/>
                <a:cs typeface="Open Sans" panose="020B0606030504020204" pitchFamily="34" charset="0"/>
                <a:sym typeface="Arial"/>
              </a:rPr>
              <a:t> requires exactly two </a:t>
            </a:r>
            <a:r>
              <a:rPr lang="en-US" altLang="en-US" sz="2400" kern="0" dirty="0">
                <a:solidFill>
                  <a:srgbClr val="FFFFFF"/>
                </a:solidFill>
                <a:latin typeface="Courier New" panose="02070309020205020404" pitchFamily="49" charset="0"/>
                <a:cs typeface="Courier New" panose="02070309020205020404" pitchFamily="49" charset="0"/>
                <a:sym typeface="Arial"/>
              </a:rPr>
              <a:t>1</a:t>
            </a:r>
            <a:r>
              <a:rPr lang="en-US" altLang="en-US" sz="2400" kern="0" dirty="0">
                <a:solidFill>
                  <a:srgbClr val="FFFFFF"/>
                </a:solidFill>
                <a:latin typeface="Open Sans" panose="020B0606030504020204" pitchFamily="34" charset="0"/>
                <a:cs typeface="Open Sans" panose="020B0606030504020204" pitchFamily="34" charset="0"/>
                <a:sym typeface="Arial"/>
              </a:rPr>
              <a:t>s to provide </a:t>
            </a:r>
            <a:r>
              <a:rPr lang="en-US" altLang="en-US" sz="2400" kern="0" dirty="0">
                <a:solidFill>
                  <a:srgbClr val="FFFFFF"/>
                </a:solidFill>
                <a:latin typeface="Courier New" panose="02070309020205020404" pitchFamily="49" charset="0"/>
                <a:cs typeface="Courier New" panose="02070309020205020404" pitchFamily="49" charset="0"/>
                <a:sym typeface="Arial"/>
              </a:rPr>
              <a:t>1</a:t>
            </a:r>
            <a:r>
              <a:rPr lang="en-US" altLang="en-US" sz="2400" kern="0" dirty="0">
                <a:solidFill>
                  <a:srgbClr val="FFFFFF"/>
                </a:solidFill>
                <a:latin typeface="Open Sans" panose="020B0606030504020204" pitchFamily="34" charset="0"/>
                <a:cs typeface="Open Sans" panose="020B0606030504020204" pitchFamily="34" charset="0"/>
                <a:sym typeface="Arial"/>
              </a:rPr>
              <a:t> as the result;</a:t>
            </a:r>
          </a:p>
          <a:p>
            <a:pPr defTabSz="609630" eaLnBrk="0" fontAlgn="base" hangingPunct="0">
              <a:spcBef>
                <a:spcPct val="0"/>
              </a:spcBef>
              <a:spcAft>
                <a:spcPct val="0"/>
              </a:spcAft>
            </a:pPr>
            <a:r>
              <a:rPr lang="en-US" altLang="en-US" sz="2400" kern="0" dirty="0">
                <a:solidFill>
                  <a:srgbClr val="FFFFFF"/>
                </a:solidFill>
                <a:latin typeface="Courier New" panose="02070309020205020404" pitchFamily="49" charset="0"/>
                <a:cs typeface="Courier New" panose="02070309020205020404" pitchFamily="49" charset="0"/>
                <a:sym typeface="Arial"/>
              </a:rPr>
              <a:t>|</a:t>
            </a:r>
            <a:r>
              <a:rPr lang="en-US" altLang="en-US" sz="2400" kern="0" dirty="0">
                <a:solidFill>
                  <a:srgbClr val="FFFFFF"/>
                </a:solidFill>
                <a:latin typeface="Open Sans" panose="020B0606030504020204" pitchFamily="34" charset="0"/>
                <a:cs typeface="Open Sans" panose="020B0606030504020204" pitchFamily="34" charset="0"/>
                <a:sym typeface="Arial"/>
              </a:rPr>
              <a:t> requires at least one </a:t>
            </a:r>
            <a:r>
              <a:rPr lang="en-US" altLang="en-US" sz="2400" kern="0" dirty="0">
                <a:solidFill>
                  <a:srgbClr val="FFFFFF"/>
                </a:solidFill>
                <a:latin typeface="Courier New" panose="02070309020205020404" pitchFamily="49" charset="0"/>
                <a:cs typeface="Courier New" panose="02070309020205020404" pitchFamily="49" charset="0"/>
                <a:sym typeface="Arial"/>
              </a:rPr>
              <a:t>1</a:t>
            </a:r>
            <a:r>
              <a:rPr lang="en-US" altLang="en-US" sz="2400" kern="0" dirty="0">
                <a:solidFill>
                  <a:srgbClr val="FFFFFF"/>
                </a:solidFill>
                <a:latin typeface="Open Sans" panose="020B0606030504020204" pitchFamily="34" charset="0"/>
                <a:cs typeface="Open Sans" panose="020B0606030504020204" pitchFamily="34" charset="0"/>
                <a:sym typeface="Arial"/>
              </a:rPr>
              <a:t> to provide </a:t>
            </a:r>
            <a:r>
              <a:rPr lang="en-US" altLang="en-US" sz="2400" kern="0" dirty="0">
                <a:solidFill>
                  <a:srgbClr val="FFFFFF"/>
                </a:solidFill>
                <a:latin typeface="Courier New" panose="02070309020205020404" pitchFamily="49" charset="0"/>
                <a:cs typeface="Courier New" panose="02070309020205020404" pitchFamily="49" charset="0"/>
                <a:sym typeface="Arial"/>
              </a:rPr>
              <a:t>1</a:t>
            </a:r>
            <a:r>
              <a:rPr lang="en-US" altLang="en-US" sz="2400" kern="0" dirty="0">
                <a:solidFill>
                  <a:srgbClr val="FFFFFF"/>
                </a:solidFill>
                <a:latin typeface="Open Sans" panose="020B0606030504020204" pitchFamily="34" charset="0"/>
                <a:cs typeface="Open Sans" panose="020B0606030504020204" pitchFamily="34" charset="0"/>
                <a:sym typeface="Arial"/>
              </a:rPr>
              <a:t> as the result;</a:t>
            </a:r>
          </a:p>
          <a:p>
            <a:pPr defTabSz="609630" eaLnBrk="0" fontAlgn="base" hangingPunct="0">
              <a:spcBef>
                <a:spcPct val="0"/>
              </a:spcBef>
              <a:spcAft>
                <a:spcPct val="0"/>
              </a:spcAft>
            </a:pPr>
            <a:r>
              <a:rPr lang="en-US" altLang="en-US" sz="2400" kern="0" dirty="0">
                <a:solidFill>
                  <a:srgbClr val="FFFFFF"/>
                </a:solidFill>
                <a:latin typeface="Courier New" panose="02070309020205020404" pitchFamily="49" charset="0"/>
                <a:cs typeface="Courier New" panose="02070309020205020404" pitchFamily="49" charset="0"/>
                <a:sym typeface="Arial"/>
              </a:rPr>
              <a:t>^</a:t>
            </a:r>
            <a:r>
              <a:rPr lang="en-US" altLang="en-US" sz="2400" kern="0" dirty="0">
                <a:solidFill>
                  <a:srgbClr val="FFFFFF"/>
                </a:solidFill>
                <a:latin typeface="Open Sans" panose="020B0606030504020204" pitchFamily="34" charset="0"/>
                <a:cs typeface="Open Sans" panose="020B0606030504020204" pitchFamily="34" charset="0"/>
                <a:sym typeface="Arial"/>
              </a:rPr>
              <a:t> requires exactly one </a:t>
            </a:r>
            <a:r>
              <a:rPr lang="en-US" altLang="en-US" sz="2400" kern="0" dirty="0">
                <a:solidFill>
                  <a:srgbClr val="FFFFFF"/>
                </a:solidFill>
                <a:latin typeface="Courier New" panose="02070309020205020404" pitchFamily="49" charset="0"/>
                <a:cs typeface="Courier New" panose="02070309020205020404" pitchFamily="49" charset="0"/>
                <a:sym typeface="Arial"/>
              </a:rPr>
              <a:t>1</a:t>
            </a:r>
            <a:r>
              <a:rPr lang="en-US" altLang="en-US" sz="2400" kern="0" dirty="0">
                <a:solidFill>
                  <a:srgbClr val="FFFFFF"/>
                </a:solidFill>
                <a:latin typeface="Open Sans" panose="020B0606030504020204" pitchFamily="34" charset="0"/>
                <a:cs typeface="Open Sans" panose="020B0606030504020204" pitchFamily="34" charset="0"/>
                <a:sym typeface="Arial"/>
              </a:rPr>
              <a:t> to provide </a:t>
            </a:r>
            <a:r>
              <a:rPr lang="en-US" altLang="en-US" sz="2400" kern="0" dirty="0">
                <a:solidFill>
                  <a:srgbClr val="FFFFFF"/>
                </a:solidFill>
                <a:latin typeface="Courier New" panose="02070309020205020404" pitchFamily="49" charset="0"/>
                <a:cs typeface="Courier New" panose="02070309020205020404" pitchFamily="49" charset="0"/>
                <a:sym typeface="Arial"/>
              </a:rPr>
              <a:t>1</a:t>
            </a:r>
            <a:r>
              <a:rPr lang="en-US" altLang="en-US" sz="2400" kern="0" dirty="0">
                <a:solidFill>
                  <a:srgbClr val="FFFFFF"/>
                </a:solidFill>
                <a:latin typeface="Open Sans" panose="020B0606030504020204" pitchFamily="34" charset="0"/>
                <a:cs typeface="Open Sans" panose="020B0606030504020204" pitchFamily="34" charset="0"/>
                <a:sym typeface="Arial"/>
              </a:rPr>
              <a:t> as the result.</a:t>
            </a:r>
          </a:p>
          <a:p>
            <a:pPr defTabSz="609630" eaLnBrk="0" fontAlgn="base" hangingPunct="0">
              <a:spcBef>
                <a:spcPct val="0"/>
              </a:spcBef>
              <a:spcAft>
                <a:spcPct val="0"/>
              </a:spcAft>
            </a:pPr>
            <a:endParaRPr lang="en-US" altLang="en-US" sz="2400" kern="0" dirty="0">
              <a:solidFill>
                <a:srgbClr val="FFFFFF"/>
              </a:solidFill>
              <a:latin typeface="Arial" panose="020B0604020202020204" pitchFamily="34" charset="0"/>
              <a:cs typeface="Arial"/>
              <a:sym typeface="Arial"/>
            </a:endParaRPr>
          </a:p>
          <a:p>
            <a:pPr defTabSz="609630">
              <a:buClr>
                <a:srgbClr val="000000"/>
              </a:buClr>
            </a:pPr>
            <a:endParaRPr lang="en-MY" sz="2400" kern="0" dirty="0">
              <a:solidFill>
                <a:srgbClr val="FFFFFF"/>
              </a:solidFill>
              <a:latin typeface="Arial"/>
              <a:cs typeface="Arial"/>
              <a:sym typeface="Arial"/>
            </a:endParaRPr>
          </a:p>
        </p:txBody>
      </p:sp>
    </p:spTree>
    <p:extLst>
      <p:ext uri="{BB962C8B-B14F-4D97-AF65-F5344CB8AC3E}">
        <p14:creationId xmlns:p14="http://schemas.microsoft.com/office/powerpoint/2010/main" val="2232313565"/>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24042" y="217287"/>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a:solidFill>
            <a:schemeClr val="accent1"/>
          </a:solidFill>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60"/>
            <a:ext cx="10722297" cy="886397"/>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4800" kern="0" dirty="0">
                <a:solidFill>
                  <a:srgbClr val="FFFFFF"/>
                </a:solidFill>
                <a:latin typeface="Courier"/>
                <a:cs typeface="Arial"/>
                <a:sym typeface="Courier"/>
              </a:rPr>
              <a:t>Bitwise Operator</a:t>
            </a:r>
            <a:endParaRPr sz="4800"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7" name="Rectangle 1">
            <a:extLst>
              <a:ext uri="{FF2B5EF4-FFF2-40B4-BE49-F238E27FC236}">
                <a16:creationId xmlns:a16="http://schemas.microsoft.com/office/drawing/2014/main" id="{20F41085-CE44-7E37-23E2-A522BDCBBFCD}"/>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3" name="Rectangle 1">
            <a:extLst>
              <a:ext uri="{FF2B5EF4-FFF2-40B4-BE49-F238E27FC236}">
                <a16:creationId xmlns:a16="http://schemas.microsoft.com/office/drawing/2014/main" id="{0E9B0D59-3084-D5BA-88A0-D33BADA639E4}"/>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4" name="Rectangle 1">
            <a:extLst>
              <a:ext uri="{FF2B5EF4-FFF2-40B4-BE49-F238E27FC236}">
                <a16:creationId xmlns:a16="http://schemas.microsoft.com/office/drawing/2014/main" id="{23F2007E-42F7-9440-F3A0-FD42A273BA15}"/>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6" name="Rectangle 5">
            <a:extLst>
              <a:ext uri="{FF2B5EF4-FFF2-40B4-BE49-F238E27FC236}">
                <a16:creationId xmlns:a16="http://schemas.microsoft.com/office/drawing/2014/main" id="{9F5FADB2-91AF-D4FA-A045-82F997FBBD17}"/>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5" name="Rectangle 1">
            <a:extLst>
              <a:ext uri="{FF2B5EF4-FFF2-40B4-BE49-F238E27FC236}">
                <a16:creationId xmlns:a16="http://schemas.microsoft.com/office/drawing/2014/main" id="{E6496D04-2116-A83E-095C-4F80A7E97EC5}"/>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9" name="Rectangle 2">
            <a:extLst>
              <a:ext uri="{FF2B5EF4-FFF2-40B4-BE49-F238E27FC236}">
                <a16:creationId xmlns:a16="http://schemas.microsoft.com/office/drawing/2014/main" id="{3E458D6A-E9DB-1287-7EA5-E23645965E69}"/>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2" name="Rectangle 2">
            <a:extLst>
              <a:ext uri="{FF2B5EF4-FFF2-40B4-BE49-F238E27FC236}">
                <a16:creationId xmlns:a16="http://schemas.microsoft.com/office/drawing/2014/main" id="{FBB22B93-F8CC-6F00-52DE-0350807328D2}"/>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3" name="Rectangle 3">
            <a:extLst>
              <a:ext uri="{FF2B5EF4-FFF2-40B4-BE49-F238E27FC236}">
                <a16:creationId xmlns:a16="http://schemas.microsoft.com/office/drawing/2014/main" id="{18B7A569-70FF-9BCA-F988-F9B46A585DE3}"/>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4" name="Rectangle 4">
            <a:extLst>
              <a:ext uri="{FF2B5EF4-FFF2-40B4-BE49-F238E27FC236}">
                <a16:creationId xmlns:a16="http://schemas.microsoft.com/office/drawing/2014/main" id="{2FCDB2EA-91A1-15F5-FC81-BD234CFC7F07}"/>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19" name="Rectangle 6">
            <a:extLst>
              <a:ext uri="{FF2B5EF4-FFF2-40B4-BE49-F238E27FC236}">
                <a16:creationId xmlns:a16="http://schemas.microsoft.com/office/drawing/2014/main" id="{2F3AD926-407F-EEE3-312F-6508C2090088}"/>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10" name="Rectangle 1">
            <a:extLst>
              <a:ext uri="{FF2B5EF4-FFF2-40B4-BE49-F238E27FC236}">
                <a16:creationId xmlns:a16="http://schemas.microsoft.com/office/drawing/2014/main" id="{1BAFC905-C921-C17F-4371-8676B22A355F}"/>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5" name="Rectangle 2">
            <a:extLst>
              <a:ext uri="{FF2B5EF4-FFF2-40B4-BE49-F238E27FC236}">
                <a16:creationId xmlns:a16="http://schemas.microsoft.com/office/drawing/2014/main" id="{42B2D507-D7C8-F4AC-8B5C-F66E1E45FD4E}"/>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1" name="Rectangle 1">
            <a:extLst>
              <a:ext uri="{FF2B5EF4-FFF2-40B4-BE49-F238E27FC236}">
                <a16:creationId xmlns:a16="http://schemas.microsoft.com/office/drawing/2014/main" id="{84CDB709-48D2-0F17-010F-F9EF0D211656}"/>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8" name="Rectangle 1">
            <a:extLst>
              <a:ext uri="{FF2B5EF4-FFF2-40B4-BE49-F238E27FC236}">
                <a16:creationId xmlns:a16="http://schemas.microsoft.com/office/drawing/2014/main" id="{ECA85013-5870-9A07-4A6E-E04E024EBBA7}"/>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20" name="Rectangle 1">
            <a:extLst>
              <a:ext uri="{FF2B5EF4-FFF2-40B4-BE49-F238E27FC236}">
                <a16:creationId xmlns:a16="http://schemas.microsoft.com/office/drawing/2014/main" id="{DFCAA1DE-8A89-7C46-BA33-77AE98C997BD}"/>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7" name="Rectangle 1">
            <a:extLst>
              <a:ext uri="{FF2B5EF4-FFF2-40B4-BE49-F238E27FC236}">
                <a16:creationId xmlns:a16="http://schemas.microsoft.com/office/drawing/2014/main" id="{9F2B029A-4A48-BE13-D6AE-4679E72AC677}"/>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22" name="Rectangle 1">
            <a:extLst>
              <a:ext uri="{FF2B5EF4-FFF2-40B4-BE49-F238E27FC236}">
                <a16:creationId xmlns:a16="http://schemas.microsoft.com/office/drawing/2014/main" id="{79A0D87F-B56F-BA65-A9E9-B625C6AC5EFE}"/>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18" name="Rectangle 1">
            <a:extLst>
              <a:ext uri="{FF2B5EF4-FFF2-40B4-BE49-F238E27FC236}">
                <a16:creationId xmlns:a16="http://schemas.microsoft.com/office/drawing/2014/main" id="{CC9C2FB1-5121-D52A-F568-1F7755757F03}"/>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25" name="Rectangle 1">
            <a:extLst>
              <a:ext uri="{FF2B5EF4-FFF2-40B4-BE49-F238E27FC236}">
                <a16:creationId xmlns:a16="http://schemas.microsoft.com/office/drawing/2014/main" id="{75450D93-33B9-D9E6-4681-EC99E0081995}"/>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pic>
        <p:nvPicPr>
          <p:cNvPr id="21" name="Picture 20" descr="A screenshot of a computer&#10;&#10;Description automatically generated">
            <a:extLst>
              <a:ext uri="{FF2B5EF4-FFF2-40B4-BE49-F238E27FC236}">
                <a16:creationId xmlns:a16="http://schemas.microsoft.com/office/drawing/2014/main" id="{9499098B-70FA-D041-8203-2CB2AFD07594}"/>
              </a:ext>
            </a:extLst>
          </p:cNvPr>
          <p:cNvPicPr>
            <a:picLocks noChangeAspect="1"/>
          </p:cNvPicPr>
          <p:nvPr/>
        </p:nvPicPr>
        <p:blipFill>
          <a:blip r:embed="rId3"/>
          <a:stretch>
            <a:fillRect/>
          </a:stretch>
        </p:blipFill>
        <p:spPr>
          <a:xfrm>
            <a:off x="2804346" y="2555172"/>
            <a:ext cx="6573997" cy="2912869"/>
          </a:xfrm>
          <a:prstGeom prst="rect">
            <a:avLst/>
          </a:prstGeom>
        </p:spPr>
      </p:pic>
    </p:spTree>
    <p:extLst>
      <p:ext uri="{BB962C8B-B14F-4D97-AF65-F5344CB8AC3E}">
        <p14:creationId xmlns:p14="http://schemas.microsoft.com/office/powerpoint/2010/main" val="3613513613"/>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24042" y="217287"/>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a:solidFill>
            <a:schemeClr val="accent1"/>
          </a:solidFill>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60"/>
            <a:ext cx="10722297" cy="886397"/>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4800" kern="0" dirty="0">
                <a:solidFill>
                  <a:srgbClr val="FFFFFF"/>
                </a:solidFill>
                <a:latin typeface="Courier"/>
                <a:cs typeface="Arial"/>
                <a:sym typeface="Courier"/>
              </a:rPr>
              <a:t>Bitwise Operator</a:t>
            </a:r>
            <a:endParaRPr sz="4800"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7" name="Rectangle 1">
            <a:extLst>
              <a:ext uri="{FF2B5EF4-FFF2-40B4-BE49-F238E27FC236}">
                <a16:creationId xmlns:a16="http://schemas.microsoft.com/office/drawing/2014/main" id="{20F41085-CE44-7E37-23E2-A522BDCBBFCD}"/>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3" name="Rectangle 1">
            <a:extLst>
              <a:ext uri="{FF2B5EF4-FFF2-40B4-BE49-F238E27FC236}">
                <a16:creationId xmlns:a16="http://schemas.microsoft.com/office/drawing/2014/main" id="{0E9B0D59-3084-D5BA-88A0-D33BADA639E4}"/>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4" name="Rectangle 1">
            <a:extLst>
              <a:ext uri="{FF2B5EF4-FFF2-40B4-BE49-F238E27FC236}">
                <a16:creationId xmlns:a16="http://schemas.microsoft.com/office/drawing/2014/main" id="{23F2007E-42F7-9440-F3A0-FD42A273BA15}"/>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6" name="Rectangle 5">
            <a:extLst>
              <a:ext uri="{FF2B5EF4-FFF2-40B4-BE49-F238E27FC236}">
                <a16:creationId xmlns:a16="http://schemas.microsoft.com/office/drawing/2014/main" id="{9F5FADB2-91AF-D4FA-A045-82F997FBBD17}"/>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5" name="Rectangle 1">
            <a:extLst>
              <a:ext uri="{FF2B5EF4-FFF2-40B4-BE49-F238E27FC236}">
                <a16:creationId xmlns:a16="http://schemas.microsoft.com/office/drawing/2014/main" id="{E6496D04-2116-A83E-095C-4F80A7E97EC5}"/>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9" name="Rectangle 2">
            <a:extLst>
              <a:ext uri="{FF2B5EF4-FFF2-40B4-BE49-F238E27FC236}">
                <a16:creationId xmlns:a16="http://schemas.microsoft.com/office/drawing/2014/main" id="{3E458D6A-E9DB-1287-7EA5-E23645965E69}"/>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2" name="Rectangle 2">
            <a:extLst>
              <a:ext uri="{FF2B5EF4-FFF2-40B4-BE49-F238E27FC236}">
                <a16:creationId xmlns:a16="http://schemas.microsoft.com/office/drawing/2014/main" id="{FBB22B93-F8CC-6F00-52DE-0350807328D2}"/>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3" name="Rectangle 3">
            <a:extLst>
              <a:ext uri="{FF2B5EF4-FFF2-40B4-BE49-F238E27FC236}">
                <a16:creationId xmlns:a16="http://schemas.microsoft.com/office/drawing/2014/main" id="{18B7A569-70FF-9BCA-F988-F9B46A585DE3}"/>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4" name="Rectangle 4">
            <a:extLst>
              <a:ext uri="{FF2B5EF4-FFF2-40B4-BE49-F238E27FC236}">
                <a16:creationId xmlns:a16="http://schemas.microsoft.com/office/drawing/2014/main" id="{2FCDB2EA-91A1-15F5-FC81-BD234CFC7F07}"/>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19" name="Rectangle 6">
            <a:extLst>
              <a:ext uri="{FF2B5EF4-FFF2-40B4-BE49-F238E27FC236}">
                <a16:creationId xmlns:a16="http://schemas.microsoft.com/office/drawing/2014/main" id="{2F3AD926-407F-EEE3-312F-6508C2090088}"/>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10" name="Rectangle 1">
            <a:extLst>
              <a:ext uri="{FF2B5EF4-FFF2-40B4-BE49-F238E27FC236}">
                <a16:creationId xmlns:a16="http://schemas.microsoft.com/office/drawing/2014/main" id="{1BAFC905-C921-C17F-4371-8676B22A355F}"/>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5" name="Rectangle 2">
            <a:extLst>
              <a:ext uri="{FF2B5EF4-FFF2-40B4-BE49-F238E27FC236}">
                <a16:creationId xmlns:a16="http://schemas.microsoft.com/office/drawing/2014/main" id="{42B2D507-D7C8-F4AC-8B5C-F66E1E45FD4E}"/>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1" name="Rectangle 1">
            <a:extLst>
              <a:ext uri="{FF2B5EF4-FFF2-40B4-BE49-F238E27FC236}">
                <a16:creationId xmlns:a16="http://schemas.microsoft.com/office/drawing/2014/main" id="{84CDB709-48D2-0F17-010F-F9EF0D211656}"/>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8" name="Rectangle 1">
            <a:extLst>
              <a:ext uri="{FF2B5EF4-FFF2-40B4-BE49-F238E27FC236}">
                <a16:creationId xmlns:a16="http://schemas.microsoft.com/office/drawing/2014/main" id="{ECA85013-5870-9A07-4A6E-E04E024EBBA7}"/>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20" name="Rectangle 1">
            <a:extLst>
              <a:ext uri="{FF2B5EF4-FFF2-40B4-BE49-F238E27FC236}">
                <a16:creationId xmlns:a16="http://schemas.microsoft.com/office/drawing/2014/main" id="{DFCAA1DE-8A89-7C46-BA33-77AE98C997BD}"/>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7" name="Rectangle 1">
            <a:extLst>
              <a:ext uri="{FF2B5EF4-FFF2-40B4-BE49-F238E27FC236}">
                <a16:creationId xmlns:a16="http://schemas.microsoft.com/office/drawing/2014/main" id="{9F2B029A-4A48-BE13-D6AE-4679E72AC677}"/>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22" name="Rectangle 1">
            <a:extLst>
              <a:ext uri="{FF2B5EF4-FFF2-40B4-BE49-F238E27FC236}">
                <a16:creationId xmlns:a16="http://schemas.microsoft.com/office/drawing/2014/main" id="{79A0D87F-B56F-BA65-A9E9-B625C6AC5EFE}"/>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18" name="Rectangle 1">
            <a:extLst>
              <a:ext uri="{FF2B5EF4-FFF2-40B4-BE49-F238E27FC236}">
                <a16:creationId xmlns:a16="http://schemas.microsoft.com/office/drawing/2014/main" id="{CC9C2FB1-5121-D52A-F568-1F7755757F03}"/>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25" name="Rectangle 1">
            <a:extLst>
              <a:ext uri="{FF2B5EF4-FFF2-40B4-BE49-F238E27FC236}">
                <a16:creationId xmlns:a16="http://schemas.microsoft.com/office/drawing/2014/main" id="{75450D93-33B9-D9E6-4681-EC99E0081995}"/>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pic>
        <p:nvPicPr>
          <p:cNvPr id="23" name="Picture 22">
            <a:extLst>
              <a:ext uri="{FF2B5EF4-FFF2-40B4-BE49-F238E27FC236}">
                <a16:creationId xmlns:a16="http://schemas.microsoft.com/office/drawing/2014/main" id="{CD94B198-7D26-ADAF-306A-959E324FC2BB}"/>
              </a:ext>
            </a:extLst>
          </p:cNvPr>
          <p:cNvPicPr>
            <a:picLocks noChangeAspect="1"/>
          </p:cNvPicPr>
          <p:nvPr/>
        </p:nvPicPr>
        <p:blipFill>
          <a:blip r:embed="rId3"/>
          <a:stretch>
            <a:fillRect/>
          </a:stretch>
        </p:blipFill>
        <p:spPr>
          <a:xfrm>
            <a:off x="2387463" y="2301041"/>
            <a:ext cx="7159583" cy="4069029"/>
          </a:xfrm>
          <a:prstGeom prst="rect">
            <a:avLst/>
          </a:prstGeom>
        </p:spPr>
      </p:pic>
    </p:spTree>
    <p:extLst>
      <p:ext uri="{BB962C8B-B14F-4D97-AF65-F5344CB8AC3E}">
        <p14:creationId xmlns:p14="http://schemas.microsoft.com/office/powerpoint/2010/main" val="3422188134"/>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24042" y="217287"/>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a:solidFill>
            <a:schemeClr val="accent1"/>
          </a:solidFill>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60"/>
            <a:ext cx="10722297" cy="886397"/>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4800" kern="0" dirty="0">
                <a:solidFill>
                  <a:srgbClr val="FFFFFF"/>
                </a:solidFill>
                <a:latin typeface="Courier"/>
                <a:cs typeface="Arial"/>
                <a:sym typeface="Courier"/>
              </a:rPr>
              <a:t>Bitwise Operator</a:t>
            </a:r>
            <a:endParaRPr sz="4800"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7" name="Rectangle 1">
            <a:extLst>
              <a:ext uri="{FF2B5EF4-FFF2-40B4-BE49-F238E27FC236}">
                <a16:creationId xmlns:a16="http://schemas.microsoft.com/office/drawing/2014/main" id="{20F41085-CE44-7E37-23E2-A522BDCBBFCD}"/>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3" name="Rectangle 1">
            <a:extLst>
              <a:ext uri="{FF2B5EF4-FFF2-40B4-BE49-F238E27FC236}">
                <a16:creationId xmlns:a16="http://schemas.microsoft.com/office/drawing/2014/main" id="{0E9B0D59-3084-D5BA-88A0-D33BADA639E4}"/>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4" name="Rectangle 1">
            <a:extLst>
              <a:ext uri="{FF2B5EF4-FFF2-40B4-BE49-F238E27FC236}">
                <a16:creationId xmlns:a16="http://schemas.microsoft.com/office/drawing/2014/main" id="{23F2007E-42F7-9440-F3A0-FD42A273BA15}"/>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6" name="Rectangle 5">
            <a:extLst>
              <a:ext uri="{FF2B5EF4-FFF2-40B4-BE49-F238E27FC236}">
                <a16:creationId xmlns:a16="http://schemas.microsoft.com/office/drawing/2014/main" id="{9F5FADB2-91AF-D4FA-A045-82F997FBBD17}"/>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5" name="Rectangle 1">
            <a:extLst>
              <a:ext uri="{FF2B5EF4-FFF2-40B4-BE49-F238E27FC236}">
                <a16:creationId xmlns:a16="http://schemas.microsoft.com/office/drawing/2014/main" id="{E6496D04-2116-A83E-095C-4F80A7E97EC5}"/>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9" name="Rectangle 2">
            <a:extLst>
              <a:ext uri="{FF2B5EF4-FFF2-40B4-BE49-F238E27FC236}">
                <a16:creationId xmlns:a16="http://schemas.microsoft.com/office/drawing/2014/main" id="{3E458D6A-E9DB-1287-7EA5-E23645965E69}"/>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2" name="Rectangle 2">
            <a:extLst>
              <a:ext uri="{FF2B5EF4-FFF2-40B4-BE49-F238E27FC236}">
                <a16:creationId xmlns:a16="http://schemas.microsoft.com/office/drawing/2014/main" id="{FBB22B93-F8CC-6F00-52DE-0350807328D2}"/>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3" name="Rectangle 3">
            <a:extLst>
              <a:ext uri="{FF2B5EF4-FFF2-40B4-BE49-F238E27FC236}">
                <a16:creationId xmlns:a16="http://schemas.microsoft.com/office/drawing/2014/main" id="{18B7A569-70FF-9BCA-F988-F9B46A585DE3}"/>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4" name="Rectangle 4">
            <a:extLst>
              <a:ext uri="{FF2B5EF4-FFF2-40B4-BE49-F238E27FC236}">
                <a16:creationId xmlns:a16="http://schemas.microsoft.com/office/drawing/2014/main" id="{2FCDB2EA-91A1-15F5-FC81-BD234CFC7F07}"/>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19" name="Rectangle 6">
            <a:extLst>
              <a:ext uri="{FF2B5EF4-FFF2-40B4-BE49-F238E27FC236}">
                <a16:creationId xmlns:a16="http://schemas.microsoft.com/office/drawing/2014/main" id="{2F3AD926-407F-EEE3-312F-6508C2090088}"/>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10" name="Rectangle 1">
            <a:extLst>
              <a:ext uri="{FF2B5EF4-FFF2-40B4-BE49-F238E27FC236}">
                <a16:creationId xmlns:a16="http://schemas.microsoft.com/office/drawing/2014/main" id="{1BAFC905-C921-C17F-4371-8676B22A355F}"/>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5" name="Rectangle 2">
            <a:extLst>
              <a:ext uri="{FF2B5EF4-FFF2-40B4-BE49-F238E27FC236}">
                <a16:creationId xmlns:a16="http://schemas.microsoft.com/office/drawing/2014/main" id="{42B2D507-D7C8-F4AC-8B5C-F66E1E45FD4E}"/>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1" name="Rectangle 1">
            <a:extLst>
              <a:ext uri="{FF2B5EF4-FFF2-40B4-BE49-F238E27FC236}">
                <a16:creationId xmlns:a16="http://schemas.microsoft.com/office/drawing/2014/main" id="{84CDB709-48D2-0F17-010F-F9EF0D211656}"/>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8" name="Rectangle 1">
            <a:extLst>
              <a:ext uri="{FF2B5EF4-FFF2-40B4-BE49-F238E27FC236}">
                <a16:creationId xmlns:a16="http://schemas.microsoft.com/office/drawing/2014/main" id="{ECA85013-5870-9A07-4A6E-E04E024EBBA7}"/>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20" name="Rectangle 1">
            <a:extLst>
              <a:ext uri="{FF2B5EF4-FFF2-40B4-BE49-F238E27FC236}">
                <a16:creationId xmlns:a16="http://schemas.microsoft.com/office/drawing/2014/main" id="{DFCAA1DE-8A89-7C46-BA33-77AE98C997BD}"/>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7" name="Rectangle 1">
            <a:extLst>
              <a:ext uri="{FF2B5EF4-FFF2-40B4-BE49-F238E27FC236}">
                <a16:creationId xmlns:a16="http://schemas.microsoft.com/office/drawing/2014/main" id="{9F2B029A-4A48-BE13-D6AE-4679E72AC677}"/>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22" name="Rectangle 1">
            <a:extLst>
              <a:ext uri="{FF2B5EF4-FFF2-40B4-BE49-F238E27FC236}">
                <a16:creationId xmlns:a16="http://schemas.microsoft.com/office/drawing/2014/main" id="{79A0D87F-B56F-BA65-A9E9-B625C6AC5EFE}"/>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18" name="Rectangle 1">
            <a:extLst>
              <a:ext uri="{FF2B5EF4-FFF2-40B4-BE49-F238E27FC236}">
                <a16:creationId xmlns:a16="http://schemas.microsoft.com/office/drawing/2014/main" id="{CC9C2FB1-5121-D52A-F568-1F7755757F03}"/>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25" name="Rectangle 1">
            <a:extLst>
              <a:ext uri="{FF2B5EF4-FFF2-40B4-BE49-F238E27FC236}">
                <a16:creationId xmlns:a16="http://schemas.microsoft.com/office/drawing/2014/main" id="{75450D93-33B9-D9E6-4681-EC99E0081995}"/>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pic>
        <p:nvPicPr>
          <p:cNvPr id="23" name="Picture 22" descr="A screenshot of a computer&#10;&#10;Description automatically generated">
            <a:extLst>
              <a:ext uri="{FF2B5EF4-FFF2-40B4-BE49-F238E27FC236}">
                <a16:creationId xmlns:a16="http://schemas.microsoft.com/office/drawing/2014/main" id="{40746A74-7C6F-A232-47C6-0D33EBF90E2F}"/>
              </a:ext>
            </a:extLst>
          </p:cNvPr>
          <p:cNvPicPr>
            <a:picLocks noChangeAspect="1"/>
          </p:cNvPicPr>
          <p:nvPr/>
        </p:nvPicPr>
        <p:blipFill>
          <a:blip r:embed="rId3"/>
          <a:stretch>
            <a:fillRect/>
          </a:stretch>
        </p:blipFill>
        <p:spPr>
          <a:xfrm>
            <a:off x="7159227" y="2950009"/>
            <a:ext cx="4089481" cy="2400348"/>
          </a:xfrm>
          <a:prstGeom prst="rect">
            <a:avLst/>
          </a:prstGeom>
        </p:spPr>
      </p:pic>
      <p:sp>
        <p:nvSpPr>
          <p:cNvPr id="24" name="Google Shape;649;p14">
            <a:extLst>
              <a:ext uri="{FF2B5EF4-FFF2-40B4-BE49-F238E27FC236}">
                <a16:creationId xmlns:a16="http://schemas.microsoft.com/office/drawing/2014/main" id="{EC3F27BC-85C7-2B68-3FC8-7E57CE933E0C}"/>
              </a:ext>
            </a:extLst>
          </p:cNvPr>
          <p:cNvSpPr txBox="1"/>
          <p:nvPr/>
        </p:nvSpPr>
        <p:spPr>
          <a:xfrm>
            <a:off x="685800" y="2313779"/>
            <a:ext cx="6106886" cy="3119124"/>
          </a:xfrm>
          <a:prstGeom prst="rect">
            <a:avLst/>
          </a:prstGeom>
          <a:noFill/>
          <a:ln>
            <a:noFill/>
          </a:ln>
        </p:spPr>
        <p:txBody>
          <a:bodyPr spcFirstLastPara="1" wrap="square" lIns="0" tIns="0" rIns="0" bIns="0" anchor="t" anchorCtr="0">
            <a:spAutoFit/>
          </a:bodyPr>
          <a:lstStyle/>
          <a:p>
            <a:pPr marL="304815" indent="-304815" defTabSz="609630">
              <a:lnSpc>
                <a:spcPct val="139958"/>
              </a:lnSpc>
              <a:buClr>
                <a:srgbClr val="FFFFFF"/>
              </a:buClr>
              <a:buFont typeface="Arial" panose="020B0604020202020204" pitchFamily="34" charset="0"/>
              <a:buChar char="•"/>
            </a:pPr>
            <a:r>
              <a:rPr lang="en-US" sz="1867" i="1" kern="0" dirty="0">
                <a:solidFill>
                  <a:srgbClr val="FFFFFF"/>
                </a:solidFill>
                <a:latin typeface="Roboto Mono"/>
                <a:ea typeface="Roboto Mono"/>
                <a:cs typeface="Arial"/>
                <a:sym typeface="Roboto Mono"/>
              </a:rPr>
              <a:t>Each of these two-argument operators can be used in </a:t>
            </a:r>
            <a:r>
              <a:rPr lang="en-US" sz="1867" i="1" kern="0" dirty="0">
                <a:solidFill>
                  <a:srgbClr val="8C52FF"/>
                </a:solidFill>
                <a:latin typeface="Roboto Mono"/>
                <a:ea typeface="Roboto Mono"/>
                <a:cs typeface="Arial"/>
                <a:sym typeface="Roboto Mono"/>
              </a:rPr>
              <a:t>abbreviated form</a:t>
            </a:r>
            <a:r>
              <a:rPr lang="en-US" sz="1867" i="1" kern="0" dirty="0">
                <a:solidFill>
                  <a:srgbClr val="FFFFFF"/>
                </a:solidFill>
                <a:latin typeface="Roboto Mono"/>
                <a:ea typeface="Roboto Mono"/>
                <a:cs typeface="Arial"/>
                <a:sym typeface="Roboto Mono"/>
              </a:rPr>
              <a:t>. These are the examples of their equivalent notations:</a:t>
            </a:r>
            <a:endParaRPr lang="en-US" sz="1867" i="1" kern="0" dirty="0">
              <a:solidFill>
                <a:srgbClr val="8C52FF"/>
              </a:solidFill>
              <a:latin typeface="Roboto Mono"/>
              <a:ea typeface="Roboto Mono"/>
              <a:cs typeface="Arial"/>
              <a:sym typeface="Roboto Mono"/>
            </a:endParaRPr>
          </a:p>
          <a:p>
            <a:pPr defTabSz="609630" eaLnBrk="0" fontAlgn="base" hangingPunct="0">
              <a:spcBef>
                <a:spcPct val="0"/>
              </a:spcBef>
              <a:spcAft>
                <a:spcPct val="0"/>
              </a:spcAft>
            </a:pPr>
            <a:endParaRPr lang="en-US" altLang="en-US" sz="3600" kern="0" dirty="0">
              <a:solidFill>
                <a:srgbClr val="000000"/>
              </a:solidFill>
              <a:latin typeface="Arial" panose="020B0604020202020204" pitchFamily="34" charset="0"/>
              <a:cs typeface="Arial"/>
              <a:sym typeface="Arial"/>
            </a:endParaRPr>
          </a:p>
          <a:p>
            <a:pPr defTabSz="609630" eaLnBrk="0" fontAlgn="base" hangingPunct="0">
              <a:spcBef>
                <a:spcPct val="0"/>
              </a:spcBef>
              <a:spcAft>
                <a:spcPct val="0"/>
              </a:spcAft>
            </a:pPr>
            <a:endParaRPr lang="en-US" altLang="en-US" sz="3600" kern="0" dirty="0">
              <a:solidFill>
                <a:srgbClr val="000000"/>
              </a:solidFill>
              <a:latin typeface="Arial" panose="020B0604020202020204" pitchFamily="34" charset="0"/>
              <a:cs typeface="Arial"/>
              <a:sym typeface="Arial"/>
            </a:endParaRPr>
          </a:p>
          <a:p>
            <a:pPr marL="304815" indent="-304815" defTabSz="609630">
              <a:lnSpc>
                <a:spcPct val="139958"/>
              </a:lnSpc>
              <a:buClr>
                <a:srgbClr val="FFFFFF"/>
              </a:buClr>
              <a:buFont typeface="Arial" panose="020B0604020202020204" pitchFamily="34" charset="0"/>
              <a:buChar char="•"/>
            </a:pPr>
            <a:endParaRPr lang="en-US" sz="1867" i="1" kern="0" dirty="0">
              <a:solidFill>
                <a:srgbClr val="8C52FF"/>
              </a:solidFill>
              <a:latin typeface="Roboto Mono"/>
              <a:ea typeface="Roboto Mono"/>
              <a:cs typeface="Arial"/>
              <a:sym typeface="Roboto Mono"/>
            </a:endParaRPr>
          </a:p>
        </p:txBody>
      </p:sp>
    </p:spTree>
    <p:extLst>
      <p:ext uri="{BB962C8B-B14F-4D97-AF65-F5344CB8AC3E}">
        <p14:creationId xmlns:p14="http://schemas.microsoft.com/office/powerpoint/2010/main" val="1827880913"/>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24042" y="217287"/>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a:solidFill>
            <a:schemeClr val="accent1"/>
          </a:solidFill>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60"/>
            <a:ext cx="10722297" cy="886397"/>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4800" kern="0" dirty="0">
                <a:solidFill>
                  <a:srgbClr val="FFFFFF"/>
                </a:solidFill>
                <a:latin typeface="Courier"/>
                <a:cs typeface="Arial"/>
                <a:sym typeface="Courier"/>
              </a:rPr>
              <a:t>Bit Shifting</a:t>
            </a:r>
            <a:endParaRPr sz="4800"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7" name="Rectangle 1">
            <a:extLst>
              <a:ext uri="{FF2B5EF4-FFF2-40B4-BE49-F238E27FC236}">
                <a16:creationId xmlns:a16="http://schemas.microsoft.com/office/drawing/2014/main" id="{20F41085-CE44-7E37-23E2-A522BDCBBFCD}"/>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3" name="Rectangle 1">
            <a:extLst>
              <a:ext uri="{FF2B5EF4-FFF2-40B4-BE49-F238E27FC236}">
                <a16:creationId xmlns:a16="http://schemas.microsoft.com/office/drawing/2014/main" id="{0E9B0D59-3084-D5BA-88A0-D33BADA639E4}"/>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4" name="Rectangle 1">
            <a:extLst>
              <a:ext uri="{FF2B5EF4-FFF2-40B4-BE49-F238E27FC236}">
                <a16:creationId xmlns:a16="http://schemas.microsoft.com/office/drawing/2014/main" id="{23F2007E-42F7-9440-F3A0-FD42A273BA15}"/>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6" name="Rectangle 5">
            <a:extLst>
              <a:ext uri="{FF2B5EF4-FFF2-40B4-BE49-F238E27FC236}">
                <a16:creationId xmlns:a16="http://schemas.microsoft.com/office/drawing/2014/main" id="{9F5FADB2-91AF-D4FA-A045-82F997FBBD17}"/>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5" name="Rectangle 1">
            <a:extLst>
              <a:ext uri="{FF2B5EF4-FFF2-40B4-BE49-F238E27FC236}">
                <a16:creationId xmlns:a16="http://schemas.microsoft.com/office/drawing/2014/main" id="{E6496D04-2116-A83E-095C-4F80A7E97EC5}"/>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9" name="Rectangle 2">
            <a:extLst>
              <a:ext uri="{FF2B5EF4-FFF2-40B4-BE49-F238E27FC236}">
                <a16:creationId xmlns:a16="http://schemas.microsoft.com/office/drawing/2014/main" id="{3E458D6A-E9DB-1287-7EA5-E23645965E69}"/>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2" name="Rectangle 2">
            <a:extLst>
              <a:ext uri="{FF2B5EF4-FFF2-40B4-BE49-F238E27FC236}">
                <a16:creationId xmlns:a16="http://schemas.microsoft.com/office/drawing/2014/main" id="{FBB22B93-F8CC-6F00-52DE-0350807328D2}"/>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3" name="Rectangle 3">
            <a:extLst>
              <a:ext uri="{FF2B5EF4-FFF2-40B4-BE49-F238E27FC236}">
                <a16:creationId xmlns:a16="http://schemas.microsoft.com/office/drawing/2014/main" id="{18B7A569-70FF-9BCA-F988-F9B46A585DE3}"/>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4" name="Rectangle 4">
            <a:extLst>
              <a:ext uri="{FF2B5EF4-FFF2-40B4-BE49-F238E27FC236}">
                <a16:creationId xmlns:a16="http://schemas.microsoft.com/office/drawing/2014/main" id="{2FCDB2EA-91A1-15F5-FC81-BD234CFC7F07}"/>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19" name="Rectangle 6">
            <a:extLst>
              <a:ext uri="{FF2B5EF4-FFF2-40B4-BE49-F238E27FC236}">
                <a16:creationId xmlns:a16="http://schemas.microsoft.com/office/drawing/2014/main" id="{2F3AD926-407F-EEE3-312F-6508C2090088}"/>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10" name="Rectangle 1">
            <a:extLst>
              <a:ext uri="{FF2B5EF4-FFF2-40B4-BE49-F238E27FC236}">
                <a16:creationId xmlns:a16="http://schemas.microsoft.com/office/drawing/2014/main" id="{1BAFC905-C921-C17F-4371-8676B22A355F}"/>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5" name="Rectangle 2">
            <a:extLst>
              <a:ext uri="{FF2B5EF4-FFF2-40B4-BE49-F238E27FC236}">
                <a16:creationId xmlns:a16="http://schemas.microsoft.com/office/drawing/2014/main" id="{42B2D507-D7C8-F4AC-8B5C-F66E1E45FD4E}"/>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1" name="Rectangle 1">
            <a:extLst>
              <a:ext uri="{FF2B5EF4-FFF2-40B4-BE49-F238E27FC236}">
                <a16:creationId xmlns:a16="http://schemas.microsoft.com/office/drawing/2014/main" id="{84CDB709-48D2-0F17-010F-F9EF0D211656}"/>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8" name="Rectangle 1">
            <a:extLst>
              <a:ext uri="{FF2B5EF4-FFF2-40B4-BE49-F238E27FC236}">
                <a16:creationId xmlns:a16="http://schemas.microsoft.com/office/drawing/2014/main" id="{ECA85013-5870-9A07-4A6E-E04E024EBBA7}"/>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20" name="Rectangle 1">
            <a:extLst>
              <a:ext uri="{FF2B5EF4-FFF2-40B4-BE49-F238E27FC236}">
                <a16:creationId xmlns:a16="http://schemas.microsoft.com/office/drawing/2014/main" id="{DFCAA1DE-8A89-7C46-BA33-77AE98C997BD}"/>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7" name="Rectangle 1">
            <a:extLst>
              <a:ext uri="{FF2B5EF4-FFF2-40B4-BE49-F238E27FC236}">
                <a16:creationId xmlns:a16="http://schemas.microsoft.com/office/drawing/2014/main" id="{9F2B029A-4A48-BE13-D6AE-4679E72AC677}"/>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22" name="Rectangle 1">
            <a:extLst>
              <a:ext uri="{FF2B5EF4-FFF2-40B4-BE49-F238E27FC236}">
                <a16:creationId xmlns:a16="http://schemas.microsoft.com/office/drawing/2014/main" id="{79A0D87F-B56F-BA65-A9E9-B625C6AC5EFE}"/>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18" name="Rectangle 1">
            <a:extLst>
              <a:ext uri="{FF2B5EF4-FFF2-40B4-BE49-F238E27FC236}">
                <a16:creationId xmlns:a16="http://schemas.microsoft.com/office/drawing/2014/main" id="{CC9C2FB1-5121-D52A-F568-1F7755757F03}"/>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25" name="Rectangle 1">
            <a:extLst>
              <a:ext uri="{FF2B5EF4-FFF2-40B4-BE49-F238E27FC236}">
                <a16:creationId xmlns:a16="http://schemas.microsoft.com/office/drawing/2014/main" id="{75450D93-33B9-D9E6-4681-EC99E0081995}"/>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24" name="Google Shape;649;p14">
            <a:extLst>
              <a:ext uri="{FF2B5EF4-FFF2-40B4-BE49-F238E27FC236}">
                <a16:creationId xmlns:a16="http://schemas.microsoft.com/office/drawing/2014/main" id="{EC3F27BC-85C7-2B68-3FC8-7E57CE933E0C}"/>
              </a:ext>
            </a:extLst>
          </p:cNvPr>
          <p:cNvSpPr txBox="1"/>
          <p:nvPr/>
        </p:nvSpPr>
        <p:spPr>
          <a:xfrm>
            <a:off x="685800" y="2313779"/>
            <a:ext cx="10885700" cy="2565126"/>
          </a:xfrm>
          <a:prstGeom prst="rect">
            <a:avLst/>
          </a:prstGeom>
          <a:noFill/>
          <a:ln>
            <a:noFill/>
          </a:ln>
        </p:spPr>
        <p:txBody>
          <a:bodyPr spcFirstLastPara="1" wrap="square" lIns="0" tIns="0" rIns="0" bIns="0" anchor="t" anchorCtr="0">
            <a:spAutoFit/>
          </a:bodyPr>
          <a:lstStyle/>
          <a:p>
            <a:pPr marL="304815" indent="-304815" defTabSz="609630">
              <a:lnSpc>
                <a:spcPct val="139958"/>
              </a:lnSpc>
              <a:buClr>
                <a:srgbClr val="FFFFFF"/>
              </a:buClr>
              <a:buFont typeface="Arial" panose="020B0604020202020204" pitchFamily="34" charset="0"/>
              <a:buChar char="•"/>
            </a:pPr>
            <a:r>
              <a:rPr lang="en-US" sz="1867" i="1" kern="0" dirty="0">
                <a:solidFill>
                  <a:srgbClr val="FFFFFF"/>
                </a:solidFill>
                <a:latin typeface="Roboto Mono"/>
                <a:ea typeface="Roboto Mono"/>
                <a:cs typeface="Arial"/>
                <a:sym typeface="Roboto Mono"/>
              </a:rPr>
              <a:t>Python offers yet another operation relating to single bits: </a:t>
            </a:r>
            <a:r>
              <a:rPr lang="en-US" sz="1867" i="1" kern="0" dirty="0">
                <a:solidFill>
                  <a:srgbClr val="8C52FF"/>
                </a:solidFill>
                <a:latin typeface="Roboto Mono"/>
                <a:ea typeface="Roboto Mono"/>
                <a:cs typeface="Arial"/>
                <a:sym typeface="Roboto Mono"/>
              </a:rPr>
              <a:t>shifting.</a:t>
            </a:r>
            <a:r>
              <a:rPr lang="en-US" sz="1867" i="1" kern="0" dirty="0">
                <a:solidFill>
                  <a:srgbClr val="FFFFFF"/>
                </a:solidFill>
                <a:latin typeface="Roboto Mono"/>
                <a:ea typeface="Roboto Mono"/>
                <a:cs typeface="Arial"/>
                <a:sym typeface="Roboto Mono"/>
              </a:rPr>
              <a:t> This is applied only to </a:t>
            </a:r>
            <a:r>
              <a:rPr lang="en-US" sz="1867" i="1" kern="0" dirty="0">
                <a:solidFill>
                  <a:srgbClr val="8C52FF"/>
                </a:solidFill>
                <a:latin typeface="Roboto Mono"/>
                <a:ea typeface="Roboto Mono"/>
                <a:cs typeface="Arial"/>
                <a:sym typeface="Roboto Mono"/>
              </a:rPr>
              <a:t>integer</a:t>
            </a:r>
            <a:r>
              <a:rPr lang="en-US" sz="1867" i="1" kern="0" dirty="0">
                <a:solidFill>
                  <a:srgbClr val="FFFFFF"/>
                </a:solidFill>
                <a:latin typeface="Roboto Mono"/>
                <a:ea typeface="Roboto Mono"/>
                <a:cs typeface="Arial"/>
                <a:sym typeface="Roboto Mono"/>
              </a:rPr>
              <a:t> values, and you mustn't use floats as arguments for it.</a:t>
            </a:r>
            <a:endParaRPr lang="en-US" altLang="en-US" sz="3600" kern="0" dirty="0">
              <a:solidFill>
                <a:srgbClr val="000000"/>
              </a:solidFill>
              <a:latin typeface="Arial" panose="020B0604020202020204" pitchFamily="34" charset="0"/>
              <a:cs typeface="Arial"/>
              <a:sym typeface="Arial"/>
            </a:endParaRPr>
          </a:p>
          <a:p>
            <a:pPr defTabSz="609630" eaLnBrk="0" fontAlgn="base" hangingPunct="0">
              <a:spcBef>
                <a:spcPct val="0"/>
              </a:spcBef>
              <a:spcAft>
                <a:spcPct val="0"/>
              </a:spcAft>
            </a:pPr>
            <a:endParaRPr lang="en-US" altLang="en-US" sz="3600" kern="0" dirty="0">
              <a:solidFill>
                <a:srgbClr val="000000"/>
              </a:solidFill>
              <a:latin typeface="Arial" panose="020B0604020202020204" pitchFamily="34" charset="0"/>
              <a:cs typeface="Arial"/>
              <a:sym typeface="Arial"/>
            </a:endParaRPr>
          </a:p>
          <a:p>
            <a:pPr marL="304815" indent="-304815" defTabSz="609630">
              <a:lnSpc>
                <a:spcPct val="139958"/>
              </a:lnSpc>
              <a:buClr>
                <a:srgbClr val="FFFFFF"/>
              </a:buClr>
              <a:buFont typeface="Arial" panose="020B0604020202020204" pitchFamily="34" charset="0"/>
              <a:buChar char="•"/>
            </a:pPr>
            <a:r>
              <a:rPr lang="en-US" sz="1867" i="1" kern="0" dirty="0">
                <a:solidFill>
                  <a:srgbClr val="8C52FF"/>
                </a:solidFill>
                <a:latin typeface="Roboto Mono"/>
                <a:ea typeface="Roboto Mono"/>
                <a:cs typeface="Arial"/>
                <a:sym typeface="Roboto Mono"/>
              </a:rPr>
              <a:t>12345 x 10 = 123450 (Shift to the left and fill with 0)</a:t>
            </a:r>
          </a:p>
          <a:p>
            <a:pPr marL="304815" indent="-304815" defTabSz="609630">
              <a:lnSpc>
                <a:spcPct val="139958"/>
              </a:lnSpc>
              <a:buClr>
                <a:srgbClr val="FFFFFF"/>
              </a:buClr>
              <a:buFont typeface="Arial" panose="020B0604020202020204" pitchFamily="34" charset="0"/>
              <a:buChar char="•"/>
            </a:pPr>
            <a:r>
              <a:rPr lang="en-US" sz="1867" i="1" kern="0" dirty="0">
                <a:solidFill>
                  <a:srgbClr val="8C52FF"/>
                </a:solidFill>
                <a:latin typeface="Roboto Mono"/>
                <a:ea typeface="Roboto Mono"/>
                <a:cs typeface="Arial"/>
                <a:sym typeface="Roboto Mono"/>
              </a:rPr>
              <a:t>12340 / 10 = 1234 (Shift to the right)</a:t>
            </a:r>
          </a:p>
        </p:txBody>
      </p:sp>
    </p:spTree>
    <p:extLst>
      <p:ext uri="{BB962C8B-B14F-4D97-AF65-F5344CB8AC3E}">
        <p14:creationId xmlns:p14="http://schemas.microsoft.com/office/powerpoint/2010/main" val="106612887"/>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24042" y="217287"/>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a:solidFill>
            <a:schemeClr val="accent1"/>
          </a:solidFill>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60"/>
            <a:ext cx="10722297" cy="886397"/>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4800" kern="0" dirty="0">
                <a:solidFill>
                  <a:srgbClr val="FFFFFF"/>
                </a:solidFill>
                <a:latin typeface="Courier"/>
                <a:cs typeface="Arial"/>
                <a:sym typeface="Courier"/>
              </a:rPr>
              <a:t>Shift Operator</a:t>
            </a:r>
            <a:endParaRPr sz="4800"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7" name="Rectangle 1">
            <a:extLst>
              <a:ext uri="{FF2B5EF4-FFF2-40B4-BE49-F238E27FC236}">
                <a16:creationId xmlns:a16="http://schemas.microsoft.com/office/drawing/2014/main" id="{20F41085-CE44-7E37-23E2-A522BDCBBFCD}"/>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3" name="Rectangle 1">
            <a:extLst>
              <a:ext uri="{FF2B5EF4-FFF2-40B4-BE49-F238E27FC236}">
                <a16:creationId xmlns:a16="http://schemas.microsoft.com/office/drawing/2014/main" id="{0E9B0D59-3084-D5BA-88A0-D33BADA639E4}"/>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4" name="Rectangle 1">
            <a:extLst>
              <a:ext uri="{FF2B5EF4-FFF2-40B4-BE49-F238E27FC236}">
                <a16:creationId xmlns:a16="http://schemas.microsoft.com/office/drawing/2014/main" id="{23F2007E-42F7-9440-F3A0-FD42A273BA15}"/>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6" name="Rectangle 5">
            <a:extLst>
              <a:ext uri="{FF2B5EF4-FFF2-40B4-BE49-F238E27FC236}">
                <a16:creationId xmlns:a16="http://schemas.microsoft.com/office/drawing/2014/main" id="{9F5FADB2-91AF-D4FA-A045-82F997FBBD17}"/>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5" name="Rectangle 1">
            <a:extLst>
              <a:ext uri="{FF2B5EF4-FFF2-40B4-BE49-F238E27FC236}">
                <a16:creationId xmlns:a16="http://schemas.microsoft.com/office/drawing/2014/main" id="{E6496D04-2116-A83E-095C-4F80A7E97EC5}"/>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9" name="Rectangle 2">
            <a:extLst>
              <a:ext uri="{FF2B5EF4-FFF2-40B4-BE49-F238E27FC236}">
                <a16:creationId xmlns:a16="http://schemas.microsoft.com/office/drawing/2014/main" id="{3E458D6A-E9DB-1287-7EA5-E23645965E69}"/>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2" name="Rectangle 2">
            <a:extLst>
              <a:ext uri="{FF2B5EF4-FFF2-40B4-BE49-F238E27FC236}">
                <a16:creationId xmlns:a16="http://schemas.microsoft.com/office/drawing/2014/main" id="{FBB22B93-F8CC-6F00-52DE-0350807328D2}"/>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3" name="Rectangle 3">
            <a:extLst>
              <a:ext uri="{FF2B5EF4-FFF2-40B4-BE49-F238E27FC236}">
                <a16:creationId xmlns:a16="http://schemas.microsoft.com/office/drawing/2014/main" id="{18B7A569-70FF-9BCA-F988-F9B46A585DE3}"/>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4" name="Rectangle 4">
            <a:extLst>
              <a:ext uri="{FF2B5EF4-FFF2-40B4-BE49-F238E27FC236}">
                <a16:creationId xmlns:a16="http://schemas.microsoft.com/office/drawing/2014/main" id="{2FCDB2EA-91A1-15F5-FC81-BD234CFC7F07}"/>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19" name="Rectangle 6">
            <a:extLst>
              <a:ext uri="{FF2B5EF4-FFF2-40B4-BE49-F238E27FC236}">
                <a16:creationId xmlns:a16="http://schemas.microsoft.com/office/drawing/2014/main" id="{2F3AD926-407F-EEE3-312F-6508C2090088}"/>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10" name="Rectangle 1">
            <a:extLst>
              <a:ext uri="{FF2B5EF4-FFF2-40B4-BE49-F238E27FC236}">
                <a16:creationId xmlns:a16="http://schemas.microsoft.com/office/drawing/2014/main" id="{1BAFC905-C921-C17F-4371-8676B22A355F}"/>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5" name="Rectangle 2">
            <a:extLst>
              <a:ext uri="{FF2B5EF4-FFF2-40B4-BE49-F238E27FC236}">
                <a16:creationId xmlns:a16="http://schemas.microsoft.com/office/drawing/2014/main" id="{42B2D507-D7C8-F4AC-8B5C-F66E1E45FD4E}"/>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1" name="Rectangle 1">
            <a:extLst>
              <a:ext uri="{FF2B5EF4-FFF2-40B4-BE49-F238E27FC236}">
                <a16:creationId xmlns:a16="http://schemas.microsoft.com/office/drawing/2014/main" id="{84CDB709-48D2-0F17-010F-F9EF0D211656}"/>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8" name="Rectangle 1">
            <a:extLst>
              <a:ext uri="{FF2B5EF4-FFF2-40B4-BE49-F238E27FC236}">
                <a16:creationId xmlns:a16="http://schemas.microsoft.com/office/drawing/2014/main" id="{ECA85013-5870-9A07-4A6E-E04E024EBBA7}"/>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20" name="Rectangle 1">
            <a:extLst>
              <a:ext uri="{FF2B5EF4-FFF2-40B4-BE49-F238E27FC236}">
                <a16:creationId xmlns:a16="http://schemas.microsoft.com/office/drawing/2014/main" id="{DFCAA1DE-8A89-7C46-BA33-77AE98C997BD}"/>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7" name="Rectangle 1">
            <a:extLst>
              <a:ext uri="{FF2B5EF4-FFF2-40B4-BE49-F238E27FC236}">
                <a16:creationId xmlns:a16="http://schemas.microsoft.com/office/drawing/2014/main" id="{9F2B029A-4A48-BE13-D6AE-4679E72AC677}"/>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22" name="Rectangle 1">
            <a:extLst>
              <a:ext uri="{FF2B5EF4-FFF2-40B4-BE49-F238E27FC236}">
                <a16:creationId xmlns:a16="http://schemas.microsoft.com/office/drawing/2014/main" id="{79A0D87F-B56F-BA65-A9E9-B625C6AC5EFE}"/>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18" name="Rectangle 1">
            <a:extLst>
              <a:ext uri="{FF2B5EF4-FFF2-40B4-BE49-F238E27FC236}">
                <a16:creationId xmlns:a16="http://schemas.microsoft.com/office/drawing/2014/main" id="{CC9C2FB1-5121-D52A-F568-1F7755757F03}"/>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25" name="Rectangle 1">
            <a:extLst>
              <a:ext uri="{FF2B5EF4-FFF2-40B4-BE49-F238E27FC236}">
                <a16:creationId xmlns:a16="http://schemas.microsoft.com/office/drawing/2014/main" id="{75450D93-33B9-D9E6-4681-EC99E0081995}"/>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24" name="Google Shape;649;p14">
            <a:extLst>
              <a:ext uri="{FF2B5EF4-FFF2-40B4-BE49-F238E27FC236}">
                <a16:creationId xmlns:a16="http://schemas.microsoft.com/office/drawing/2014/main" id="{EC3F27BC-85C7-2B68-3FC8-7E57CE933E0C}"/>
              </a:ext>
            </a:extLst>
          </p:cNvPr>
          <p:cNvSpPr txBox="1"/>
          <p:nvPr/>
        </p:nvSpPr>
        <p:spPr>
          <a:xfrm>
            <a:off x="685800" y="2313779"/>
            <a:ext cx="10885700" cy="804451"/>
          </a:xfrm>
          <a:prstGeom prst="rect">
            <a:avLst/>
          </a:prstGeom>
          <a:noFill/>
          <a:ln>
            <a:noFill/>
          </a:ln>
        </p:spPr>
        <p:txBody>
          <a:bodyPr spcFirstLastPara="1" wrap="square" lIns="0" tIns="0" rIns="0" bIns="0" anchor="t" anchorCtr="0">
            <a:spAutoFit/>
          </a:bodyPr>
          <a:lstStyle/>
          <a:p>
            <a:pPr marL="304815" indent="-304815" defTabSz="609630">
              <a:lnSpc>
                <a:spcPct val="139958"/>
              </a:lnSpc>
              <a:buClr>
                <a:srgbClr val="FFFFFF"/>
              </a:buClr>
              <a:buFont typeface="Arial" panose="020B0604020202020204" pitchFamily="34" charset="0"/>
              <a:buChar char="•"/>
            </a:pPr>
            <a:r>
              <a:rPr lang="en-US" sz="1867" i="1" kern="0" dirty="0">
                <a:solidFill>
                  <a:srgbClr val="FFFFFF"/>
                </a:solidFill>
                <a:latin typeface="Roboto Mono"/>
                <a:ea typeface="Roboto Mono"/>
                <a:cs typeface="Arial"/>
                <a:sym typeface="Roboto Mono"/>
              </a:rPr>
              <a:t>The shift operators in Python are a pair of digraphs: &lt;&lt; and &gt;&gt;, clearly suggesting in which direction the shift will act. </a:t>
            </a:r>
          </a:p>
        </p:txBody>
      </p:sp>
      <p:sp>
        <p:nvSpPr>
          <p:cNvPr id="6" name="Rectangle 1">
            <a:extLst>
              <a:ext uri="{FF2B5EF4-FFF2-40B4-BE49-F238E27FC236}">
                <a16:creationId xmlns:a16="http://schemas.microsoft.com/office/drawing/2014/main" id="{E621F3DF-1D7E-9281-3368-F984B74591C4}"/>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pic>
        <p:nvPicPr>
          <p:cNvPr id="23" name="Picture 22" descr="A screenshot of a computer code&#10;&#10;Description automatically generated">
            <a:extLst>
              <a:ext uri="{FF2B5EF4-FFF2-40B4-BE49-F238E27FC236}">
                <a16:creationId xmlns:a16="http://schemas.microsoft.com/office/drawing/2014/main" id="{BDE9B2D8-77B6-1CC8-CB0C-4B94F2035A6F}"/>
              </a:ext>
            </a:extLst>
          </p:cNvPr>
          <p:cNvPicPr>
            <a:picLocks noChangeAspect="1"/>
          </p:cNvPicPr>
          <p:nvPr/>
        </p:nvPicPr>
        <p:blipFill>
          <a:blip r:embed="rId3"/>
          <a:stretch>
            <a:fillRect/>
          </a:stretch>
        </p:blipFill>
        <p:spPr>
          <a:xfrm>
            <a:off x="3007696" y="3396924"/>
            <a:ext cx="6564701" cy="1615533"/>
          </a:xfrm>
          <a:prstGeom prst="rect">
            <a:avLst/>
          </a:prstGeom>
        </p:spPr>
      </p:pic>
      <p:sp>
        <p:nvSpPr>
          <p:cNvPr id="26" name="TextBox 25">
            <a:extLst>
              <a:ext uri="{FF2B5EF4-FFF2-40B4-BE49-F238E27FC236}">
                <a16:creationId xmlns:a16="http://schemas.microsoft.com/office/drawing/2014/main" id="{CF366321-4CBB-15BE-2F84-FAC50148B88A}"/>
              </a:ext>
            </a:extLst>
          </p:cNvPr>
          <p:cNvSpPr txBox="1"/>
          <p:nvPr/>
        </p:nvSpPr>
        <p:spPr>
          <a:xfrm>
            <a:off x="3007696" y="5424955"/>
            <a:ext cx="7445829" cy="584775"/>
          </a:xfrm>
          <a:prstGeom prst="rect">
            <a:avLst/>
          </a:prstGeom>
          <a:noFill/>
        </p:spPr>
        <p:txBody>
          <a:bodyPr wrap="square" rtlCol="0">
            <a:spAutoFit/>
          </a:bodyPr>
          <a:lstStyle/>
          <a:p>
            <a:pPr defTabSz="609630" eaLnBrk="0" fontAlgn="base" hangingPunct="0">
              <a:spcBef>
                <a:spcPct val="0"/>
              </a:spcBef>
              <a:spcAft>
                <a:spcPct val="0"/>
              </a:spcAft>
            </a:pPr>
            <a:r>
              <a:rPr lang="en-US" altLang="en-US" sz="3200" kern="0" dirty="0">
                <a:solidFill>
                  <a:srgbClr val="8C52FF"/>
                </a:solidFill>
                <a:latin typeface="Courier New" panose="02070309020205020404" pitchFamily="49" charset="0"/>
                <a:cs typeface="Courier New" panose="02070309020205020404" pitchFamily="49" charset="0"/>
                <a:sym typeface="Arial"/>
              </a:rPr>
              <a:t>17 68 8</a:t>
            </a:r>
            <a:endParaRPr lang="en-MY" sz="3200" kern="0" dirty="0">
              <a:solidFill>
                <a:srgbClr val="000000"/>
              </a:solidFill>
              <a:latin typeface="Arial"/>
              <a:cs typeface="Arial"/>
              <a:sym typeface="Arial"/>
            </a:endParaRPr>
          </a:p>
        </p:txBody>
      </p:sp>
    </p:spTree>
    <p:extLst>
      <p:ext uri="{BB962C8B-B14F-4D97-AF65-F5344CB8AC3E}">
        <p14:creationId xmlns:p14="http://schemas.microsoft.com/office/powerpoint/2010/main" val="800738833"/>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24042" y="217287"/>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a:solidFill>
            <a:schemeClr val="accent1"/>
          </a:solidFill>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60"/>
            <a:ext cx="10722297" cy="886397"/>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4800" kern="0" dirty="0">
                <a:solidFill>
                  <a:srgbClr val="FFFFFF"/>
                </a:solidFill>
                <a:latin typeface="Courier"/>
                <a:cs typeface="Arial"/>
                <a:sym typeface="Courier"/>
              </a:rPr>
              <a:t>Shift Operator</a:t>
            </a:r>
            <a:endParaRPr sz="4800"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7" name="Rectangle 1">
            <a:extLst>
              <a:ext uri="{FF2B5EF4-FFF2-40B4-BE49-F238E27FC236}">
                <a16:creationId xmlns:a16="http://schemas.microsoft.com/office/drawing/2014/main" id="{20F41085-CE44-7E37-23E2-A522BDCBBFCD}"/>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3" name="Rectangle 1">
            <a:extLst>
              <a:ext uri="{FF2B5EF4-FFF2-40B4-BE49-F238E27FC236}">
                <a16:creationId xmlns:a16="http://schemas.microsoft.com/office/drawing/2014/main" id="{0E9B0D59-3084-D5BA-88A0-D33BADA639E4}"/>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4" name="Rectangle 1">
            <a:extLst>
              <a:ext uri="{FF2B5EF4-FFF2-40B4-BE49-F238E27FC236}">
                <a16:creationId xmlns:a16="http://schemas.microsoft.com/office/drawing/2014/main" id="{23F2007E-42F7-9440-F3A0-FD42A273BA15}"/>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6" name="Rectangle 5">
            <a:extLst>
              <a:ext uri="{FF2B5EF4-FFF2-40B4-BE49-F238E27FC236}">
                <a16:creationId xmlns:a16="http://schemas.microsoft.com/office/drawing/2014/main" id="{9F5FADB2-91AF-D4FA-A045-82F997FBBD17}"/>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5" name="Rectangle 1">
            <a:extLst>
              <a:ext uri="{FF2B5EF4-FFF2-40B4-BE49-F238E27FC236}">
                <a16:creationId xmlns:a16="http://schemas.microsoft.com/office/drawing/2014/main" id="{E6496D04-2116-A83E-095C-4F80A7E97EC5}"/>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9" name="Rectangle 2">
            <a:extLst>
              <a:ext uri="{FF2B5EF4-FFF2-40B4-BE49-F238E27FC236}">
                <a16:creationId xmlns:a16="http://schemas.microsoft.com/office/drawing/2014/main" id="{3E458D6A-E9DB-1287-7EA5-E23645965E69}"/>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2" name="Rectangle 2">
            <a:extLst>
              <a:ext uri="{FF2B5EF4-FFF2-40B4-BE49-F238E27FC236}">
                <a16:creationId xmlns:a16="http://schemas.microsoft.com/office/drawing/2014/main" id="{FBB22B93-F8CC-6F00-52DE-0350807328D2}"/>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3" name="Rectangle 3">
            <a:extLst>
              <a:ext uri="{FF2B5EF4-FFF2-40B4-BE49-F238E27FC236}">
                <a16:creationId xmlns:a16="http://schemas.microsoft.com/office/drawing/2014/main" id="{18B7A569-70FF-9BCA-F988-F9B46A585DE3}"/>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4" name="Rectangle 4">
            <a:extLst>
              <a:ext uri="{FF2B5EF4-FFF2-40B4-BE49-F238E27FC236}">
                <a16:creationId xmlns:a16="http://schemas.microsoft.com/office/drawing/2014/main" id="{2FCDB2EA-91A1-15F5-FC81-BD234CFC7F07}"/>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19" name="Rectangle 6">
            <a:extLst>
              <a:ext uri="{FF2B5EF4-FFF2-40B4-BE49-F238E27FC236}">
                <a16:creationId xmlns:a16="http://schemas.microsoft.com/office/drawing/2014/main" id="{2F3AD926-407F-EEE3-312F-6508C2090088}"/>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10" name="Rectangle 1">
            <a:extLst>
              <a:ext uri="{FF2B5EF4-FFF2-40B4-BE49-F238E27FC236}">
                <a16:creationId xmlns:a16="http://schemas.microsoft.com/office/drawing/2014/main" id="{1BAFC905-C921-C17F-4371-8676B22A355F}"/>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5" name="Rectangle 2">
            <a:extLst>
              <a:ext uri="{FF2B5EF4-FFF2-40B4-BE49-F238E27FC236}">
                <a16:creationId xmlns:a16="http://schemas.microsoft.com/office/drawing/2014/main" id="{42B2D507-D7C8-F4AC-8B5C-F66E1E45FD4E}"/>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1" name="Rectangle 1">
            <a:extLst>
              <a:ext uri="{FF2B5EF4-FFF2-40B4-BE49-F238E27FC236}">
                <a16:creationId xmlns:a16="http://schemas.microsoft.com/office/drawing/2014/main" id="{84CDB709-48D2-0F17-010F-F9EF0D211656}"/>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8" name="Rectangle 1">
            <a:extLst>
              <a:ext uri="{FF2B5EF4-FFF2-40B4-BE49-F238E27FC236}">
                <a16:creationId xmlns:a16="http://schemas.microsoft.com/office/drawing/2014/main" id="{ECA85013-5870-9A07-4A6E-E04E024EBBA7}"/>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20" name="Rectangle 1">
            <a:extLst>
              <a:ext uri="{FF2B5EF4-FFF2-40B4-BE49-F238E27FC236}">
                <a16:creationId xmlns:a16="http://schemas.microsoft.com/office/drawing/2014/main" id="{DFCAA1DE-8A89-7C46-BA33-77AE98C997BD}"/>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7" name="Rectangle 1">
            <a:extLst>
              <a:ext uri="{FF2B5EF4-FFF2-40B4-BE49-F238E27FC236}">
                <a16:creationId xmlns:a16="http://schemas.microsoft.com/office/drawing/2014/main" id="{9F2B029A-4A48-BE13-D6AE-4679E72AC677}"/>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22" name="Rectangle 1">
            <a:extLst>
              <a:ext uri="{FF2B5EF4-FFF2-40B4-BE49-F238E27FC236}">
                <a16:creationId xmlns:a16="http://schemas.microsoft.com/office/drawing/2014/main" id="{79A0D87F-B56F-BA65-A9E9-B625C6AC5EFE}"/>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18" name="Rectangle 1">
            <a:extLst>
              <a:ext uri="{FF2B5EF4-FFF2-40B4-BE49-F238E27FC236}">
                <a16:creationId xmlns:a16="http://schemas.microsoft.com/office/drawing/2014/main" id="{CC9C2FB1-5121-D52A-F568-1F7755757F03}"/>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25" name="Rectangle 1">
            <a:extLst>
              <a:ext uri="{FF2B5EF4-FFF2-40B4-BE49-F238E27FC236}">
                <a16:creationId xmlns:a16="http://schemas.microsoft.com/office/drawing/2014/main" id="{75450D93-33B9-D9E6-4681-EC99E0081995}"/>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6" name="Rectangle 1">
            <a:extLst>
              <a:ext uri="{FF2B5EF4-FFF2-40B4-BE49-F238E27FC236}">
                <a16:creationId xmlns:a16="http://schemas.microsoft.com/office/drawing/2014/main" id="{E621F3DF-1D7E-9281-3368-F984B74591C4}"/>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pic>
        <p:nvPicPr>
          <p:cNvPr id="27" name="Picture 26" descr="A screenshot of a computer&#10;&#10;Description automatically generated">
            <a:extLst>
              <a:ext uri="{FF2B5EF4-FFF2-40B4-BE49-F238E27FC236}">
                <a16:creationId xmlns:a16="http://schemas.microsoft.com/office/drawing/2014/main" id="{561145AE-1C5B-8CCD-C05F-313955EA2B90}"/>
              </a:ext>
            </a:extLst>
          </p:cNvPr>
          <p:cNvPicPr>
            <a:picLocks noChangeAspect="1"/>
          </p:cNvPicPr>
          <p:nvPr/>
        </p:nvPicPr>
        <p:blipFill>
          <a:blip r:embed="rId3"/>
          <a:stretch>
            <a:fillRect/>
          </a:stretch>
        </p:blipFill>
        <p:spPr>
          <a:xfrm>
            <a:off x="4413022" y="2347015"/>
            <a:ext cx="3108465" cy="4095279"/>
          </a:xfrm>
          <a:prstGeom prst="rect">
            <a:avLst/>
          </a:prstGeom>
        </p:spPr>
      </p:pic>
    </p:spTree>
    <p:extLst>
      <p:ext uri="{BB962C8B-B14F-4D97-AF65-F5344CB8AC3E}">
        <p14:creationId xmlns:p14="http://schemas.microsoft.com/office/powerpoint/2010/main" val="2550955635"/>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24042" y="217287"/>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a:solidFill>
            <a:schemeClr val="accent1"/>
          </a:solidFill>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60"/>
            <a:ext cx="10722297" cy="886397"/>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4800" kern="0" dirty="0">
                <a:solidFill>
                  <a:srgbClr val="FFFFFF"/>
                </a:solidFill>
                <a:latin typeface="Courier"/>
                <a:cs typeface="Arial"/>
                <a:sym typeface="Courier"/>
              </a:rPr>
              <a:t>Why do we need List</a:t>
            </a:r>
            <a:endParaRPr sz="4800"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7" name="Rectangle 1">
            <a:extLst>
              <a:ext uri="{FF2B5EF4-FFF2-40B4-BE49-F238E27FC236}">
                <a16:creationId xmlns:a16="http://schemas.microsoft.com/office/drawing/2014/main" id="{20F41085-CE44-7E37-23E2-A522BDCBBFCD}"/>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3" name="Rectangle 1">
            <a:extLst>
              <a:ext uri="{FF2B5EF4-FFF2-40B4-BE49-F238E27FC236}">
                <a16:creationId xmlns:a16="http://schemas.microsoft.com/office/drawing/2014/main" id="{0E9B0D59-3084-D5BA-88A0-D33BADA639E4}"/>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4" name="Rectangle 1">
            <a:extLst>
              <a:ext uri="{FF2B5EF4-FFF2-40B4-BE49-F238E27FC236}">
                <a16:creationId xmlns:a16="http://schemas.microsoft.com/office/drawing/2014/main" id="{23F2007E-42F7-9440-F3A0-FD42A273BA15}"/>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6" name="Rectangle 5">
            <a:extLst>
              <a:ext uri="{FF2B5EF4-FFF2-40B4-BE49-F238E27FC236}">
                <a16:creationId xmlns:a16="http://schemas.microsoft.com/office/drawing/2014/main" id="{9F5FADB2-91AF-D4FA-A045-82F997FBBD17}"/>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5" name="Rectangle 1">
            <a:extLst>
              <a:ext uri="{FF2B5EF4-FFF2-40B4-BE49-F238E27FC236}">
                <a16:creationId xmlns:a16="http://schemas.microsoft.com/office/drawing/2014/main" id="{E6496D04-2116-A83E-095C-4F80A7E97EC5}"/>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9" name="Rectangle 2">
            <a:extLst>
              <a:ext uri="{FF2B5EF4-FFF2-40B4-BE49-F238E27FC236}">
                <a16:creationId xmlns:a16="http://schemas.microsoft.com/office/drawing/2014/main" id="{3E458D6A-E9DB-1287-7EA5-E23645965E69}"/>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2" name="Rectangle 2">
            <a:extLst>
              <a:ext uri="{FF2B5EF4-FFF2-40B4-BE49-F238E27FC236}">
                <a16:creationId xmlns:a16="http://schemas.microsoft.com/office/drawing/2014/main" id="{FBB22B93-F8CC-6F00-52DE-0350807328D2}"/>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3" name="Rectangle 3">
            <a:extLst>
              <a:ext uri="{FF2B5EF4-FFF2-40B4-BE49-F238E27FC236}">
                <a16:creationId xmlns:a16="http://schemas.microsoft.com/office/drawing/2014/main" id="{18B7A569-70FF-9BCA-F988-F9B46A585DE3}"/>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4" name="Rectangle 4">
            <a:extLst>
              <a:ext uri="{FF2B5EF4-FFF2-40B4-BE49-F238E27FC236}">
                <a16:creationId xmlns:a16="http://schemas.microsoft.com/office/drawing/2014/main" id="{2FCDB2EA-91A1-15F5-FC81-BD234CFC7F07}"/>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19" name="Rectangle 6">
            <a:extLst>
              <a:ext uri="{FF2B5EF4-FFF2-40B4-BE49-F238E27FC236}">
                <a16:creationId xmlns:a16="http://schemas.microsoft.com/office/drawing/2014/main" id="{2F3AD926-407F-EEE3-312F-6508C2090088}"/>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10" name="Rectangle 1">
            <a:extLst>
              <a:ext uri="{FF2B5EF4-FFF2-40B4-BE49-F238E27FC236}">
                <a16:creationId xmlns:a16="http://schemas.microsoft.com/office/drawing/2014/main" id="{1BAFC905-C921-C17F-4371-8676B22A355F}"/>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5" name="Rectangle 2">
            <a:extLst>
              <a:ext uri="{FF2B5EF4-FFF2-40B4-BE49-F238E27FC236}">
                <a16:creationId xmlns:a16="http://schemas.microsoft.com/office/drawing/2014/main" id="{42B2D507-D7C8-F4AC-8B5C-F66E1E45FD4E}"/>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1" name="Rectangle 1">
            <a:extLst>
              <a:ext uri="{FF2B5EF4-FFF2-40B4-BE49-F238E27FC236}">
                <a16:creationId xmlns:a16="http://schemas.microsoft.com/office/drawing/2014/main" id="{84CDB709-48D2-0F17-010F-F9EF0D211656}"/>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8" name="Rectangle 1">
            <a:extLst>
              <a:ext uri="{FF2B5EF4-FFF2-40B4-BE49-F238E27FC236}">
                <a16:creationId xmlns:a16="http://schemas.microsoft.com/office/drawing/2014/main" id="{ECA85013-5870-9A07-4A6E-E04E024EBBA7}"/>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20" name="Rectangle 1">
            <a:extLst>
              <a:ext uri="{FF2B5EF4-FFF2-40B4-BE49-F238E27FC236}">
                <a16:creationId xmlns:a16="http://schemas.microsoft.com/office/drawing/2014/main" id="{DFCAA1DE-8A89-7C46-BA33-77AE98C997BD}"/>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7" name="Rectangle 1">
            <a:extLst>
              <a:ext uri="{FF2B5EF4-FFF2-40B4-BE49-F238E27FC236}">
                <a16:creationId xmlns:a16="http://schemas.microsoft.com/office/drawing/2014/main" id="{9F2B029A-4A48-BE13-D6AE-4679E72AC677}"/>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22" name="Rectangle 1">
            <a:extLst>
              <a:ext uri="{FF2B5EF4-FFF2-40B4-BE49-F238E27FC236}">
                <a16:creationId xmlns:a16="http://schemas.microsoft.com/office/drawing/2014/main" id="{79A0D87F-B56F-BA65-A9E9-B625C6AC5EFE}"/>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18" name="Rectangle 1">
            <a:extLst>
              <a:ext uri="{FF2B5EF4-FFF2-40B4-BE49-F238E27FC236}">
                <a16:creationId xmlns:a16="http://schemas.microsoft.com/office/drawing/2014/main" id="{CC9C2FB1-5121-D52A-F568-1F7755757F03}"/>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25" name="Rectangle 1">
            <a:extLst>
              <a:ext uri="{FF2B5EF4-FFF2-40B4-BE49-F238E27FC236}">
                <a16:creationId xmlns:a16="http://schemas.microsoft.com/office/drawing/2014/main" id="{75450D93-33B9-D9E6-4681-EC99E0081995}"/>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6" name="Rectangle 1">
            <a:extLst>
              <a:ext uri="{FF2B5EF4-FFF2-40B4-BE49-F238E27FC236}">
                <a16:creationId xmlns:a16="http://schemas.microsoft.com/office/drawing/2014/main" id="{E621F3DF-1D7E-9281-3368-F984B74591C4}"/>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pic>
        <p:nvPicPr>
          <p:cNvPr id="23" name="Picture 22" descr="A blue rectangular object with white text&#10;&#10;Description automatically generated">
            <a:extLst>
              <a:ext uri="{FF2B5EF4-FFF2-40B4-BE49-F238E27FC236}">
                <a16:creationId xmlns:a16="http://schemas.microsoft.com/office/drawing/2014/main" id="{8A1CCFF6-D92D-9740-55D4-552C1692EB44}"/>
              </a:ext>
            </a:extLst>
          </p:cNvPr>
          <p:cNvPicPr>
            <a:picLocks noChangeAspect="1"/>
          </p:cNvPicPr>
          <p:nvPr/>
        </p:nvPicPr>
        <p:blipFill>
          <a:blip r:embed="rId3"/>
          <a:stretch>
            <a:fillRect/>
          </a:stretch>
        </p:blipFill>
        <p:spPr>
          <a:xfrm>
            <a:off x="2869142" y="2392342"/>
            <a:ext cx="6250517" cy="2722997"/>
          </a:xfrm>
          <a:prstGeom prst="rect">
            <a:avLst/>
          </a:prstGeom>
        </p:spPr>
      </p:pic>
      <p:sp>
        <p:nvSpPr>
          <p:cNvPr id="24" name="Google Shape;649;p14">
            <a:extLst>
              <a:ext uri="{FF2B5EF4-FFF2-40B4-BE49-F238E27FC236}">
                <a16:creationId xmlns:a16="http://schemas.microsoft.com/office/drawing/2014/main" id="{16B64150-D72D-2F69-6A24-26310EF32041}"/>
              </a:ext>
            </a:extLst>
          </p:cNvPr>
          <p:cNvSpPr txBox="1"/>
          <p:nvPr/>
        </p:nvSpPr>
        <p:spPr>
          <a:xfrm>
            <a:off x="1984513" y="5406347"/>
            <a:ext cx="10885700" cy="402226"/>
          </a:xfrm>
          <a:prstGeom prst="rect">
            <a:avLst/>
          </a:prstGeom>
          <a:noFill/>
          <a:ln>
            <a:noFill/>
          </a:ln>
        </p:spPr>
        <p:txBody>
          <a:bodyPr spcFirstLastPara="1" wrap="square" lIns="0" tIns="0" rIns="0" bIns="0" anchor="t" anchorCtr="0">
            <a:spAutoFit/>
          </a:bodyPr>
          <a:lstStyle/>
          <a:p>
            <a:pPr marL="304815" indent="-304815" defTabSz="609630">
              <a:lnSpc>
                <a:spcPct val="139958"/>
              </a:lnSpc>
              <a:buClr>
                <a:srgbClr val="FFFFFF"/>
              </a:buClr>
              <a:buFont typeface="Arial" panose="020B0604020202020204" pitchFamily="34" charset="0"/>
              <a:buChar char="•"/>
            </a:pPr>
            <a:r>
              <a:rPr lang="en-US" sz="1867" i="1" kern="0" dirty="0">
                <a:solidFill>
                  <a:srgbClr val="FFFFFF"/>
                </a:solidFill>
                <a:latin typeface="Roboto Mono"/>
                <a:ea typeface="Roboto Mono"/>
                <a:cs typeface="Arial"/>
                <a:sym typeface="Roboto Mono"/>
              </a:rPr>
              <a:t>Do you need to create a separate variable for each value? </a:t>
            </a:r>
            <a:endParaRPr lang="en-US" sz="1867" i="1" kern="0" dirty="0">
              <a:solidFill>
                <a:srgbClr val="8C52FF"/>
              </a:solidFill>
              <a:latin typeface="Roboto Mono"/>
              <a:ea typeface="Roboto Mono"/>
              <a:cs typeface="Arial"/>
              <a:sym typeface="Roboto Mono"/>
            </a:endParaRPr>
          </a:p>
        </p:txBody>
      </p:sp>
    </p:spTree>
    <p:extLst>
      <p:ext uri="{BB962C8B-B14F-4D97-AF65-F5344CB8AC3E}">
        <p14:creationId xmlns:p14="http://schemas.microsoft.com/office/powerpoint/2010/main" val="4191276705"/>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24042" y="217287"/>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a:solidFill>
            <a:schemeClr val="accent1"/>
          </a:solidFill>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60"/>
            <a:ext cx="10722297" cy="886397"/>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4800" kern="0" dirty="0">
                <a:solidFill>
                  <a:srgbClr val="FFFFFF"/>
                </a:solidFill>
                <a:latin typeface="Courier"/>
                <a:cs typeface="Arial"/>
                <a:sym typeface="Courier"/>
              </a:rPr>
              <a:t>Why do we need List</a:t>
            </a:r>
            <a:endParaRPr sz="4800"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7" name="Rectangle 1">
            <a:extLst>
              <a:ext uri="{FF2B5EF4-FFF2-40B4-BE49-F238E27FC236}">
                <a16:creationId xmlns:a16="http://schemas.microsoft.com/office/drawing/2014/main" id="{20F41085-CE44-7E37-23E2-A522BDCBBFCD}"/>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3" name="Rectangle 1">
            <a:extLst>
              <a:ext uri="{FF2B5EF4-FFF2-40B4-BE49-F238E27FC236}">
                <a16:creationId xmlns:a16="http://schemas.microsoft.com/office/drawing/2014/main" id="{0E9B0D59-3084-D5BA-88A0-D33BADA639E4}"/>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4" name="Rectangle 1">
            <a:extLst>
              <a:ext uri="{FF2B5EF4-FFF2-40B4-BE49-F238E27FC236}">
                <a16:creationId xmlns:a16="http://schemas.microsoft.com/office/drawing/2014/main" id="{23F2007E-42F7-9440-F3A0-FD42A273BA15}"/>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6" name="Rectangle 5">
            <a:extLst>
              <a:ext uri="{FF2B5EF4-FFF2-40B4-BE49-F238E27FC236}">
                <a16:creationId xmlns:a16="http://schemas.microsoft.com/office/drawing/2014/main" id="{9F5FADB2-91AF-D4FA-A045-82F997FBBD17}"/>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5" name="Rectangle 1">
            <a:extLst>
              <a:ext uri="{FF2B5EF4-FFF2-40B4-BE49-F238E27FC236}">
                <a16:creationId xmlns:a16="http://schemas.microsoft.com/office/drawing/2014/main" id="{E6496D04-2116-A83E-095C-4F80A7E97EC5}"/>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9" name="Rectangle 2">
            <a:extLst>
              <a:ext uri="{FF2B5EF4-FFF2-40B4-BE49-F238E27FC236}">
                <a16:creationId xmlns:a16="http://schemas.microsoft.com/office/drawing/2014/main" id="{3E458D6A-E9DB-1287-7EA5-E23645965E69}"/>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2" name="Rectangle 2">
            <a:extLst>
              <a:ext uri="{FF2B5EF4-FFF2-40B4-BE49-F238E27FC236}">
                <a16:creationId xmlns:a16="http://schemas.microsoft.com/office/drawing/2014/main" id="{FBB22B93-F8CC-6F00-52DE-0350807328D2}"/>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3" name="Rectangle 3">
            <a:extLst>
              <a:ext uri="{FF2B5EF4-FFF2-40B4-BE49-F238E27FC236}">
                <a16:creationId xmlns:a16="http://schemas.microsoft.com/office/drawing/2014/main" id="{18B7A569-70FF-9BCA-F988-F9B46A585DE3}"/>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4" name="Rectangle 4">
            <a:extLst>
              <a:ext uri="{FF2B5EF4-FFF2-40B4-BE49-F238E27FC236}">
                <a16:creationId xmlns:a16="http://schemas.microsoft.com/office/drawing/2014/main" id="{2FCDB2EA-91A1-15F5-FC81-BD234CFC7F07}"/>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19" name="Rectangle 6">
            <a:extLst>
              <a:ext uri="{FF2B5EF4-FFF2-40B4-BE49-F238E27FC236}">
                <a16:creationId xmlns:a16="http://schemas.microsoft.com/office/drawing/2014/main" id="{2F3AD926-407F-EEE3-312F-6508C2090088}"/>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10" name="Rectangle 1">
            <a:extLst>
              <a:ext uri="{FF2B5EF4-FFF2-40B4-BE49-F238E27FC236}">
                <a16:creationId xmlns:a16="http://schemas.microsoft.com/office/drawing/2014/main" id="{1BAFC905-C921-C17F-4371-8676B22A355F}"/>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5" name="Rectangle 2">
            <a:extLst>
              <a:ext uri="{FF2B5EF4-FFF2-40B4-BE49-F238E27FC236}">
                <a16:creationId xmlns:a16="http://schemas.microsoft.com/office/drawing/2014/main" id="{42B2D507-D7C8-F4AC-8B5C-F66E1E45FD4E}"/>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1" name="Rectangle 1">
            <a:extLst>
              <a:ext uri="{FF2B5EF4-FFF2-40B4-BE49-F238E27FC236}">
                <a16:creationId xmlns:a16="http://schemas.microsoft.com/office/drawing/2014/main" id="{84CDB709-48D2-0F17-010F-F9EF0D211656}"/>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8" name="Rectangle 1">
            <a:extLst>
              <a:ext uri="{FF2B5EF4-FFF2-40B4-BE49-F238E27FC236}">
                <a16:creationId xmlns:a16="http://schemas.microsoft.com/office/drawing/2014/main" id="{ECA85013-5870-9A07-4A6E-E04E024EBBA7}"/>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20" name="Rectangle 1">
            <a:extLst>
              <a:ext uri="{FF2B5EF4-FFF2-40B4-BE49-F238E27FC236}">
                <a16:creationId xmlns:a16="http://schemas.microsoft.com/office/drawing/2014/main" id="{DFCAA1DE-8A89-7C46-BA33-77AE98C997BD}"/>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7" name="Rectangle 1">
            <a:extLst>
              <a:ext uri="{FF2B5EF4-FFF2-40B4-BE49-F238E27FC236}">
                <a16:creationId xmlns:a16="http://schemas.microsoft.com/office/drawing/2014/main" id="{9F2B029A-4A48-BE13-D6AE-4679E72AC677}"/>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22" name="Rectangle 1">
            <a:extLst>
              <a:ext uri="{FF2B5EF4-FFF2-40B4-BE49-F238E27FC236}">
                <a16:creationId xmlns:a16="http://schemas.microsoft.com/office/drawing/2014/main" id="{79A0D87F-B56F-BA65-A9E9-B625C6AC5EFE}"/>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18" name="Rectangle 1">
            <a:extLst>
              <a:ext uri="{FF2B5EF4-FFF2-40B4-BE49-F238E27FC236}">
                <a16:creationId xmlns:a16="http://schemas.microsoft.com/office/drawing/2014/main" id="{CC9C2FB1-5121-D52A-F568-1F7755757F03}"/>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25" name="Rectangle 1">
            <a:extLst>
              <a:ext uri="{FF2B5EF4-FFF2-40B4-BE49-F238E27FC236}">
                <a16:creationId xmlns:a16="http://schemas.microsoft.com/office/drawing/2014/main" id="{75450D93-33B9-D9E6-4681-EC99E0081995}"/>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6" name="Rectangle 1">
            <a:extLst>
              <a:ext uri="{FF2B5EF4-FFF2-40B4-BE49-F238E27FC236}">
                <a16:creationId xmlns:a16="http://schemas.microsoft.com/office/drawing/2014/main" id="{E621F3DF-1D7E-9281-3368-F984B74591C4}"/>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pic>
        <p:nvPicPr>
          <p:cNvPr id="26" name="Picture 25">
            <a:extLst>
              <a:ext uri="{FF2B5EF4-FFF2-40B4-BE49-F238E27FC236}">
                <a16:creationId xmlns:a16="http://schemas.microsoft.com/office/drawing/2014/main" id="{77DB8243-7574-88B4-6CE4-288727B5C943}"/>
              </a:ext>
            </a:extLst>
          </p:cNvPr>
          <p:cNvPicPr>
            <a:picLocks noChangeAspect="1"/>
          </p:cNvPicPr>
          <p:nvPr/>
        </p:nvPicPr>
        <p:blipFill>
          <a:blip r:embed="rId3"/>
          <a:stretch>
            <a:fillRect/>
          </a:stretch>
        </p:blipFill>
        <p:spPr>
          <a:xfrm>
            <a:off x="2766139" y="2504731"/>
            <a:ext cx="6650412" cy="726099"/>
          </a:xfrm>
          <a:prstGeom prst="rect">
            <a:avLst/>
          </a:prstGeom>
        </p:spPr>
      </p:pic>
      <p:sp>
        <p:nvSpPr>
          <p:cNvPr id="27" name="Google Shape;649;p14">
            <a:extLst>
              <a:ext uri="{FF2B5EF4-FFF2-40B4-BE49-F238E27FC236}">
                <a16:creationId xmlns:a16="http://schemas.microsoft.com/office/drawing/2014/main" id="{416BE244-9A05-55BB-15CC-C096E321BC7C}"/>
              </a:ext>
            </a:extLst>
          </p:cNvPr>
          <p:cNvSpPr txBox="1"/>
          <p:nvPr/>
        </p:nvSpPr>
        <p:spPr>
          <a:xfrm>
            <a:off x="963639" y="3627171"/>
            <a:ext cx="10885700" cy="2413353"/>
          </a:xfrm>
          <a:prstGeom prst="rect">
            <a:avLst/>
          </a:prstGeom>
          <a:noFill/>
          <a:ln>
            <a:noFill/>
          </a:ln>
        </p:spPr>
        <p:txBody>
          <a:bodyPr spcFirstLastPara="1" wrap="square" lIns="0" tIns="0" rIns="0" bIns="0" anchor="t" anchorCtr="0">
            <a:spAutoFit/>
          </a:bodyPr>
          <a:lstStyle/>
          <a:p>
            <a:pPr marL="304815" indent="-304815" defTabSz="609630">
              <a:lnSpc>
                <a:spcPct val="139958"/>
              </a:lnSpc>
              <a:buClr>
                <a:srgbClr val="FFFFFF"/>
              </a:buClr>
              <a:buFont typeface="Arial" panose="020B0604020202020204" pitchFamily="34" charset="0"/>
              <a:buChar char="•"/>
            </a:pPr>
            <a:r>
              <a:rPr lang="en-US" sz="1867" i="1" kern="0" dirty="0">
                <a:solidFill>
                  <a:srgbClr val="FFFFFF"/>
                </a:solidFill>
                <a:latin typeface="Roboto Mono"/>
                <a:ea typeface="Roboto Mono"/>
                <a:cs typeface="Arial"/>
                <a:sym typeface="Roboto Mono"/>
              </a:rPr>
              <a:t>list starts with an </a:t>
            </a:r>
            <a:r>
              <a:rPr lang="en-US" sz="1867" i="1" kern="0" dirty="0">
                <a:solidFill>
                  <a:srgbClr val="8C52FF"/>
                </a:solidFill>
                <a:latin typeface="Roboto Mono"/>
                <a:ea typeface="Roboto Mono"/>
                <a:cs typeface="Arial"/>
                <a:sym typeface="Roboto Mono"/>
              </a:rPr>
              <a:t>open square bracket and ends with a closed square bracket</a:t>
            </a:r>
          </a:p>
          <a:p>
            <a:pPr marL="304815" indent="-304815" defTabSz="609630">
              <a:lnSpc>
                <a:spcPct val="139958"/>
              </a:lnSpc>
              <a:buClr>
                <a:srgbClr val="FFFFFF"/>
              </a:buClr>
              <a:buFont typeface="Arial" panose="020B0604020202020204" pitchFamily="34" charset="0"/>
              <a:buChar char="•"/>
            </a:pPr>
            <a:r>
              <a:rPr lang="en-US" sz="1867" i="1" kern="0" dirty="0">
                <a:solidFill>
                  <a:srgbClr val="FFFFFF"/>
                </a:solidFill>
                <a:latin typeface="Roboto Mono"/>
                <a:ea typeface="Roboto Mono"/>
                <a:cs typeface="Arial"/>
                <a:sym typeface="Roboto Mono"/>
              </a:rPr>
              <a:t>numbers is a list consisting of five values, all of them numbers. </a:t>
            </a:r>
            <a:endParaRPr lang="en-US" sz="1867" i="1" kern="0" dirty="0">
              <a:solidFill>
                <a:srgbClr val="8C52FF"/>
              </a:solidFill>
              <a:latin typeface="Roboto Mono"/>
              <a:ea typeface="Roboto Mono"/>
              <a:cs typeface="Arial"/>
              <a:sym typeface="Roboto Mono"/>
            </a:endParaRPr>
          </a:p>
          <a:p>
            <a:pPr marL="304815" indent="-304815" defTabSz="609630">
              <a:lnSpc>
                <a:spcPct val="139958"/>
              </a:lnSpc>
              <a:buClr>
                <a:srgbClr val="FFFFFF"/>
              </a:buClr>
              <a:buFont typeface="Arial" panose="020B0604020202020204" pitchFamily="34" charset="0"/>
              <a:buChar char="•"/>
            </a:pPr>
            <a:r>
              <a:rPr lang="en-US" sz="1867" i="1" kern="0" dirty="0">
                <a:solidFill>
                  <a:srgbClr val="FFFFFF"/>
                </a:solidFill>
                <a:latin typeface="Roboto Mono"/>
                <a:ea typeface="Roboto Mono"/>
                <a:cs typeface="Arial"/>
                <a:sym typeface="Roboto Mono"/>
              </a:rPr>
              <a:t>The elements inside a list </a:t>
            </a:r>
            <a:r>
              <a:rPr lang="en-US" sz="1867" i="1" kern="0" dirty="0">
                <a:solidFill>
                  <a:srgbClr val="8C52FF"/>
                </a:solidFill>
                <a:latin typeface="Roboto Mono"/>
                <a:ea typeface="Roboto Mono"/>
                <a:cs typeface="Arial"/>
                <a:sym typeface="Roboto Mono"/>
              </a:rPr>
              <a:t>may have different types</a:t>
            </a:r>
            <a:r>
              <a:rPr lang="en-US" sz="1867" i="1" kern="0" dirty="0">
                <a:solidFill>
                  <a:srgbClr val="FFFFFF"/>
                </a:solidFill>
                <a:latin typeface="Roboto Mono"/>
                <a:ea typeface="Roboto Mono"/>
                <a:cs typeface="Arial"/>
                <a:sym typeface="Roboto Mono"/>
              </a:rPr>
              <a:t>. Some of them may be integers, others floats, and yet others may be lists.</a:t>
            </a:r>
          </a:p>
          <a:p>
            <a:pPr marL="304815" indent="-304815" defTabSz="609630">
              <a:lnSpc>
                <a:spcPct val="139958"/>
              </a:lnSpc>
              <a:buClr>
                <a:srgbClr val="FFFFFF"/>
              </a:buClr>
              <a:buFont typeface="Arial" panose="020B0604020202020204" pitchFamily="34" charset="0"/>
              <a:buChar char="•"/>
            </a:pPr>
            <a:r>
              <a:rPr lang="en-US" sz="1867" i="1" kern="0" dirty="0">
                <a:solidFill>
                  <a:srgbClr val="FFFFFF"/>
                </a:solidFill>
                <a:latin typeface="Roboto Mono"/>
                <a:ea typeface="Roboto Mono"/>
                <a:cs typeface="Arial"/>
                <a:sym typeface="Roboto Mono"/>
              </a:rPr>
              <a:t>Indexable starting from [0]</a:t>
            </a:r>
          </a:p>
        </p:txBody>
      </p:sp>
      <p:sp>
        <p:nvSpPr>
          <p:cNvPr id="28" name="Rectangle 1">
            <a:extLst>
              <a:ext uri="{FF2B5EF4-FFF2-40B4-BE49-F238E27FC236}">
                <a16:creationId xmlns:a16="http://schemas.microsoft.com/office/drawing/2014/main" id="{5FAD5EEE-7C47-B058-FB7E-2E9E034003C6}"/>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Tree>
    <p:extLst>
      <p:ext uri="{BB962C8B-B14F-4D97-AF65-F5344CB8AC3E}">
        <p14:creationId xmlns:p14="http://schemas.microsoft.com/office/powerpoint/2010/main" val="4268277730"/>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24042" y="217287"/>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a:solidFill>
            <a:schemeClr val="accent1"/>
          </a:solidFill>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60"/>
            <a:ext cx="10722297" cy="886397"/>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4800" kern="0" dirty="0">
                <a:solidFill>
                  <a:srgbClr val="FFFFFF"/>
                </a:solidFill>
                <a:latin typeface="Courier"/>
                <a:cs typeface="Arial"/>
                <a:sym typeface="Courier"/>
              </a:rPr>
              <a:t>Indexing List</a:t>
            </a:r>
            <a:endParaRPr sz="4800"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7" name="Rectangle 1">
            <a:extLst>
              <a:ext uri="{FF2B5EF4-FFF2-40B4-BE49-F238E27FC236}">
                <a16:creationId xmlns:a16="http://schemas.microsoft.com/office/drawing/2014/main" id="{20F41085-CE44-7E37-23E2-A522BDCBBFCD}"/>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3" name="Rectangle 1">
            <a:extLst>
              <a:ext uri="{FF2B5EF4-FFF2-40B4-BE49-F238E27FC236}">
                <a16:creationId xmlns:a16="http://schemas.microsoft.com/office/drawing/2014/main" id="{0E9B0D59-3084-D5BA-88A0-D33BADA639E4}"/>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4" name="Rectangle 1">
            <a:extLst>
              <a:ext uri="{FF2B5EF4-FFF2-40B4-BE49-F238E27FC236}">
                <a16:creationId xmlns:a16="http://schemas.microsoft.com/office/drawing/2014/main" id="{23F2007E-42F7-9440-F3A0-FD42A273BA15}"/>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6" name="Rectangle 5">
            <a:extLst>
              <a:ext uri="{FF2B5EF4-FFF2-40B4-BE49-F238E27FC236}">
                <a16:creationId xmlns:a16="http://schemas.microsoft.com/office/drawing/2014/main" id="{9F5FADB2-91AF-D4FA-A045-82F997FBBD17}"/>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5" name="Rectangle 1">
            <a:extLst>
              <a:ext uri="{FF2B5EF4-FFF2-40B4-BE49-F238E27FC236}">
                <a16:creationId xmlns:a16="http://schemas.microsoft.com/office/drawing/2014/main" id="{E6496D04-2116-A83E-095C-4F80A7E97EC5}"/>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9" name="Rectangle 2">
            <a:extLst>
              <a:ext uri="{FF2B5EF4-FFF2-40B4-BE49-F238E27FC236}">
                <a16:creationId xmlns:a16="http://schemas.microsoft.com/office/drawing/2014/main" id="{3E458D6A-E9DB-1287-7EA5-E23645965E69}"/>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2" name="Rectangle 2">
            <a:extLst>
              <a:ext uri="{FF2B5EF4-FFF2-40B4-BE49-F238E27FC236}">
                <a16:creationId xmlns:a16="http://schemas.microsoft.com/office/drawing/2014/main" id="{FBB22B93-F8CC-6F00-52DE-0350807328D2}"/>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3" name="Rectangle 3">
            <a:extLst>
              <a:ext uri="{FF2B5EF4-FFF2-40B4-BE49-F238E27FC236}">
                <a16:creationId xmlns:a16="http://schemas.microsoft.com/office/drawing/2014/main" id="{18B7A569-70FF-9BCA-F988-F9B46A585DE3}"/>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4" name="Rectangle 4">
            <a:extLst>
              <a:ext uri="{FF2B5EF4-FFF2-40B4-BE49-F238E27FC236}">
                <a16:creationId xmlns:a16="http://schemas.microsoft.com/office/drawing/2014/main" id="{2FCDB2EA-91A1-15F5-FC81-BD234CFC7F07}"/>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19" name="Rectangle 6">
            <a:extLst>
              <a:ext uri="{FF2B5EF4-FFF2-40B4-BE49-F238E27FC236}">
                <a16:creationId xmlns:a16="http://schemas.microsoft.com/office/drawing/2014/main" id="{2F3AD926-407F-EEE3-312F-6508C2090088}"/>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10" name="Rectangle 1">
            <a:extLst>
              <a:ext uri="{FF2B5EF4-FFF2-40B4-BE49-F238E27FC236}">
                <a16:creationId xmlns:a16="http://schemas.microsoft.com/office/drawing/2014/main" id="{1BAFC905-C921-C17F-4371-8676B22A355F}"/>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5" name="Rectangle 2">
            <a:extLst>
              <a:ext uri="{FF2B5EF4-FFF2-40B4-BE49-F238E27FC236}">
                <a16:creationId xmlns:a16="http://schemas.microsoft.com/office/drawing/2014/main" id="{42B2D507-D7C8-F4AC-8B5C-F66E1E45FD4E}"/>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1" name="Rectangle 1">
            <a:extLst>
              <a:ext uri="{FF2B5EF4-FFF2-40B4-BE49-F238E27FC236}">
                <a16:creationId xmlns:a16="http://schemas.microsoft.com/office/drawing/2014/main" id="{84CDB709-48D2-0F17-010F-F9EF0D211656}"/>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8" name="Rectangle 1">
            <a:extLst>
              <a:ext uri="{FF2B5EF4-FFF2-40B4-BE49-F238E27FC236}">
                <a16:creationId xmlns:a16="http://schemas.microsoft.com/office/drawing/2014/main" id="{ECA85013-5870-9A07-4A6E-E04E024EBBA7}"/>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20" name="Rectangle 1">
            <a:extLst>
              <a:ext uri="{FF2B5EF4-FFF2-40B4-BE49-F238E27FC236}">
                <a16:creationId xmlns:a16="http://schemas.microsoft.com/office/drawing/2014/main" id="{DFCAA1DE-8A89-7C46-BA33-77AE98C997BD}"/>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7" name="Rectangle 1">
            <a:extLst>
              <a:ext uri="{FF2B5EF4-FFF2-40B4-BE49-F238E27FC236}">
                <a16:creationId xmlns:a16="http://schemas.microsoft.com/office/drawing/2014/main" id="{9F2B029A-4A48-BE13-D6AE-4679E72AC677}"/>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22" name="Rectangle 1">
            <a:extLst>
              <a:ext uri="{FF2B5EF4-FFF2-40B4-BE49-F238E27FC236}">
                <a16:creationId xmlns:a16="http://schemas.microsoft.com/office/drawing/2014/main" id="{79A0D87F-B56F-BA65-A9E9-B625C6AC5EFE}"/>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18" name="Rectangle 1">
            <a:extLst>
              <a:ext uri="{FF2B5EF4-FFF2-40B4-BE49-F238E27FC236}">
                <a16:creationId xmlns:a16="http://schemas.microsoft.com/office/drawing/2014/main" id="{CC9C2FB1-5121-D52A-F568-1F7755757F03}"/>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25" name="Rectangle 1">
            <a:extLst>
              <a:ext uri="{FF2B5EF4-FFF2-40B4-BE49-F238E27FC236}">
                <a16:creationId xmlns:a16="http://schemas.microsoft.com/office/drawing/2014/main" id="{75450D93-33B9-D9E6-4681-EC99E0081995}"/>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6" name="Rectangle 1">
            <a:extLst>
              <a:ext uri="{FF2B5EF4-FFF2-40B4-BE49-F238E27FC236}">
                <a16:creationId xmlns:a16="http://schemas.microsoft.com/office/drawing/2014/main" id="{E621F3DF-1D7E-9281-3368-F984B74591C4}"/>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27" name="Google Shape;649;p14">
            <a:extLst>
              <a:ext uri="{FF2B5EF4-FFF2-40B4-BE49-F238E27FC236}">
                <a16:creationId xmlns:a16="http://schemas.microsoft.com/office/drawing/2014/main" id="{416BE244-9A05-55BB-15CC-C096E321BC7C}"/>
              </a:ext>
            </a:extLst>
          </p:cNvPr>
          <p:cNvSpPr txBox="1"/>
          <p:nvPr/>
        </p:nvSpPr>
        <p:spPr>
          <a:xfrm>
            <a:off x="754749" y="4904957"/>
            <a:ext cx="10885700" cy="804451"/>
          </a:xfrm>
          <a:prstGeom prst="rect">
            <a:avLst/>
          </a:prstGeom>
          <a:noFill/>
          <a:ln>
            <a:noFill/>
          </a:ln>
        </p:spPr>
        <p:txBody>
          <a:bodyPr spcFirstLastPara="1" wrap="square" lIns="0" tIns="0" rIns="0" bIns="0" anchor="t" anchorCtr="0">
            <a:spAutoFit/>
          </a:bodyPr>
          <a:lstStyle/>
          <a:p>
            <a:pPr algn="ctr" defTabSz="609630">
              <a:lnSpc>
                <a:spcPct val="139958"/>
              </a:lnSpc>
              <a:buClr>
                <a:srgbClr val="FFFFFF"/>
              </a:buClr>
            </a:pPr>
            <a:r>
              <a:rPr lang="en-US" sz="1867" i="1" kern="0" dirty="0">
                <a:solidFill>
                  <a:srgbClr val="FFFFFF"/>
                </a:solidFill>
                <a:latin typeface="Roboto Mono"/>
                <a:ea typeface="Roboto Mono"/>
                <a:cs typeface="Arial"/>
                <a:sym typeface="Roboto Mono"/>
              </a:rPr>
              <a:t>Original list content: [10, 5, 7, 2, 1]</a:t>
            </a:r>
          </a:p>
          <a:p>
            <a:pPr algn="ctr" defTabSz="609630">
              <a:lnSpc>
                <a:spcPct val="139958"/>
              </a:lnSpc>
              <a:buClr>
                <a:srgbClr val="FFFFFF"/>
              </a:buClr>
            </a:pPr>
            <a:r>
              <a:rPr lang="en-US" sz="1867" i="1" kern="0" dirty="0">
                <a:solidFill>
                  <a:srgbClr val="FFFFFF"/>
                </a:solidFill>
                <a:latin typeface="Roboto Mono"/>
                <a:ea typeface="Roboto Mono"/>
                <a:cs typeface="Arial"/>
                <a:sym typeface="Roboto Mono"/>
              </a:rPr>
              <a:t>New list content: [111, 5, 7, 2, 1] </a:t>
            </a:r>
          </a:p>
        </p:txBody>
      </p:sp>
      <p:sp>
        <p:nvSpPr>
          <p:cNvPr id="28" name="Rectangle 1">
            <a:extLst>
              <a:ext uri="{FF2B5EF4-FFF2-40B4-BE49-F238E27FC236}">
                <a16:creationId xmlns:a16="http://schemas.microsoft.com/office/drawing/2014/main" id="{5FAD5EEE-7C47-B058-FB7E-2E9E034003C6}"/>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pic>
        <p:nvPicPr>
          <p:cNvPr id="23" name="Picture 22" descr="A close-up of a number&#10;&#10;Description automatically generated">
            <a:extLst>
              <a:ext uri="{FF2B5EF4-FFF2-40B4-BE49-F238E27FC236}">
                <a16:creationId xmlns:a16="http://schemas.microsoft.com/office/drawing/2014/main" id="{5B2C4F6F-4768-EC5E-663F-D0DBB439184A}"/>
              </a:ext>
            </a:extLst>
          </p:cNvPr>
          <p:cNvPicPr>
            <a:picLocks noChangeAspect="1"/>
          </p:cNvPicPr>
          <p:nvPr/>
        </p:nvPicPr>
        <p:blipFill>
          <a:blip r:embed="rId3"/>
          <a:stretch>
            <a:fillRect/>
          </a:stretch>
        </p:blipFill>
        <p:spPr>
          <a:xfrm>
            <a:off x="1805985" y="2500716"/>
            <a:ext cx="9364411" cy="1891643"/>
          </a:xfrm>
          <a:prstGeom prst="rect">
            <a:avLst/>
          </a:prstGeom>
        </p:spPr>
      </p:pic>
    </p:spTree>
    <p:extLst>
      <p:ext uri="{BB962C8B-B14F-4D97-AF65-F5344CB8AC3E}">
        <p14:creationId xmlns:p14="http://schemas.microsoft.com/office/powerpoint/2010/main" val="644241393"/>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24042" y="217287"/>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a:solidFill>
            <a:schemeClr val="accent1"/>
          </a:solidFill>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60"/>
            <a:ext cx="10722297" cy="886397"/>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4800" kern="0" dirty="0">
                <a:solidFill>
                  <a:srgbClr val="FFFFFF"/>
                </a:solidFill>
                <a:latin typeface="Courier"/>
                <a:cs typeface="Arial"/>
                <a:sym typeface="Courier"/>
              </a:rPr>
              <a:t>Indexing List</a:t>
            </a:r>
            <a:endParaRPr sz="4800"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7" name="Rectangle 1">
            <a:extLst>
              <a:ext uri="{FF2B5EF4-FFF2-40B4-BE49-F238E27FC236}">
                <a16:creationId xmlns:a16="http://schemas.microsoft.com/office/drawing/2014/main" id="{20F41085-CE44-7E37-23E2-A522BDCBBFCD}"/>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3" name="Rectangle 1">
            <a:extLst>
              <a:ext uri="{FF2B5EF4-FFF2-40B4-BE49-F238E27FC236}">
                <a16:creationId xmlns:a16="http://schemas.microsoft.com/office/drawing/2014/main" id="{0E9B0D59-3084-D5BA-88A0-D33BADA639E4}"/>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4" name="Rectangle 1">
            <a:extLst>
              <a:ext uri="{FF2B5EF4-FFF2-40B4-BE49-F238E27FC236}">
                <a16:creationId xmlns:a16="http://schemas.microsoft.com/office/drawing/2014/main" id="{23F2007E-42F7-9440-F3A0-FD42A273BA15}"/>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6" name="Rectangle 5">
            <a:extLst>
              <a:ext uri="{FF2B5EF4-FFF2-40B4-BE49-F238E27FC236}">
                <a16:creationId xmlns:a16="http://schemas.microsoft.com/office/drawing/2014/main" id="{9F5FADB2-91AF-D4FA-A045-82F997FBBD17}"/>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5" name="Rectangle 1">
            <a:extLst>
              <a:ext uri="{FF2B5EF4-FFF2-40B4-BE49-F238E27FC236}">
                <a16:creationId xmlns:a16="http://schemas.microsoft.com/office/drawing/2014/main" id="{E6496D04-2116-A83E-095C-4F80A7E97EC5}"/>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9" name="Rectangle 2">
            <a:extLst>
              <a:ext uri="{FF2B5EF4-FFF2-40B4-BE49-F238E27FC236}">
                <a16:creationId xmlns:a16="http://schemas.microsoft.com/office/drawing/2014/main" id="{3E458D6A-E9DB-1287-7EA5-E23645965E69}"/>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2" name="Rectangle 2">
            <a:extLst>
              <a:ext uri="{FF2B5EF4-FFF2-40B4-BE49-F238E27FC236}">
                <a16:creationId xmlns:a16="http://schemas.microsoft.com/office/drawing/2014/main" id="{FBB22B93-F8CC-6F00-52DE-0350807328D2}"/>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3" name="Rectangle 3">
            <a:extLst>
              <a:ext uri="{FF2B5EF4-FFF2-40B4-BE49-F238E27FC236}">
                <a16:creationId xmlns:a16="http://schemas.microsoft.com/office/drawing/2014/main" id="{18B7A569-70FF-9BCA-F988-F9B46A585DE3}"/>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4" name="Rectangle 4">
            <a:extLst>
              <a:ext uri="{FF2B5EF4-FFF2-40B4-BE49-F238E27FC236}">
                <a16:creationId xmlns:a16="http://schemas.microsoft.com/office/drawing/2014/main" id="{2FCDB2EA-91A1-15F5-FC81-BD234CFC7F07}"/>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19" name="Rectangle 6">
            <a:extLst>
              <a:ext uri="{FF2B5EF4-FFF2-40B4-BE49-F238E27FC236}">
                <a16:creationId xmlns:a16="http://schemas.microsoft.com/office/drawing/2014/main" id="{2F3AD926-407F-EEE3-312F-6508C2090088}"/>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10" name="Rectangle 1">
            <a:extLst>
              <a:ext uri="{FF2B5EF4-FFF2-40B4-BE49-F238E27FC236}">
                <a16:creationId xmlns:a16="http://schemas.microsoft.com/office/drawing/2014/main" id="{1BAFC905-C921-C17F-4371-8676B22A355F}"/>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5" name="Rectangle 2">
            <a:extLst>
              <a:ext uri="{FF2B5EF4-FFF2-40B4-BE49-F238E27FC236}">
                <a16:creationId xmlns:a16="http://schemas.microsoft.com/office/drawing/2014/main" id="{42B2D507-D7C8-F4AC-8B5C-F66E1E45FD4E}"/>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1" name="Rectangle 1">
            <a:extLst>
              <a:ext uri="{FF2B5EF4-FFF2-40B4-BE49-F238E27FC236}">
                <a16:creationId xmlns:a16="http://schemas.microsoft.com/office/drawing/2014/main" id="{84CDB709-48D2-0F17-010F-F9EF0D211656}"/>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8" name="Rectangle 1">
            <a:extLst>
              <a:ext uri="{FF2B5EF4-FFF2-40B4-BE49-F238E27FC236}">
                <a16:creationId xmlns:a16="http://schemas.microsoft.com/office/drawing/2014/main" id="{ECA85013-5870-9A07-4A6E-E04E024EBBA7}"/>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20" name="Rectangle 1">
            <a:extLst>
              <a:ext uri="{FF2B5EF4-FFF2-40B4-BE49-F238E27FC236}">
                <a16:creationId xmlns:a16="http://schemas.microsoft.com/office/drawing/2014/main" id="{DFCAA1DE-8A89-7C46-BA33-77AE98C997BD}"/>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7" name="Rectangle 1">
            <a:extLst>
              <a:ext uri="{FF2B5EF4-FFF2-40B4-BE49-F238E27FC236}">
                <a16:creationId xmlns:a16="http://schemas.microsoft.com/office/drawing/2014/main" id="{9F2B029A-4A48-BE13-D6AE-4679E72AC677}"/>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22" name="Rectangle 1">
            <a:extLst>
              <a:ext uri="{FF2B5EF4-FFF2-40B4-BE49-F238E27FC236}">
                <a16:creationId xmlns:a16="http://schemas.microsoft.com/office/drawing/2014/main" id="{79A0D87F-B56F-BA65-A9E9-B625C6AC5EFE}"/>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18" name="Rectangle 1">
            <a:extLst>
              <a:ext uri="{FF2B5EF4-FFF2-40B4-BE49-F238E27FC236}">
                <a16:creationId xmlns:a16="http://schemas.microsoft.com/office/drawing/2014/main" id="{CC9C2FB1-5121-D52A-F568-1F7755757F03}"/>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25" name="Rectangle 1">
            <a:extLst>
              <a:ext uri="{FF2B5EF4-FFF2-40B4-BE49-F238E27FC236}">
                <a16:creationId xmlns:a16="http://schemas.microsoft.com/office/drawing/2014/main" id="{75450D93-33B9-D9E6-4681-EC99E0081995}"/>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6" name="Rectangle 1">
            <a:extLst>
              <a:ext uri="{FF2B5EF4-FFF2-40B4-BE49-F238E27FC236}">
                <a16:creationId xmlns:a16="http://schemas.microsoft.com/office/drawing/2014/main" id="{E621F3DF-1D7E-9281-3368-F984B74591C4}"/>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27" name="Google Shape;649;p14">
            <a:extLst>
              <a:ext uri="{FF2B5EF4-FFF2-40B4-BE49-F238E27FC236}">
                <a16:creationId xmlns:a16="http://schemas.microsoft.com/office/drawing/2014/main" id="{416BE244-9A05-55BB-15CC-C096E321BC7C}"/>
              </a:ext>
            </a:extLst>
          </p:cNvPr>
          <p:cNvSpPr txBox="1"/>
          <p:nvPr/>
        </p:nvSpPr>
        <p:spPr>
          <a:xfrm>
            <a:off x="754749" y="4904957"/>
            <a:ext cx="10885700" cy="1206677"/>
          </a:xfrm>
          <a:prstGeom prst="rect">
            <a:avLst/>
          </a:prstGeom>
          <a:noFill/>
          <a:ln>
            <a:noFill/>
          </a:ln>
        </p:spPr>
        <p:txBody>
          <a:bodyPr spcFirstLastPara="1" wrap="square" lIns="0" tIns="0" rIns="0" bIns="0" anchor="t" anchorCtr="0">
            <a:spAutoFit/>
          </a:bodyPr>
          <a:lstStyle/>
          <a:p>
            <a:pPr algn="ctr" defTabSz="609630">
              <a:lnSpc>
                <a:spcPct val="139958"/>
              </a:lnSpc>
              <a:buClr>
                <a:srgbClr val="FFFFFF"/>
              </a:buClr>
            </a:pPr>
            <a:r>
              <a:rPr lang="en-US" sz="1867" i="1" kern="0" dirty="0">
                <a:solidFill>
                  <a:srgbClr val="FFFFFF"/>
                </a:solidFill>
                <a:latin typeface="Roboto Mono"/>
                <a:ea typeface="Roboto Mono"/>
                <a:cs typeface="Arial"/>
                <a:sym typeface="Roboto Mono"/>
              </a:rPr>
              <a:t>Original list content: [10, 5, 7, 2, 1]</a:t>
            </a:r>
          </a:p>
          <a:p>
            <a:pPr algn="ctr" defTabSz="609630">
              <a:lnSpc>
                <a:spcPct val="139958"/>
              </a:lnSpc>
              <a:buClr>
                <a:srgbClr val="FFFFFF"/>
              </a:buClr>
            </a:pPr>
            <a:r>
              <a:rPr lang="en-US" sz="1867" i="1" kern="0" dirty="0">
                <a:solidFill>
                  <a:srgbClr val="FFFFFF"/>
                </a:solidFill>
                <a:latin typeface="Roboto Mono"/>
                <a:ea typeface="Roboto Mono"/>
                <a:cs typeface="Arial"/>
                <a:sym typeface="Roboto Mono"/>
              </a:rPr>
              <a:t>Previous list content: [111, 5, 7, 2, 1]</a:t>
            </a:r>
          </a:p>
          <a:p>
            <a:pPr algn="ctr" defTabSz="609630">
              <a:lnSpc>
                <a:spcPct val="139958"/>
              </a:lnSpc>
              <a:buClr>
                <a:srgbClr val="FFFFFF"/>
              </a:buClr>
            </a:pPr>
            <a:r>
              <a:rPr lang="en-US" sz="1867" i="1" kern="0" dirty="0">
                <a:solidFill>
                  <a:srgbClr val="FFFFFF"/>
                </a:solidFill>
                <a:latin typeface="Roboto Mono"/>
                <a:ea typeface="Roboto Mono"/>
                <a:cs typeface="Arial"/>
                <a:sym typeface="Roboto Mono"/>
              </a:rPr>
              <a:t>New list content: [111, 1, 7, 2, 1] </a:t>
            </a:r>
          </a:p>
        </p:txBody>
      </p:sp>
      <p:sp>
        <p:nvSpPr>
          <p:cNvPr id="28" name="Rectangle 1">
            <a:extLst>
              <a:ext uri="{FF2B5EF4-FFF2-40B4-BE49-F238E27FC236}">
                <a16:creationId xmlns:a16="http://schemas.microsoft.com/office/drawing/2014/main" id="{5FAD5EEE-7C47-B058-FB7E-2E9E034003C6}"/>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pic>
        <p:nvPicPr>
          <p:cNvPr id="24" name="Picture 23" descr="A white background with black text&#10;&#10;Description automatically generated">
            <a:extLst>
              <a:ext uri="{FF2B5EF4-FFF2-40B4-BE49-F238E27FC236}">
                <a16:creationId xmlns:a16="http://schemas.microsoft.com/office/drawing/2014/main" id="{603308BA-6A1B-B089-7A7E-1D844269F418}"/>
              </a:ext>
            </a:extLst>
          </p:cNvPr>
          <p:cNvPicPr>
            <a:picLocks noChangeAspect="1"/>
          </p:cNvPicPr>
          <p:nvPr/>
        </p:nvPicPr>
        <p:blipFill>
          <a:blip r:embed="rId3"/>
          <a:stretch>
            <a:fillRect/>
          </a:stretch>
        </p:blipFill>
        <p:spPr>
          <a:xfrm>
            <a:off x="2471774" y="2313779"/>
            <a:ext cx="7451652" cy="2151880"/>
          </a:xfrm>
          <a:prstGeom prst="rect">
            <a:avLst/>
          </a:prstGeom>
        </p:spPr>
      </p:pic>
    </p:spTree>
    <p:extLst>
      <p:ext uri="{BB962C8B-B14F-4D97-AF65-F5344CB8AC3E}">
        <p14:creationId xmlns:p14="http://schemas.microsoft.com/office/powerpoint/2010/main" val="3543088730"/>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42661" y="175961"/>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a:solidFill>
            <a:schemeClr val="accent1"/>
          </a:solidFill>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60"/>
            <a:ext cx="10722297" cy="886397"/>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4800" kern="0" dirty="0">
                <a:solidFill>
                  <a:srgbClr val="FFFFFF"/>
                </a:solidFill>
                <a:latin typeface="Courier"/>
                <a:cs typeface="Arial"/>
                <a:sym typeface="Courier"/>
              </a:rPr>
              <a:t>Accessing List Content</a:t>
            </a:r>
            <a:endParaRPr sz="4800"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7" name="Rectangle 1">
            <a:extLst>
              <a:ext uri="{FF2B5EF4-FFF2-40B4-BE49-F238E27FC236}">
                <a16:creationId xmlns:a16="http://schemas.microsoft.com/office/drawing/2014/main" id="{20F41085-CE44-7E37-23E2-A522BDCBBFCD}"/>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3" name="Rectangle 1">
            <a:extLst>
              <a:ext uri="{FF2B5EF4-FFF2-40B4-BE49-F238E27FC236}">
                <a16:creationId xmlns:a16="http://schemas.microsoft.com/office/drawing/2014/main" id="{0E9B0D59-3084-D5BA-88A0-D33BADA639E4}"/>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4" name="Rectangle 1">
            <a:extLst>
              <a:ext uri="{FF2B5EF4-FFF2-40B4-BE49-F238E27FC236}">
                <a16:creationId xmlns:a16="http://schemas.microsoft.com/office/drawing/2014/main" id="{23F2007E-42F7-9440-F3A0-FD42A273BA15}"/>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6" name="Rectangle 5">
            <a:extLst>
              <a:ext uri="{FF2B5EF4-FFF2-40B4-BE49-F238E27FC236}">
                <a16:creationId xmlns:a16="http://schemas.microsoft.com/office/drawing/2014/main" id="{9F5FADB2-91AF-D4FA-A045-82F997FBBD17}"/>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5" name="Rectangle 1">
            <a:extLst>
              <a:ext uri="{FF2B5EF4-FFF2-40B4-BE49-F238E27FC236}">
                <a16:creationId xmlns:a16="http://schemas.microsoft.com/office/drawing/2014/main" id="{E6496D04-2116-A83E-095C-4F80A7E97EC5}"/>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9" name="Rectangle 2">
            <a:extLst>
              <a:ext uri="{FF2B5EF4-FFF2-40B4-BE49-F238E27FC236}">
                <a16:creationId xmlns:a16="http://schemas.microsoft.com/office/drawing/2014/main" id="{3E458D6A-E9DB-1287-7EA5-E23645965E69}"/>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2" name="Rectangle 2">
            <a:extLst>
              <a:ext uri="{FF2B5EF4-FFF2-40B4-BE49-F238E27FC236}">
                <a16:creationId xmlns:a16="http://schemas.microsoft.com/office/drawing/2014/main" id="{FBB22B93-F8CC-6F00-52DE-0350807328D2}"/>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3" name="Rectangle 3">
            <a:extLst>
              <a:ext uri="{FF2B5EF4-FFF2-40B4-BE49-F238E27FC236}">
                <a16:creationId xmlns:a16="http://schemas.microsoft.com/office/drawing/2014/main" id="{18B7A569-70FF-9BCA-F988-F9B46A585DE3}"/>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4" name="Rectangle 4">
            <a:extLst>
              <a:ext uri="{FF2B5EF4-FFF2-40B4-BE49-F238E27FC236}">
                <a16:creationId xmlns:a16="http://schemas.microsoft.com/office/drawing/2014/main" id="{2FCDB2EA-91A1-15F5-FC81-BD234CFC7F07}"/>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19" name="Rectangle 6">
            <a:extLst>
              <a:ext uri="{FF2B5EF4-FFF2-40B4-BE49-F238E27FC236}">
                <a16:creationId xmlns:a16="http://schemas.microsoft.com/office/drawing/2014/main" id="{2F3AD926-407F-EEE3-312F-6508C2090088}"/>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10" name="Rectangle 1">
            <a:extLst>
              <a:ext uri="{FF2B5EF4-FFF2-40B4-BE49-F238E27FC236}">
                <a16:creationId xmlns:a16="http://schemas.microsoft.com/office/drawing/2014/main" id="{1BAFC905-C921-C17F-4371-8676B22A355F}"/>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5" name="Rectangle 2">
            <a:extLst>
              <a:ext uri="{FF2B5EF4-FFF2-40B4-BE49-F238E27FC236}">
                <a16:creationId xmlns:a16="http://schemas.microsoft.com/office/drawing/2014/main" id="{42B2D507-D7C8-F4AC-8B5C-F66E1E45FD4E}"/>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1" name="Rectangle 1">
            <a:extLst>
              <a:ext uri="{FF2B5EF4-FFF2-40B4-BE49-F238E27FC236}">
                <a16:creationId xmlns:a16="http://schemas.microsoft.com/office/drawing/2014/main" id="{84CDB709-48D2-0F17-010F-F9EF0D211656}"/>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8" name="Rectangle 1">
            <a:extLst>
              <a:ext uri="{FF2B5EF4-FFF2-40B4-BE49-F238E27FC236}">
                <a16:creationId xmlns:a16="http://schemas.microsoft.com/office/drawing/2014/main" id="{ECA85013-5870-9A07-4A6E-E04E024EBBA7}"/>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20" name="Rectangle 1">
            <a:extLst>
              <a:ext uri="{FF2B5EF4-FFF2-40B4-BE49-F238E27FC236}">
                <a16:creationId xmlns:a16="http://schemas.microsoft.com/office/drawing/2014/main" id="{DFCAA1DE-8A89-7C46-BA33-77AE98C997BD}"/>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7" name="Rectangle 1">
            <a:extLst>
              <a:ext uri="{FF2B5EF4-FFF2-40B4-BE49-F238E27FC236}">
                <a16:creationId xmlns:a16="http://schemas.microsoft.com/office/drawing/2014/main" id="{9F2B029A-4A48-BE13-D6AE-4679E72AC677}"/>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22" name="Rectangle 1">
            <a:extLst>
              <a:ext uri="{FF2B5EF4-FFF2-40B4-BE49-F238E27FC236}">
                <a16:creationId xmlns:a16="http://schemas.microsoft.com/office/drawing/2014/main" id="{79A0D87F-B56F-BA65-A9E9-B625C6AC5EFE}"/>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18" name="Rectangle 1">
            <a:extLst>
              <a:ext uri="{FF2B5EF4-FFF2-40B4-BE49-F238E27FC236}">
                <a16:creationId xmlns:a16="http://schemas.microsoft.com/office/drawing/2014/main" id="{CC9C2FB1-5121-D52A-F568-1F7755757F03}"/>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25" name="Rectangle 1">
            <a:extLst>
              <a:ext uri="{FF2B5EF4-FFF2-40B4-BE49-F238E27FC236}">
                <a16:creationId xmlns:a16="http://schemas.microsoft.com/office/drawing/2014/main" id="{75450D93-33B9-D9E6-4681-EC99E0081995}"/>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6" name="Rectangle 1">
            <a:extLst>
              <a:ext uri="{FF2B5EF4-FFF2-40B4-BE49-F238E27FC236}">
                <a16:creationId xmlns:a16="http://schemas.microsoft.com/office/drawing/2014/main" id="{E621F3DF-1D7E-9281-3368-F984B74591C4}"/>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27" name="Google Shape;649;p14">
            <a:extLst>
              <a:ext uri="{FF2B5EF4-FFF2-40B4-BE49-F238E27FC236}">
                <a16:creationId xmlns:a16="http://schemas.microsoft.com/office/drawing/2014/main" id="{416BE244-9A05-55BB-15CC-C096E321BC7C}"/>
              </a:ext>
            </a:extLst>
          </p:cNvPr>
          <p:cNvSpPr txBox="1"/>
          <p:nvPr/>
        </p:nvSpPr>
        <p:spPr>
          <a:xfrm>
            <a:off x="837202" y="2303024"/>
            <a:ext cx="10885700" cy="1206677"/>
          </a:xfrm>
          <a:prstGeom prst="rect">
            <a:avLst/>
          </a:prstGeom>
          <a:noFill/>
          <a:ln>
            <a:noFill/>
          </a:ln>
        </p:spPr>
        <p:txBody>
          <a:bodyPr spcFirstLastPara="1" wrap="square" lIns="0" tIns="0" rIns="0" bIns="0" anchor="t" anchorCtr="0">
            <a:spAutoFit/>
          </a:bodyPr>
          <a:lstStyle/>
          <a:p>
            <a:pPr defTabSz="609630">
              <a:lnSpc>
                <a:spcPct val="139958"/>
              </a:lnSpc>
              <a:buClr>
                <a:srgbClr val="FFFFFF"/>
              </a:buClr>
            </a:pPr>
            <a:r>
              <a:rPr lang="en-US" sz="1867" i="1" kern="0" dirty="0">
                <a:solidFill>
                  <a:srgbClr val="FFFFFF"/>
                </a:solidFill>
                <a:latin typeface="Roboto Mono"/>
                <a:ea typeface="Roboto Mono"/>
                <a:cs typeface="Arial"/>
                <a:sym typeface="Roboto Mono"/>
              </a:rPr>
              <a:t>Print(numbers[0]) # Accessing the lists first item</a:t>
            </a:r>
          </a:p>
          <a:p>
            <a:pPr defTabSz="609630">
              <a:lnSpc>
                <a:spcPct val="139958"/>
              </a:lnSpc>
              <a:buClr>
                <a:srgbClr val="FFFFFF"/>
              </a:buClr>
            </a:pPr>
            <a:r>
              <a:rPr lang="en-US" sz="1867" i="1" kern="0" dirty="0">
                <a:solidFill>
                  <a:srgbClr val="FFFFFF"/>
                </a:solidFill>
                <a:latin typeface="Roboto Mono"/>
                <a:ea typeface="Roboto Mono"/>
                <a:cs typeface="Arial"/>
                <a:sym typeface="Roboto Mono"/>
              </a:rPr>
              <a:t>Print(numbers) # printing the whole list</a:t>
            </a:r>
          </a:p>
          <a:p>
            <a:pPr defTabSz="609630">
              <a:lnSpc>
                <a:spcPct val="139958"/>
              </a:lnSpc>
              <a:buClr>
                <a:srgbClr val="FFFFFF"/>
              </a:buClr>
            </a:pPr>
            <a:r>
              <a:rPr lang="en-US" sz="1867" i="1" kern="0" dirty="0">
                <a:solidFill>
                  <a:srgbClr val="FFFFFF"/>
                </a:solidFill>
                <a:latin typeface="Roboto Mono"/>
                <a:ea typeface="Roboto Mono"/>
                <a:cs typeface="Arial"/>
                <a:sym typeface="Roboto Mono"/>
              </a:rPr>
              <a:t>Len(number) # printing the length of the list</a:t>
            </a:r>
          </a:p>
        </p:txBody>
      </p:sp>
      <p:sp>
        <p:nvSpPr>
          <p:cNvPr id="28" name="Rectangle 1">
            <a:extLst>
              <a:ext uri="{FF2B5EF4-FFF2-40B4-BE49-F238E27FC236}">
                <a16:creationId xmlns:a16="http://schemas.microsoft.com/office/drawing/2014/main" id="{5FAD5EEE-7C47-B058-FB7E-2E9E034003C6}"/>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21" name="Rectangle 1">
            <a:extLst>
              <a:ext uri="{FF2B5EF4-FFF2-40B4-BE49-F238E27FC236}">
                <a16:creationId xmlns:a16="http://schemas.microsoft.com/office/drawing/2014/main" id="{CC7E7438-D1C2-9733-52F6-7E6A5CDD8969}"/>
              </a:ext>
            </a:extLst>
          </p:cNvPr>
          <p:cNvSpPr>
            <a:spLocks noChangeArrowheads="1"/>
          </p:cNvSpPr>
          <p:nvPr/>
        </p:nvSpPr>
        <p:spPr bwMode="auto">
          <a:xfrm>
            <a:off x="0" y="29290"/>
            <a:ext cx="123175" cy="246221"/>
          </a:xfrm>
          <a:prstGeom prst="rect">
            <a:avLst/>
          </a:prstGeom>
          <a:solidFill>
            <a:srgbClr val="1E1F2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26" name="TextBox 25">
            <a:extLst>
              <a:ext uri="{FF2B5EF4-FFF2-40B4-BE49-F238E27FC236}">
                <a16:creationId xmlns:a16="http://schemas.microsoft.com/office/drawing/2014/main" id="{200E7E8E-9DBC-262A-CB5F-E1F344BD4D45}"/>
              </a:ext>
            </a:extLst>
          </p:cNvPr>
          <p:cNvSpPr txBox="1"/>
          <p:nvPr/>
        </p:nvSpPr>
        <p:spPr>
          <a:xfrm>
            <a:off x="2910703" y="3865553"/>
            <a:ext cx="6573794" cy="2143536"/>
          </a:xfrm>
          <a:prstGeom prst="rect">
            <a:avLst/>
          </a:prstGeom>
          <a:noFill/>
        </p:spPr>
        <p:txBody>
          <a:bodyPr wrap="square">
            <a:spAutoFit/>
          </a:bodyPr>
          <a:lstStyle/>
          <a:p>
            <a:pPr defTabSz="609630" eaLnBrk="0" fontAlgn="base" hangingPunct="0">
              <a:spcBef>
                <a:spcPct val="0"/>
              </a:spcBef>
              <a:spcAft>
                <a:spcPct val="0"/>
              </a:spcAft>
            </a:pPr>
            <a:r>
              <a:rPr lang="en-US" altLang="en-US" sz="1333" kern="0" dirty="0">
                <a:solidFill>
                  <a:srgbClr val="BCBEC4"/>
                </a:solidFill>
                <a:latin typeface="JetBrains Mono"/>
                <a:cs typeface="Arial"/>
                <a:sym typeface="Arial"/>
              </a:rPr>
              <a:t>numbers = [</a:t>
            </a:r>
            <a:r>
              <a:rPr lang="en-US" altLang="en-US" sz="1333" kern="0" dirty="0">
                <a:solidFill>
                  <a:srgbClr val="2AACB8"/>
                </a:solidFill>
                <a:latin typeface="JetBrains Mono"/>
                <a:cs typeface="Arial"/>
                <a:sym typeface="Arial"/>
              </a:rPr>
              <a:t>10</a:t>
            </a:r>
            <a:r>
              <a:rPr lang="en-US" altLang="en-US" sz="1333" kern="0" dirty="0">
                <a:solidFill>
                  <a:srgbClr val="BCBEC4"/>
                </a:solidFill>
                <a:latin typeface="JetBrains Mono"/>
                <a:cs typeface="Arial"/>
                <a:sym typeface="Arial"/>
              </a:rPr>
              <a:t>, </a:t>
            </a:r>
            <a:r>
              <a:rPr lang="en-US" altLang="en-US" sz="1333" kern="0" dirty="0">
                <a:solidFill>
                  <a:srgbClr val="2AACB8"/>
                </a:solidFill>
                <a:latin typeface="JetBrains Mono"/>
                <a:cs typeface="Arial"/>
                <a:sym typeface="Arial"/>
              </a:rPr>
              <a:t>5</a:t>
            </a:r>
            <a:r>
              <a:rPr lang="en-US" altLang="en-US" sz="1333" kern="0" dirty="0">
                <a:solidFill>
                  <a:srgbClr val="BCBEC4"/>
                </a:solidFill>
                <a:latin typeface="JetBrains Mono"/>
                <a:cs typeface="Arial"/>
                <a:sym typeface="Arial"/>
              </a:rPr>
              <a:t>, </a:t>
            </a:r>
            <a:r>
              <a:rPr lang="en-US" altLang="en-US" sz="1333" kern="0" dirty="0">
                <a:solidFill>
                  <a:srgbClr val="2AACB8"/>
                </a:solidFill>
                <a:latin typeface="JetBrains Mono"/>
                <a:cs typeface="Arial"/>
                <a:sym typeface="Arial"/>
              </a:rPr>
              <a:t>7</a:t>
            </a:r>
            <a:r>
              <a:rPr lang="en-US" altLang="en-US" sz="1333" kern="0" dirty="0">
                <a:solidFill>
                  <a:srgbClr val="BCBEC4"/>
                </a:solidFill>
                <a:latin typeface="JetBrains Mono"/>
                <a:cs typeface="Arial"/>
                <a:sym typeface="Arial"/>
              </a:rPr>
              <a:t>, </a:t>
            </a:r>
            <a:r>
              <a:rPr lang="en-US" altLang="en-US" sz="1333" kern="0" dirty="0">
                <a:solidFill>
                  <a:srgbClr val="2AACB8"/>
                </a:solidFill>
                <a:latin typeface="JetBrains Mono"/>
                <a:cs typeface="Arial"/>
                <a:sym typeface="Arial"/>
              </a:rPr>
              <a:t>2</a:t>
            </a:r>
            <a:r>
              <a:rPr lang="en-US" altLang="en-US" sz="1333" kern="0" dirty="0">
                <a:solidFill>
                  <a:srgbClr val="BCBEC4"/>
                </a:solidFill>
                <a:latin typeface="JetBrains Mono"/>
                <a:cs typeface="Arial"/>
                <a:sym typeface="Arial"/>
              </a:rPr>
              <a:t>, </a:t>
            </a:r>
            <a:r>
              <a:rPr lang="en-US" altLang="en-US" sz="1333" kern="0" dirty="0">
                <a:solidFill>
                  <a:srgbClr val="2AACB8"/>
                </a:solidFill>
                <a:latin typeface="JetBrains Mono"/>
                <a:cs typeface="Arial"/>
                <a:sym typeface="Arial"/>
              </a:rPr>
              <a:t>1</a:t>
            </a:r>
            <a:r>
              <a:rPr lang="en-US" altLang="en-US" sz="1333" kern="0" dirty="0">
                <a:solidFill>
                  <a:srgbClr val="BCBEC4"/>
                </a:solidFill>
                <a:latin typeface="JetBrains Mono"/>
                <a:cs typeface="Arial"/>
                <a:sym typeface="Arial"/>
              </a:rPr>
              <a:t>]</a:t>
            </a:r>
            <a:br>
              <a:rPr lang="en-US" altLang="en-US" sz="1333" kern="0" dirty="0">
                <a:solidFill>
                  <a:srgbClr val="BCBEC4"/>
                </a:solidFill>
                <a:latin typeface="JetBrains Mono"/>
                <a:cs typeface="Arial"/>
                <a:sym typeface="Arial"/>
              </a:rPr>
            </a:br>
            <a:r>
              <a:rPr lang="en-US" altLang="en-US" sz="1333" kern="0" dirty="0">
                <a:solidFill>
                  <a:srgbClr val="8888C6"/>
                </a:solidFill>
                <a:latin typeface="JetBrains Mono"/>
                <a:cs typeface="Arial"/>
                <a:sym typeface="Arial"/>
              </a:rPr>
              <a:t>print</a:t>
            </a:r>
            <a:r>
              <a:rPr lang="en-US" altLang="en-US" sz="1333" kern="0" dirty="0">
                <a:solidFill>
                  <a:srgbClr val="BCBEC4"/>
                </a:solidFill>
                <a:latin typeface="JetBrains Mono"/>
                <a:cs typeface="Arial"/>
                <a:sym typeface="Arial"/>
              </a:rPr>
              <a:t>(</a:t>
            </a:r>
            <a:r>
              <a:rPr lang="en-US" altLang="en-US" sz="1333" kern="0" dirty="0">
                <a:solidFill>
                  <a:srgbClr val="6AAB73"/>
                </a:solidFill>
                <a:latin typeface="JetBrains Mono"/>
                <a:cs typeface="Arial"/>
                <a:sym typeface="Arial"/>
              </a:rPr>
              <a:t>"Original list content:"</a:t>
            </a:r>
            <a:r>
              <a:rPr lang="en-US" altLang="en-US" sz="1333" kern="0" dirty="0">
                <a:solidFill>
                  <a:srgbClr val="BCBEC4"/>
                </a:solidFill>
                <a:latin typeface="JetBrains Mono"/>
                <a:cs typeface="Arial"/>
                <a:sym typeface="Arial"/>
              </a:rPr>
              <a:t>, numbers)  </a:t>
            </a:r>
            <a:r>
              <a:rPr lang="en-US" altLang="en-US" sz="1333" kern="0" dirty="0">
                <a:solidFill>
                  <a:srgbClr val="7A7E85"/>
                </a:solidFill>
                <a:latin typeface="JetBrains Mono"/>
                <a:cs typeface="Arial"/>
                <a:sym typeface="Arial"/>
              </a:rPr>
              <a:t># Printing original list content.</a:t>
            </a:r>
            <a:br>
              <a:rPr lang="en-US" altLang="en-US" sz="1333" kern="0" dirty="0">
                <a:solidFill>
                  <a:srgbClr val="7A7E85"/>
                </a:solidFill>
                <a:latin typeface="JetBrains Mono"/>
                <a:cs typeface="Arial"/>
                <a:sym typeface="Arial"/>
              </a:rPr>
            </a:br>
            <a:br>
              <a:rPr lang="en-US" altLang="en-US" sz="1333" kern="0" dirty="0">
                <a:solidFill>
                  <a:srgbClr val="7A7E85"/>
                </a:solidFill>
                <a:latin typeface="JetBrains Mono"/>
                <a:cs typeface="Arial"/>
                <a:sym typeface="Arial"/>
              </a:rPr>
            </a:br>
            <a:r>
              <a:rPr lang="en-US" altLang="en-US" sz="1333" kern="0" dirty="0">
                <a:solidFill>
                  <a:srgbClr val="BCBEC4"/>
                </a:solidFill>
                <a:latin typeface="JetBrains Mono"/>
                <a:cs typeface="Arial"/>
                <a:sym typeface="Arial"/>
              </a:rPr>
              <a:t>numbers[</a:t>
            </a:r>
            <a:r>
              <a:rPr lang="en-US" altLang="en-US" sz="1333" kern="0" dirty="0">
                <a:solidFill>
                  <a:srgbClr val="2AACB8"/>
                </a:solidFill>
                <a:latin typeface="JetBrains Mono"/>
                <a:cs typeface="Arial"/>
                <a:sym typeface="Arial"/>
              </a:rPr>
              <a:t>0</a:t>
            </a:r>
            <a:r>
              <a:rPr lang="en-US" altLang="en-US" sz="1333" kern="0" dirty="0">
                <a:solidFill>
                  <a:srgbClr val="BCBEC4"/>
                </a:solidFill>
                <a:latin typeface="JetBrains Mono"/>
                <a:cs typeface="Arial"/>
                <a:sym typeface="Arial"/>
              </a:rPr>
              <a:t>] = </a:t>
            </a:r>
            <a:r>
              <a:rPr lang="en-US" altLang="en-US" sz="1333" kern="0" dirty="0">
                <a:solidFill>
                  <a:srgbClr val="2AACB8"/>
                </a:solidFill>
                <a:latin typeface="JetBrains Mono"/>
                <a:cs typeface="Arial"/>
                <a:sym typeface="Arial"/>
              </a:rPr>
              <a:t>111</a:t>
            </a:r>
            <a:br>
              <a:rPr lang="en-US" altLang="en-US" sz="1333" kern="0" dirty="0">
                <a:solidFill>
                  <a:srgbClr val="2AACB8"/>
                </a:solidFill>
                <a:latin typeface="JetBrains Mono"/>
                <a:cs typeface="Arial"/>
                <a:sym typeface="Arial"/>
              </a:rPr>
            </a:br>
            <a:r>
              <a:rPr lang="en-US" altLang="en-US" sz="1333" kern="0" dirty="0">
                <a:solidFill>
                  <a:srgbClr val="8888C6"/>
                </a:solidFill>
                <a:latin typeface="JetBrains Mono"/>
                <a:cs typeface="Arial"/>
                <a:sym typeface="Arial"/>
              </a:rPr>
              <a:t>print</a:t>
            </a:r>
            <a:r>
              <a:rPr lang="en-US" altLang="en-US" sz="1333" kern="0" dirty="0">
                <a:solidFill>
                  <a:srgbClr val="BCBEC4"/>
                </a:solidFill>
                <a:latin typeface="JetBrains Mono"/>
                <a:cs typeface="Arial"/>
                <a:sym typeface="Arial"/>
              </a:rPr>
              <a:t>(</a:t>
            </a:r>
            <a:r>
              <a:rPr lang="en-US" altLang="en-US" sz="1333" kern="0" dirty="0">
                <a:solidFill>
                  <a:srgbClr val="6AAB73"/>
                </a:solidFill>
                <a:latin typeface="JetBrains Mono"/>
                <a:cs typeface="Arial"/>
                <a:sym typeface="Arial"/>
              </a:rPr>
              <a:t>"</a:t>
            </a:r>
            <a:r>
              <a:rPr lang="en-US" altLang="en-US" sz="1333" kern="0" dirty="0">
                <a:solidFill>
                  <a:srgbClr val="CF8E6D"/>
                </a:solidFill>
                <a:latin typeface="JetBrains Mono"/>
                <a:cs typeface="Arial"/>
                <a:sym typeface="Arial"/>
              </a:rPr>
              <a:t>\</a:t>
            </a:r>
            <a:r>
              <a:rPr lang="en-US" altLang="en-US" sz="1333" kern="0" dirty="0" err="1">
                <a:solidFill>
                  <a:srgbClr val="CF8E6D"/>
                </a:solidFill>
                <a:latin typeface="JetBrains Mono"/>
                <a:cs typeface="Arial"/>
                <a:sym typeface="Arial"/>
              </a:rPr>
              <a:t>n</a:t>
            </a:r>
            <a:r>
              <a:rPr lang="en-US" altLang="en-US" sz="1333" kern="0" dirty="0" err="1">
                <a:solidFill>
                  <a:srgbClr val="6AAB73"/>
                </a:solidFill>
                <a:latin typeface="JetBrains Mono"/>
                <a:cs typeface="Arial"/>
                <a:sym typeface="Arial"/>
              </a:rPr>
              <a:t>Previous</a:t>
            </a:r>
            <a:r>
              <a:rPr lang="en-US" altLang="en-US" sz="1333" kern="0" dirty="0">
                <a:solidFill>
                  <a:srgbClr val="6AAB73"/>
                </a:solidFill>
                <a:latin typeface="JetBrains Mono"/>
                <a:cs typeface="Arial"/>
                <a:sym typeface="Arial"/>
              </a:rPr>
              <a:t> list content:"</a:t>
            </a:r>
            <a:r>
              <a:rPr lang="en-US" altLang="en-US" sz="1333" kern="0" dirty="0">
                <a:solidFill>
                  <a:srgbClr val="BCBEC4"/>
                </a:solidFill>
                <a:latin typeface="JetBrains Mono"/>
                <a:cs typeface="Arial"/>
                <a:sym typeface="Arial"/>
              </a:rPr>
              <a:t>, numbers)  </a:t>
            </a:r>
            <a:r>
              <a:rPr lang="en-US" altLang="en-US" sz="1333" kern="0" dirty="0">
                <a:solidFill>
                  <a:srgbClr val="7A7E85"/>
                </a:solidFill>
                <a:latin typeface="JetBrains Mono"/>
                <a:cs typeface="Arial"/>
                <a:sym typeface="Arial"/>
              </a:rPr>
              <a:t># Printing previous list content.</a:t>
            </a:r>
            <a:br>
              <a:rPr lang="en-US" altLang="en-US" sz="1333" kern="0" dirty="0">
                <a:solidFill>
                  <a:srgbClr val="7A7E85"/>
                </a:solidFill>
                <a:latin typeface="JetBrains Mono"/>
                <a:cs typeface="Arial"/>
                <a:sym typeface="Arial"/>
              </a:rPr>
            </a:br>
            <a:br>
              <a:rPr lang="en-US" altLang="en-US" sz="1333" kern="0" dirty="0">
                <a:solidFill>
                  <a:srgbClr val="7A7E85"/>
                </a:solidFill>
                <a:latin typeface="JetBrains Mono"/>
                <a:cs typeface="Arial"/>
                <a:sym typeface="Arial"/>
              </a:rPr>
            </a:br>
            <a:r>
              <a:rPr lang="en-US" altLang="en-US" sz="1333" kern="0" dirty="0">
                <a:solidFill>
                  <a:srgbClr val="BCBEC4"/>
                </a:solidFill>
                <a:latin typeface="JetBrains Mono"/>
                <a:cs typeface="Arial"/>
                <a:sym typeface="Arial"/>
              </a:rPr>
              <a:t>numbers[</a:t>
            </a:r>
            <a:r>
              <a:rPr lang="en-US" altLang="en-US" sz="1333" kern="0" dirty="0">
                <a:solidFill>
                  <a:srgbClr val="2AACB8"/>
                </a:solidFill>
                <a:latin typeface="JetBrains Mono"/>
                <a:cs typeface="Arial"/>
                <a:sym typeface="Arial"/>
              </a:rPr>
              <a:t>1</a:t>
            </a:r>
            <a:r>
              <a:rPr lang="en-US" altLang="en-US" sz="1333" kern="0" dirty="0">
                <a:solidFill>
                  <a:srgbClr val="BCBEC4"/>
                </a:solidFill>
                <a:latin typeface="JetBrains Mono"/>
                <a:cs typeface="Arial"/>
                <a:sym typeface="Arial"/>
              </a:rPr>
              <a:t>] = numbers[</a:t>
            </a:r>
            <a:r>
              <a:rPr lang="en-US" altLang="en-US" sz="1333" kern="0" dirty="0">
                <a:solidFill>
                  <a:srgbClr val="2AACB8"/>
                </a:solidFill>
                <a:latin typeface="JetBrains Mono"/>
                <a:cs typeface="Arial"/>
                <a:sym typeface="Arial"/>
              </a:rPr>
              <a:t>4</a:t>
            </a:r>
            <a:r>
              <a:rPr lang="en-US" altLang="en-US" sz="1333" kern="0" dirty="0">
                <a:solidFill>
                  <a:srgbClr val="BCBEC4"/>
                </a:solidFill>
                <a:latin typeface="JetBrains Mono"/>
                <a:cs typeface="Arial"/>
                <a:sym typeface="Arial"/>
              </a:rPr>
              <a:t>]  </a:t>
            </a:r>
            <a:r>
              <a:rPr lang="en-US" altLang="en-US" sz="1333" kern="0" dirty="0">
                <a:solidFill>
                  <a:srgbClr val="7A7E85"/>
                </a:solidFill>
                <a:latin typeface="JetBrains Mono"/>
                <a:cs typeface="Arial"/>
                <a:sym typeface="Arial"/>
              </a:rPr>
              <a:t># Copying value of the fifth element to the second.</a:t>
            </a:r>
            <a:br>
              <a:rPr lang="en-US" altLang="en-US" sz="1333" kern="0" dirty="0">
                <a:solidFill>
                  <a:srgbClr val="7A7E85"/>
                </a:solidFill>
                <a:latin typeface="JetBrains Mono"/>
                <a:cs typeface="Arial"/>
                <a:sym typeface="Arial"/>
              </a:rPr>
            </a:br>
            <a:r>
              <a:rPr lang="en-US" altLang="en-US" sz="1333" kern="0" dirty="0">
                <a:solidFill>
                  <a:srgbClr val="8888C6"/>
                </a:solidFill>
                <a:latin typeface="JetBrains Mono"/>
                <a:cs typeface="Arial"/>
                <a:sym typeface="Arial"/>
              </a:rPr>
              <a:t>print</a:t>
            </a:r>
            <a:r>
              <a:rPr lang="en-US" altLang="en-US" sz="1333" kern="0" dirty="0">
                <a:solidFill>
                  <a:srgbClr val="BCBEC4"/>
                </a:solidFill>
                <a:latin typeface="JetBrains Mono"/>
                <a:cs typeface="Arial"/>
                <a:sym typeface="Arial"/>
              </a:rPr>
              <a:t>(</a:t>
            </a:r>
            <a:r>
              <a:rPr lang="en-US" altLang="en-US" sz="1333" kern="0" dirty="0">
                <a:solidFill>
                  <a:srgbClr val="6AAB73"/>
                </a:solidFill>
                <a:latin typeface="JetBrains Mono"/>
                <a:cs typeface="Arial"/>
                <a:sym typeface="Arial"/>
              </a:rPr>
              <a:t>"Previous list content:"</a:t>
            </a:r>
            <a:r>
              <a:rPr lang="en-US" altLang="en-US" sz="1333" kern="0" dirty="0">
                <a:solidFill>
                  <a:srgbClr val="BCBEC4"/>
                </a:solidFill>
                <a:latin typeface="JetBrains Mono"/>
                <a:cs typeface="Arial"/>
                <a:sym typeface="Arial"/>
              </a:rPr>
              <a:t>, numbers)  </a:t>
            </a:r>
            <a:r>
              <a:rPr lang="en-US" altLang="en-US" sz="1333" kern="0" dirty="0">
                <a:solidFill>
                  <a:srgbClr val="7A7E85"/>
                </a:solidFill>
                <a:latin typeface="JetBrains Mono"/>
                <a:cs typeface="Arial"/>
                <a:sym typeface="Arial"/>
              </a:rPr>
              <a:t># Printing previous list content.</a:t>
            </a:r>
            <a:br>
              <a:rPr lang="en-US" altLang="en-US" sz="1333" kern="0" dirty="0">
                <a:solidFill>
                  <a:srgbClr val="7A7E85"/>
                </a:solidFill>
                <a:latin typeface="JetBrains Mono"/>
                <a:cs typeface="Arial"/>
                <a:sym typeface="Arial"/>
              </a:rPr>
            </a:br>
            <a:br>
              <a:rPr lang="en-US" altLang="en-US" sz="1333" kern="0" dirty="0">
                <a:solidFill>
                  <a:srgbClr val="7A7E85"/>
                </a:solidFill>
                <a:latin typeface="JetBrains Mono"/>
                <a:cs typeface="Arial"/>
                <a:sym typeface="Arial"/>
              </a:rPr>
            </a:br>
            <a:r>
              <a:rPr lang="en-US" altLang="en-US" sz="1333" kern="0" dirty="0">
                <a:solidFill>
                  <a:srgbClr val="8888C6"/>
                </a:solidFill>
                <a:latin typeface="JetBrains Mono"/>
                <a:cs typeface="Arial"/>
                <a:sym typeface="Arial"/>
              </a:rPr>
              <a:t>print</a:t>
            </a:r>
            <a:r>
              <a:rPr lang="en-US" altLang="en-US" sz="1333" kern="0" dirty="0">
                <a:solidFill>
                  <a:srgbClr val="BCBEC4"/>
                </a:solidFill>
                <a:latin typeface="JetBrains Mono"/>
                <a:cs typeface="Arial"/>
                <a:sym typeface="Arial"/>
              </a:rPr>
              <a:t>(</a:t>
            </a:r>
            <a:r>
              <a:rPr lang="en-US" altLang="en-US" sz="1333" kern="0" dirty="0">
                <a:solidFill>
                  <a:srgbClr val="6AAB73"/>
                </a:solidFill>
                <a:latin typeface="JetBrains Mono"/>
                <a:cs typeface="Arial"/>
                <a:sym typeface="Arial"/>
              </a:rPr>
              <a:t>"</a:t>
            </a:r>
            <a:r>
              <a:rPr lang="en-US" altLang="en-US" sz="1333" kern="0" dirty="0">
                <a:solidFill>
                  <a:srgbClr val="CF8E6D"/>
                </a:solidFill>
                <a:latin typeface="JetBrains Mono"/>
                <a:cs typeface="Arial"/>
                <a:sym typeface="Arial"/>
              </a:rPr>
              <a:t>\</a:t>
            </a:r>
            <a:r>
              <a:rPr lang="en-US" altLang="en-US" sz="1333" kern="0" dirty="0" err="1">
                <a:solidFill>
                  <a:srgbClr val="CF8E6D"/>
                </a:solidFill>
                <a:latin typeface="JetBrains Mono"/>
                <a:cs typeface="Arial"/>
                <a:sym typeface="Arial"/>
              </a:rPr>
              <a:t>n</a:t>
            </a:r>
            <a:r>
              <a:rPr lang="en-US" altLang="en-US" sz="1333" kern="0" dirty="0" err="1">
                <a:solidFill>
                  <a:srgbClr val="6AAB73"/>
                </a:solidFill>
                <a:latin typeface="JetBrains Mono"/>
                <a:cs typeface="Arial"/>
                <a:sym typeface="Arial"/>
              </a:rPr>
              <a:t>List</a:t>
            </a:r>
            <a:r>
              <a:rPr lang="en-US" altLang="en-US" sz="1333" kern="0" dirty="0">
                <a:solidFill>
                  <a:srgbClr val="6AAB73"/>
                </a:solidFill>
                <a:latin typeface="JetBrains Mono"/>
                <a:cs typeface="Arial"/>
                <a:sym typeface="Arial"/>
              </a:rPr>
              <a:t> length:"</a:t>
            </a:r>
            <a:r>
              <a:rPr lang="en-US" altLang="en-US" sz="1333" kern="0" dirty="0">
                <a:solidFill>
                  <a:srgbClr val="BCBEC4"/>
                </a:solidFill>
                <a:latin typeface="JetBrains Mono"/>
                <a:cs typeface="Arial"/>
                <a:sym typeface="Arial"/>
              </a:rPr>
              <a:t>, </a:t>
            </a:r>
            <a:r>
              <a:rPr lang="en-US" altLang="en-US" sz="1333" kern="0" dirty="0" err="1">
                <a:solidFill>
                  <a:srgbClr val="8888C6"/>
                </a:solidFill>
                <a:latin typeface="JetBrains Mono"/>
                <a:cs typeface="Arial"/>
                <a:sym typeface="Arial"/>
              </a:rPr>
              <a:t>len</a:t>
            </a:r>
            <a:r>
              <a:rPr lang="en-US" altLang="en-US" sz="1333" kern="0" dirty="0">
                <a:solidFill>
                  <a:srgbClr val="BCBEC4"/>
                </a:solidFill>
                <a:latin typeface="JetBrains Mono"/>
                <a:cs typeface="Arial"/>
                <a:sym typeface="Arial"/>
              </a:rPr>
              <a:t>(numbers))  </a:t>
            </a:r>
            <a:r>
              <a:rPr lang="en-US" altLang="en-US" sz="1333" kern="0" dirty="0">
                <a:solidFill>
                  <a:srgbClr val="7A7E85"/>
                </a:solidFill>
                <a:latin typeface="JetBrains Mono"/>
                <a:cs typeface="Arial"/>
                <a:sym typeface="Arial"/>
              </a:rPr>
              <a:t># Printing the list's length.</a:t>
            </a:r>
            <a:endParaRPr lang="en-US" altLang="en-US" sz="1333" kern="0" dirty="0">
              <a:solidFill>
                <a:srgbClr val="000000"/>
              </a:solidFill>
              <a:latin typeface="Arial" panose="020B0604020202020204" pitchFamily="34" charset="0"/>
              <a:cs typeface="Arial"/>
              <a:sym typeface="Arial"/>
            </a:endParaRPr>
          </a:p>
        </p:txBody>
      </p:sp>
    </p:spTree>
    <p:extLst>
      <p:ext uri="{BB962C8B-B14F-4D97-AF65-F5344CB8AC3E}">
        <p14:creationId xmlns:p14="http://schemas.microsoft.com/office/powerpoint/2010/main" val="3822459494"/>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42661" y="175961"/>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a:solidFill>
            <a:schemeClr val="accent1"/>
          </a:solidFill>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60"/>
            <a:ext cx="10722297" cy="886397"/>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4800" kern="0" dirty="0">
                <a:solidFill>
                  <a:srgbClr val="FFFFFF"/>
                </a:solidFill>
                <a:latin typeface="Courier"/>
                <a:cs typeface="Arial"/>
                <a:sym typeface="Courier"/>
              </a:rPr>
              <a:t>Removing element from list</a:t>
            </a:r>
            <a:endParaRPr sz="4800"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7" name="Rectangle 1">
            <a:extLst>
              <a:ext uri="{FF2B5EF4-FFF2-40B4-BE49-F238E27FC236}">
                <a16:creationId xmlns:a16="http://schemas.microsoft.com/office/drawing/2014/main" id="{20F41085-CE44-7E37-23E2-A522BDCBBFCD}"/>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3" name="Rectangle 1">
            <a:extLst>
              <a:ext uri="{FF2B5EF4-FFF2-40B4-BE49-F238E27FC236}">
                <a16:creationId xmlns:a16="http://schemas.microsoft.com/office/drawing/2014/main" id="{0E9B0D59-3084-D5BA-88A0-D33BADA639E4}"/>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4" name="Rectangle 1">
            <a:extLst>
              <a:ext uri="{FF2B5EF4-FFF2-40B4-BE49-F238E27FC236}">
                <a16:creationId xmlns:a16="http://schemas.microsoft.com/office/drawing/2014/main" id="{23F2007E-42F7-9440-F3A0-FD42A273BA15}"/>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6" name="Rectangle 5">
            <a:extLst>
              <a:ext uri="{FF2B5EF4-FFF2-40B4-BE49-F238E27FC236}">
                <a16:creationId xmlns:a16="http://schemas.microsoft.com/office/drawing/2014/main" id="{9F5FADB2-91AF-D4FA-A045-82F997FBBD17}"/>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5" name="Rectangle 1">
            <a:extLst>
              <a:ext uri="{FF2B5EF4-FFF2-40B4-BE49-F238E27FC236}">
                <a16:creationId xmlns:a16="http://schemas.microsoft.com/office/drawing/2014/main" id="{E6496D04-2116-A83E-095C-4F80A7E97EC5}"/>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9" name="Rectangle 2">
            <a:extLst>
              <a:ext uri="{FF2B5EF4-FFF2-40B4-BE49-F238E27FC236}">
                <a16:creationId xmlns:a16="http://schemas.microsoft.com/office/drawing/2014/main" id="{3E458D6A-E9DB-1287-7EA5-E23645965E69}"/>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2" name="Rectangle 2">
            <a:extLst>
              <a:ext uri="{FF2B5EF4-FFF2-40B4-BE49-F238E27FC236}">
                <a16:creationId xmlns:a16="http://schemas.microsoft.com/office/drawing/2014/main" id="{FBB22B93-F8CC-6F00-52DE-0350807328D2}"/>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3" name="Rectangle 3">
            <a:extLst>
              <a:ext uri="{FF2B5EF4-FFF2-40B4-BE49-F238E27FC236}">
                <a16:creationId xmlns:a16="http://schemas.microsoft.com/office/drawing/2014/main" id="{18B7A569-70FF-9BCA-F988-F9B46A585DE3}"/>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4" name="Rectangle 4">
            <a:extLst>
              <a:ext uri="{FF2B5EF4-FFF2-40B4-BE49-F238E27FC236}">
                <a16:creationId xmlns:a16="http://schemas.microsoft.com/office/drawing/2014/main" id="{2FCDB2EA-91A1-15F5-FC81-BD234CFC7F07}"/>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19" name="Rectangle 6">
            <a:extLst>
              <a:ext uri="{FF2B5EF4-FFF2-40B4-BE49-F238E27FC236}">
                <a16:creationId xmlns:a16="http://schemas.microsoft.com/office/drawing/2014/main" id="{2F3AD926-407F-EEE3-312F-6508C2090088}"/>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10" name="Rectangle 1">
            <a:extLst>
              <a:ext uri="{FF2B5EF4-FFF2-40B4-BE49-F238E27FC236}">
                <a16:creationId xmlns:a16="http://schemas.microsoft.com/office/drawing/2014/main" id="{1BAFC905-C921-C17F-4371-8676B22A355F}"/>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5" name="Rectangle 2">
            <a:extLst>
              <a:ext uri="{FF2B5EF4-FFF2-40B4-BE49-F238E27FC236}">
                <a16:creationId xmlns:a16="http://schemas.microsoft.com/office/drawing/2014/main" id="{42B2D507-D7C8-F4AC-8B5C-F66E1E45FD4E}"/>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1" name="Rectangle 1">
            <a:extLst>
              <a:ext uri="{FF2B5EF4-FFF2-40B4-BE49-F238E27FC236}">
                <a16:creationId xmlns:a16="http://schemas.microsoft.com/office/drawing/2014/main" id="{84CDB709-48D2-0F17-010F-F9EF0D211656}"/>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8" name="Rectangle 1">
            <a:extLst>
              <a:ext uri="{FF2B5EF4-FFF2-40B4-BE49-F238E27FC236}">
                <a16:creationId xmlns:a16="http://schemas.microsoft.com/office/drawing/2014/main" id="{ECA85013-5870-9A07-4A6E-E04E024EBBA7}"/>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20" name="Rectangle 1">
            <a:extLst>
              <a:ext uri="{FF2B5EF4-FFF2-40B4-BE49-F238E27FC236}">
                <a16:creationId xmlns:a16="http://schemas.microsoft.com/office/drawing/2014/main" id="{DFCAA1DE-8A89-7C46-BA33-77AE98C997BD}"/>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7" name="Rectangle 1">
            <a:extLst>
              <a:ext uri="{FF2B5EF4-FFF2-40B4-BE49-F238E27FC236}">
                <a16:creationId xmlns:a16="http://schemas.microsoft.com/office/drawing/2014/main" id="{9F2B029A-4A48-BE13-D6AE-4679E72AC677}"/>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22" name="Rectangle 1">
            <a:extLst>
              <a:ext uri="{FF2B5EF4-FFF2-40B4-BE49-F238E27FC236}">
                <a16:creationId xmlns:a16="http://schemas.microsoft.com/office/drawing/2014/main" id="{79A0D87F-B56F-BA65-A9E9-B625C6AC5EFE}"/>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18" name="Rectangle 1">
            <a:extLst>
              <a:ext uri="{FF2B5EF4-FFF2-40B4-BE49-F238E27FC236}">
                <a16:creationId xmlns:a16="http://schemas.microsoft.com/office/drawing/2014/main" id="{CC9C2FB1-5121-D52A-F568-1F7755757F03}"/>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25" name="Rectangle 1">
            <a:extLst>
              <a:ext uri="{FF2B5EF4-FFF2-40B4-BE49-F238E27FC236}">
                <a16:creationId xmlns:a16="http://schemas.microsoft.com/office/drawing/2014/main" id="{75450D93-33B9-D9E6-4681-EC99E0081995}"/>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6" name="Rectangle 1">
            <a:extLst>
              <a:ext uri="{FF2B5EF4-FFF2-40B4-BE49-F238E27FC236}">
                <a16:creationId xmlns:a16="http://schemas.microsoft.com/office/drawing/2014/main" id="{E621F3DF-1D7E-9281-3368-F984B74591C4}"/>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27" name="Google Shape;649;p14">
            <a:extLst>
              <a:ext uri="{FF2B5EF4-FFF2-40B4-BE49-F238E27FC236}">
                <a16:creationId xmlns:a16="http://schemas.microsoft.com/office/drawing/2014/main" id="{416BE244-9A05-55BB-15CC-C096E321BC7C}"/>
              </a:ext>
            </a:extLst>
          </p:cNvPr>
          <p:cNvSpPr txBox="1"/>
          <p:nvPr/>
        </p:nvSpPr>
        <p:spPr>
          <a:xfrm>
            <a:off x="837202" y="2303023"/>
            <a:ext cx="10885700" cy="402226"/>
          </a:xfrm>
          <a:prstGeom prst="rect">
            <a:avLst/>
          </a:prstGeom>
          <a:noFill/>
          <a:ln>
            <a:noFill/>
          </a:ln>
        </p:spPr>
        <p:txBody>
          <a:bodyPr spcFirstLastPara="1" wrap="square" lIns="0" tIns="0" rIns="0" bIns="0" anchor="t" anchorCtr="0">
            <a:spAutoFit/>
          </a:bodyPr>
          <a:lstStyle/>
          <a:p>
            <a:pPr defTabSz="609630">
              <a:lnSpc>
                <a:spcPct val="139958"/>
              </a:lnSpc>
              <a:buClr>
                <a:srgbClr val="FFFFFF"/>
              </a:buClr>
            </a:pPr>
            <a:r>
              <a:rPr lang="en-US" sz="1867" i="1" kern="0" dirty="0">
                <a:solidFill>
                  <a:srgbClr val="FFFFFF"/>
                </a:solidFill>
                <a:latin typeface="Roboto Mono"/>
                <a:ea typeface="Roboto Mono"/>
                <a:cs typeface="Arial"/>
                <a:sym typeface="Roboto Mono"/>
              </a:rPr>
              <a:t>Del number[0]</a:t>
            </a:r>
          </a:p>
        </p:txBody>
      </p:sp>
      <p:sp>
        <p:nvSpPr>
          <p:cNvPr id="28" name="Rectangle 1">
            <a:extLst>
              <a:ext uri="{FF2B5EF4-FFF2-40B4-BE49-F238E27FC236}">
                <a16:creationId xmlns:a16="http://schemas.microsoft.com/office/drawing/2014/main" id="{5FAD5EEE-7C47-B058-FB7E-2E9E034003C6}"/>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21" name="Rectangle 1">
            <a:extLst>
              <a:ext uri="{FF2B5EF4-FFF2-40B4-BE49-F238E27FC236}">
                <a16:creationId xmlns:a16="http://schemas.microsoft.com/office/drawing/2014/main" id="{CC7E7438-D1C2-9733-52F6-7E6A5CDD8969}"/>
              </a:ext>
            </a:extLst>
          </p:cNvPr>
          <p:cNvSpPr>
            <a:spLocks noChangeArrowheads="1"/>
          </p:cNvSpPr>
          <p:nvPr/>
        </p:nvSpPr>
        <p:spPr bwMode="auto">
          <a:xfrm>
            <a:off x="0" y="29290"/>
            <a:ext cx="123175" cy="246221"/>
          </a:xfrm>
          <a:prstGeom prst="rect">
            <a:avLst/>
          </a:prstGeom>
          <a:solidFill>
            <a:srgbClr val="1E1F2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23" name="Rectangle 1">
            <a:extLst>
              <a:ext uri="{FF2B5EF4-FFF2-40B4-BE49-F238E27FC236}">
                <a16:creationId xmlns:a16="http://schemas.microsoft.com/office/drawing/2014/main" id="{4D8BC941-E0CC-ECF5-66B4-A0D6B7826046}"/>
              </a:ext>
            </a:extLst>
          </p:cNvPr>
          <p:cNvSpPr>
            <a:spLocks noChangeArrowheads="1"/>
          </p:cNvSpPr>
          <p:nvPr/>
        </p:nvSpPr>
        <p:spPr bwMode="auto">
          <a:xfrm>
            <a:off x="837202" y="3299359"/>
            <a:ext cx="9664184" cy="1703287"/>
          </a:xfrm>
          <a:prstGeom prst="rect">
            <a:avLst/>
          </a:prstGeom>
          <a:solidFill>
            <a:srgbClr val="1E1F2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r>
              <a:rPr lang="en-US" altLang="en-US" sz="2667" kern="0" dirty="0">
                <a:solidFill>
                  <a:srgbClr val="BCBEC4"/>
                </a:solidFill>
                <a:latin typeface="JetBrains Mono"/>
                <a:cs typeface="Arial"/>
                <a:sym typeface="Arial"/>
              </a:rPr>
              <a:t>numbers = [</a:t>
            </a:r>
            <a:r>
              <a:rPr lang="en-US" altLang="en-US" sz="2667" kern="0" dirty="0">
                <a:solidFill>
                  <a:srgbClr val="2AACB8"/>
                </a:solidFill>
                <a:latin typeface="JetBrains Mono"/>
                <a:cs typeface="Arial"/>
                <a:sym typeface="Arial"/>
              </a:rPr>
              <a:t>10</a:t>
            </a:r>
            <a:r>
              <a:rPr lang="en-US" altLang="en-US" sz="2667" kern="0" dirty="0">
                <a:solidFill>
                  <a:srgbClr val="BCBEC4"/>
                </a:solidFill>
                <a:latin typeface="JetBrains Mono"/>
                <a:cs typeface="Arial"/>
                <a:sym typeface="Arial"/>
              </a:rPr>
              <a:t>, </a:t>
            </a:r>
            <a:r>
              <a:rPr lang="en-US" altLang="en-US" sz="2667" kern="0" dirty="0">
                <a:solidFill>
                  <a:srgbClr val="2AACB8"/>
                </a:solidFill>
                <a:latin typeface="JetBrains Mono"/>
                <a:cs typeface="Arial"/>
                <a:sym typeface="Arial"/>
              </a:rPr>
              <a:t>5</a:t>
            </a:r>
            <a:r>
              <a:rPr lang="en-US" altLang="en-US" sz="2667" kern="0" dirty="0">
                <a:solidFill>
                  <a:srgbClr val="BCBEC4"/>
                </a:solidFill>
                <a:latin typeface="JetBrains Mono"/>
                <a:cs typeface="Arial"/>
                <a:sym typeface="Arial"/>
              </a:rPr>
              <a:t>, </a:t>
            </a:r>
            <a:r>
              <a:rPr lang="en-US" altLang="en-US" sz="2667" kern="0" dirty="0">
                <a:solidFill>
                  <a:srgbClr val="2AACB8"/>
                </a:solidFill>
                <a:latin typeface="JetBrains Mono"/>
                <a:cs typeface="Arial"/>
                <a:sym typeface="Arial"/>
              </a:rPr>
              <a:t>7</a:t>
            </a:r>
            <a:r>
              <a:rPr lang="en-US" altLang="en-US" sz="2667" kern="0" dirty="0">
                <a:solidFill>
                  <a:srgbClr val="BCBEC4"/>
                </a:solidFill>
                <a:latin typeface="JetBrains Mono"/>
                <a:cs typeface="Arial"/>
                <a:sym typeface="Arial"/>
              </a:rPr>
              <a:t>, </a:t>
            </a:r>
            <a:r>
              <a:rPr lang="en-US" altLang="en-US" sz="2667" kern="0" dirty="0">
                <a:solidFill>
                  <a:srgbClr val="2AACB8"/>
                </a:solidFill>
                <a:latin typeface="JetBrains Mono"/>
                <a:cs typeface="Arial"/>
                <a:sym typeface="Arial"/>
              </a:rPr>
              <a:t>2</a:t>
            </a:r>
            <a:r>
              <a:rPr lang="en-US" altLang="en-US" sz="2667" kern="0" dirty="0">
                <a:solidFill>
                  <a:srgbClr val="BCBEC4"/>
                </a:solidFill>
                <a:latin typeface="JetBrains Mono"/>
                <a:cs typeface="Arial"/>
                <a:sym typeface="Arial"/>
              </a:rPr>
              <a:t>, </a:t>
            </a:r>
            <a:r>
              <a:rPr lang="en-US" altLang="en-US" sz="2667" kern="0" dirty="0">
                <a:solidFill>
                  <a:srgbClr val="2AACB8"/>
                </a:solidFill>
                <a:latin typeface="JetBrains Mono"/>
                <a:cs typeface="Arial"/>
                <a:sym typeface="Arial"/>
              </a:rPr>
              <a:t>1</a:t>
            </a:r>
            <a:r>
              <a:rPr lang="en-US" altLang="en-US" sz="2667" kern="0" dirty="0">
                <a:solidFill>
                  <a:srgbClr val="BCBEC4"/>
                </a:solidFill>
                <a:latin typeface="JetBrains Mono"/>
                <a:cs typeface="Arial"/>
                <a:sym typeface="Arial"/>
              </a:rPr>
              <a:t>]</a:t>
            </a:r>
            <a:br>
              <a:rPr lang="en-US" altLang="en-US" sz="2667" kern="0" dirty="0">
                <a:solidFill>
                  <a:srgbClr val="BCBEC4"/>
                </a:solidFill>
                <a:latin typeface="JetBrains Mono"/>
                <a:cs typeface="Arial"/>
                <a:sym typeface="Arial"/>
              </a:rPr>
            </a:br>
            <a:r>
              <a:rPr lang="en-US" altLang="en-US" sz="2667" kern="0" dirty="0">
                <a:solidFill>
                  <a:srgbClr val="CF8E6D"/>
                </a:solidFill>
                <a:latin typeface="JetBrains Mono"/>
                <a:cs typeface="Arial"/>
                <a:sym typeface="Arial"/>
              </a:rPr>
              <a:t>del </a:t>
            </a:r>
            <a:r>
              <a:rPr lang="en-US" altLang="en-US" sz="2667" kern="0" dirty="0">
                <a:solidFill>
                  <a:srgbClr val="BCBEC4"/>
                </a:solidFill>
                <a:latin typeface="JetBrains Mono"/>
                <a:cs typeface="Arial"/>
                <a:sym typeface="Arial"/>
              </a:rPr>
              <a:t>numbers[</a:t>
            </a:r>
            <a:r>
              <a:rPr lang="en-US" altLang="en-US" sz="2667" kern="0" dirty="0">
                <a:solidFill>
                  <a:srgbClr val="2AACB8"/>
                </a:solidFill>
                <a:latin typeface="JetBrains Mono"/>
                <a:cs typeface="Arial"/>
                <a:sym typeface="Arial"/>
              </a:rPr>
              <a:t>1</a:t>
            </a:r>
            <a:r>
              <a:rPr lang="en-US" altLang="en-US" sz="2667" kern="0" dirty="0">
                <a:solidFill>
                  <a:srgbClr val="BCBEC4"/>
                </a:solidFill>
                <a:latin typeface="JetBrains Mono"/>
                <a:cs typeface="Arial"/>
                <a:sym typeface="Arial"/>
              </a:rPr>
              <a:t>]  </a:t>
            </a:r>
            <a:r>
              <a:rPr lang="en-US" altLang="en-US" sz="2667" kern="0" dirty="0">
                <a:solidFill>
                  <a:srgbClr val="7A7E85"/>
                </a:solidFill>
                <a:latin typeface="JetBrains Mono"/>
                <a:cs typeface="Arial"/>
                <a:sym typeface="Arial"/>
              </a:rPr>
              <a:t># Removing the second element from the list.</a:t>
            </a:r>
            <a:br>
              <a:rPr lang="en-US" altLang="en-US" sz="2667" kern="0" dirty="0">
                <a:solidFill>
                  <a:srgbClr val="7A7E85"/>
                </a:solidFill>
                <a:latin typeface="JetBrains Mono"/>
                <a:cs typeface="Arial"/>
                <a:sym typeface="Arial"/>
              </a:rPr>
            </a:br>
            <a:r>
              <a:rPr lang="en-US" altLang="en-US" sz="2667" kern="0" dirty="0">
                <a:solidFill>
                  <a:srgbClr val="8888C6"/>
                </a:solidFill>
                <a:latin typeface="JetBrains Mono"/>
                <a:cs typeface="Arial"/>
                <a:sym typeface="Arial"/>
              </a:rPr>
              <a:t>print</a:t>
            </a:r>
            <a:r>
              <a:rPr lang="en-US" altLang="en-US" sz="2667" kern="0" dirty="0">
                <a:solidFill>
                  <a:srgbClr val="BCBEC4"/>
                </a:solidFill>
                <a:latin typeface="JetBrains Mono"/>
                <a:cs typeface="Arial"/>
                <a:sym typeface="Arial"/>
              </a:rPr>
              <a:t>(</a:t>
            </a:r>
            <a:r>
              <a:rPr lang="en-US" altLang="en-US" sz="2667" kern="0" dirty="0">
                <a:solidFill>
                  <a:srgbClr val="6AAB73"/>
                </a:solidFill>
                <a:latin typeface="JetBrains Mono"/>
                <a:cs typeface="Arial"/>
                <a:sym typeface="Arial"/>
              </a:rPr>
              <a:t>"New list's length:"</a:t>
            </a:r>
            <a:r>
              <a:rPr lang="en-US" altLang="en-US" sz="2667" kern="0" dirty="0">
                <a:solidFill>
                  <a:srgbClr val="BCBEC4"/>
                </a:solidFill>
                <a:latin typeface="JetBrains Mono"/>
                <a:cs typeface="Arial"/>
                <a:sym typeface="Arial"/>
              </a:rPr>
              <a:t>, </a:t>
            </a:r>
            <a:r>
              <a:rPr lang="en-US" altLang="en-US" sz="2667" kern="0" dirty="0" err="1">
                <a:solidFill>
                  <a:srgbClr val="8888C6"/>
                </a:solidFill>
                <a:latin typeface="JetBrains Mono"/>
                <a:cs typeface="Arial"/>
                <a:sym typeface="Arial"/>
              </a:rPr>
              <a:t>len</a:t>
            </a:r>
            <a:r>
              <a:rPr lang="en-US" altLang="en-US" sz="2667" kern="0" dirty="0">
                <a:solidFill>
                  <a:srgbClr val="BCBEC4"/>
                </a:solidFill>
                <a:latin typeface="JetBrains Mono"/>
                <a:cs typeface="Arial"/>
                <a:sym typeface="Arial"/>
              </a:rPr>
              <a:t>(numbers))  </a:t>
            </a:r>
            <a:r>
              <a:rPr lang="en-US" altLang="en-US" sz="2667" kern="0" dirty="0">
                <a:solidFill>
                  <a:srgbClr val="7A7E85"/>
                </a:solidFill>
                <a:latin typeface="JetBrains Mono"/>
                <a:cs typeface="Arial"/>
                <a:sym typeface="Arial"/>
              </a:rPr>
              <a:t># Printing new list length.</a:t>
            </a:r>
            <a:br>
              <a:rPr lang="en-US" altLang="en-US" sz="2667" kern="0" dirty="0">
                <a:solidFill>
                  <a:srgbClr val="7A7E85"/>
                </a:solidFill>
                <a:latin typeface="JetBrains Mono"/>
                <a:cs typeface="Arial"/>
                <a:sym typeface="Arial"/>
              </a:rPr>
            </a:br>
            <a:r>
              <a:rPr lang="en-US" altLang="en-US" sz="2667" kern="0" dirty="0">
                <a:solidFill>
                  <a:srgbClr val="8888C6"/>
                </a:solidFill>
                <a:latin typeface="JetBrains Mono"/>
                <a:cs typeface="Arial"/>
                <a:sym typeface="Arial"/>
              </a:rPr>
              <a:t>print</a:t>
            </a:r>
            <a:r>
              <a:rPr lang="en-US" altLang="en-US" sz="2667" kern="0" dirty="0">
                <a:solidFill>
                  <a:srgbClr val="BCBEC4"/>
                </a:solidFill>
                <a:latin typeface="JetBrains Mono"/>
                <a:cs typeface="Arial"/>
                <a:sym typeface="Arial"/>
              </a:rPr>
              <a:t>(</a:t>
            </a:r>
            <a:r>
              <a:rPr lang="en-US" altLang="en-US" sz="2667" kern="0" dirty="0">
                <a:solidFill>
                  <a:srgbClr val="6AAB73"/>
                </a:solidFill>
                <a:latin typeface="JetBrains Mono"/>
                <a:cs typeface="Arial"/>
                <a:sym typeface="Arial"/>
              </a:rPr>
              <a:t>"</a:t>
            </a:r>
            <a:r>
              <a:rPr lang="en-US" altLang="en-US" sz="2667" kern="0" dirty="0">
                <a:solidFill>
                  <a:srgbClr val="CF8E6D"/>
                </a:solidFill>
                <a:latin typeface="JetBrains Mono"/>
                <a:cs typeface="Arial"/>
                <a:sym typeface="Arial"/>
              </a:rPr>
              <a:t>\</a:t>
            </a:r>
            <a:r>
              <a:rPr lang="en-US" altLang="en-US" sz="2667" kern="0" dirty="0" err="1">
                <a:solidFill>
                  <a:srgbClr val="CF8E6D"/>
                </a:solidFill>
                <a:latin typeface="JetBrains Mono"/>
                <a:cs typeface="Arial"/>
                <a:sym typeface="Arial"/>
              </a:rPr>
              <a:t>n</a:t>
            </a:r>
            <a:r>
              <a:rPr lang="en-US" altLang="en-US" sz="2667" kern="0" dirty="0" err="1">
                <a:solidFill>
                  <a:srgbClr val="6AAB73"/>
                </a:solidFill>
                <a:latin typeface="JetBrains Mono"/>
                <a:cs typeface="Arial"/>
                <a:sym typeface="Arial"/>
              </a:rPr>
              <a:t>New</a:t>
            </a:r>
            <a:r>
              <a:rPr lang="en-US" altLang="en-US" sz="2667" kern="0" dirty="0">
                <a:solidFill>
                  <a:srgbClr val="6AAB73"/>
                </a:solidFill>
                <a:latin typeface="JetBrains Mono"/>
                <a:cs typeface="Arial"/>
                <a:sym typeface="Arial"/>
              </a:rPr>
              <a:t> list content:"</a:t>
            </a:r>
            <a:r>
              <a:rPr lang="en-US" altLang="en-US" sz="2667" kern="0" dirty="0">
                <a:solidFill>
                  <a:srgbClr val="BCBEC4"/>
                </a:solidFill>
                <a:latin typeface="JetBrains Mono"/>
                <a:cs typeface="Arial"/>
                <a:sym typeface="Arial"/>
              </a:rPr>
              <a:t>, numbers)  </a:t>
            </a:r>
            <a:r>
              <a:rPr lang="en-US" altLang="en-US" sz="2667" kern="0" dirty="0">
                <a:solidFill>
                  <a:srgbClr val="7A7E85"/>
                </a:solidFill>
                <a:latin typeface="JetBrains Mono"/>
                <a:cs typeface="Arial"/>
                <a:sym typeface="Arial"/>
              </a:rPr>
              <a:t># Printing current list content.</a:t>
            </a:r>
            <a:endParaRPr lang="en-US" altLang="en-US" sz="2667" kern="0" dirty="0">
              <a:solidFill>
                <a:srgbClr val="000000"/>
              </a:solidFill>
              <a:latin typeface="Arial" panose="020B0604020202020204" pitchFamily="34" charset="0"/>
              <a:cs typeface="Arial"/>
              <a:sym typeface="Arial"/>
            </a:endParaRPr>
          </a:p>
        </p:txBody>
      </p:sp>
    </p:spTree>
    <p:extLst>
      <p:ext uri="{BB962C8B-B14F-4D97-AF65-F5344CB8AC3E}">
        <p14:creationId xmlns:p14="http://schemas.microsoft.com/office/powerpoint/2010/main" val="2041847464"/>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42661" y="175961"/>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a:solidFill>
            <a:schemeClr val="accent1"/>
          </a:solidFill>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60"/>
            <a:ext cx="10722297" cy="886397"/>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4800" kern="0" dirty="0">
                <a:solidFill>
                  <a:srgbClr val="FFFFFF"/>
                </a:solidFill>
                <a:latin typeface="Courier"/>
                <a:cs typeface="Arial"/>
                <a:sym typeface="Courier"/>
              </a:rPr>
              <a:t>Negative Indices</a:t>
            </a:r>
            <a:endParaRPr sz="4800"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7" name="Rectangle 1">
            <a:extLst>
              <a:ext uri="{FF2B5EF4-FFF2-40B4-BE49-F238E27FC236}">
                <a16:creationId xmlns:a16="http://schemas.microsoft.com/office/drawing/2014/main" id="{20F41085-CE44-7E37-23E2-A522BDCBBFCD}"/>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3" name="Rectangle 1">
            <a:extLst>
              <a:ext uri="{FF2B5EF4-FFF2-40B4-BE49-F238E27FC236}">
                <a16:creationId xmlns:a16="http://schemas.microsoft.com/office/drawing/2014/main" id="{0E9B0D59-3084-D5BA-88A0-D33BADA639E4}"/>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4" name="Rectangle 1">
            <a:extLst>
              <a:ext uri="{FF2B5EF4-FFF2-40B4-BE49-F238E27FC236}">
                <a16:creationId xmlns:a16="http://schemas.microsoft.com/office/drawing/2014/main" id="{23F2007E-42F7-9440-F3A0-FD42A273BA15}"/>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6" name="Rectangle 5">
            <a:extLst>
              <a:ext uri="{FF2B5EF4-FFF2-40B4-BE49-F238E27FC236}">
                <a16:creationId xmlns:a16="http://schemas.microsoft.com/office/drawing/2014/main" id="{9F5FADB2-91AF-D4FA-A045-82F997FBBD17}"/>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5" name="Rectangle 1">
            <a:extLst>
              <a:ext uri="{FF2B5EF4-FFF2-40B4-BE49-F238E27FC236}">
                <a16:creationId xmlns:a16="http://schemas.microsoft.com/office/drawing/2014/main" id="{E6496D04-2116-A83E-095C-4F80A7E97EC5}"/>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9" name="Rectangle 2">
            <a:extLst>
              <a:ext uri="{FF2B5EF4-FFF2-40B4-BE49-F238E27FC236}">
                <a16:creationId xmlns:a16="http://schemas.microsoft.com/office/drawing/2014/main" id="{3E458D6A-E9DB-1287-7EA5-E23645965E69}"/>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2" name="Rectangle 2">
            <a:extLst>
              <a:ext uri="{FF2B5EF4-FFF2-40B4-BE49-F238E27FC236}">
                <a16:creationId xmlns:a16="http://schemas.microsoft.com/office/drawing/2014/main" id="{FBB22B93-F8CC-6F00-52DE-0350807328D2}"/>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3" name="Rectangle 3">
            <a:extLst>
              <a:ext uri="{FF2B5EF4-FFF2-40B4-BE49-F238E27FC236}">
                <a16:creationId xmlns:a16="http://schemas.microsoft.com/office/drawing/2014/main" id="{18B7A569-70FF-9BCA-F988-F9B46A585DE3}"/>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4" name="Rectangle 4">
            <a:extLst>
              <a:ext uri="{FF2B5EF4-FFF2-40B4-BE49-F238E27FC236}">
                <a16:creationId xmlns:a16="http://schemas.microsoft.com/office/drawing/2014/main" id="{2FCDB2EA-91A1-15F5-FC81-BD234CFC7F07}"/>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19" name="Rectangle 6">
            <a:extLst>
              <a:ext uri="{FF2B5EF4-FFF2-40B4-BE49-F238E27FC236}">
                <a16:creationId xmlns:a16="http://schemas.microsoft.com/office/drawing/2014/main" id="{2F3AD926-407F-EEE3-312F-6508C2090088}"/>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10" name="Rectangle 1">
            <a:extLst>
              <a:ext uri="{FF2B5EF4-FFF2-40B4-BE49-F238E27FC236}">
                <a16:creationId xmlns:a16="http://schemas.microsoft.com/office/drawing/2014/main" id="{1BAFC905-C921-C17F-4371-8676B22A355F}"/>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5" name="Rectangle 2">
            <a:extLst>
              <a:ext uri="{FF2B5EF4-FFF2-40B4-BE49-F238E27FC236}">
                <a16:creationId xmlns:a16="http://schemas.microsoft.com/office/drawing/2014/main" id="{42B2D507-D7C8-F4AC-8B5C-F66E1E45FD4E}"/>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1" name="Rectangle 1">
            <a:extLst>
              <a:ext uri="{FF2B5EF4-FFF2-40B4-BE49-F238E27FC236}">
                <a16:creationId xmlns:a16="http://schemas.microsoft.com/office/drawing/2014/main" id="{84CDB709-48D2-0F17-010F-F9EF0D211656}"/>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8" name="Rectangle 1">
            <a:extLst>
              <a:ext uri="{FF2B5EF4-FFF2-40B4-BE49-F238E27FC236}">
                <a16:creationId xmlns:a16="http://schemas.microsoft.com/office/drawing/2014/main" id="{ECA85013-5870-9A07-4A6E-E04E024EBBA7}"/>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20" name="Rectangle 1">
            <a:extLst>
              <a:ext uri="{FF2B5EF4-FFF2-40B4-BE49-F238E27FC236}">
                <a16:creationId xmlns:a16="http://schemas.microsoft.com/office/drawing/2014/main" id="{DFCAA1DE-8A89-7C46-BA33-77AE98C997BD}"/>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7" name="Rectangle 1">
            <a:extLst>
              <a:ext uri="{FF2B5EF4-FFF2-40B4-BE49-F238E27FC236}">
                <a16:creationId xmlns:a16="http://schemas.microsoft.com/office/drawing/2014/main" id="{9F2B029A-4A48-BE13-D6AE-4679E72AC677}"/>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22" name="Rectangle 1">
            <a:extLst>
              <a:ext uri="{FF2B5EF4-FFF2-40B4-BE49-F238E27FC236}">
                <a16:creationId xmlns:a16="http://schemas.microsoft.com/office/drawing/2014/main" id="{79A0D87F-B56F-BA65-A9E9-B625C6AC5EFE}"/>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18" name="Rectangle 1">
            <a:extLst>
              <a:ext uri="{FF2B5EF4-FFF2-40B4-BE49-F238E27FC236}">
                <a16:creationId xmlns:a16="http://schemas.microsoft.com/office/drawing/2014/main" id="{CC9C2FB1-5121-D52A-F568-1F7755757F03}"/>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25" name="Rectangle 1">
            <a:extLst>
              <a:ext uri="{FF2B5EF4-FFF2-40B4-BE49-F238E27FC236}">
                <a16:creationId xmlns:a16="http://schemas.microsoft.com/office/drawing/2014/main" id="{75450D93-33B9-D9E6-4681-EC99E0081995}"/>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6" name="Rectangle 1">
            <a:extLst>
              <a:ext uri="{FF2B5EF4-FFF2-40B4-BE49-F238E27FC236}">
                <a16:creationId xmlns:a16="http://schemas.microsoft.com/office/drawing/2014/main" id="{E621F3DF-1D7E-9281-3368-F984B74591C4}"/>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27" name="Google Shape;649;p14">
            <a:extLst>
              <a:ext uri="{FF2B5EF4-FFF2-40B4-BE49-F238E27FC236}">
                <a16:creationId xmlns:a16="http://schemas.microsoft.com/office/drawing/2014/main" id="{416BE244-9A05-55BB-15CC-C096E321BC7C}"/>
              </a:ext>
            </a:extLst>
          </p:cNvPr>
          <p:cNvSpPr txBox="1"/>
          <p:nvPr/>
        </p:nvSpPr>
        <p:spPr>
          <a:xfrm>
            <a:off x="837202" y="2303024"/>
            <a:ext cx="10885700" cy="1608902"/>
          </a:xfrm>
          <a:prstGeom prst="rect">
            <a:avLst/>
          </a:prstGeom>
          <a:noFill/>
          <a:ln>
            <a:noFill/>
          </a:ln>
        </p:spPr>
        <p:txBody>
          <a:bodyPr spcFirstLastPara="1" wrap="square" lIns="0" tIns="0" rIns="0" bIns="0" anchor="t" anchorCtr="0">
            <a:spAutoFit/>
          </a:bodyPr>
          <a:lstStyle/>
          <a:p>
            <a:pPr defTabSz="609630">
              <a:lnSpc>
                <a:spcPct val="139958"/>
              </a:lnSpc>
              <a:buClr>
                <a:srgbClr val="FFFFFF"/>
              </a:buClr>
            </a:pPr>
            <a:r>
              <a:rPr lang="en-US" sz="1867" i="1" kern="0" dirty="0">
                <a:solidFill>
                  <a:srgbClr val="FFFFFF"/>
                </a:solidFill>
                <a:latin typeface="Roboto Mono"/>
                <a:ea typeface="Roboto Mono"/>
                <a:cs typeface="Arial"/>
                <a:sym typeface="Roboto Mono"/>
              </a:rPr>
              <a:t>Print(number[-1])</a:t>
            </a:r>
          </a:p>
          <a:p>
            <a:pPr defTabSz="609630">
              <a:lnSpc>
                <a:spcPct val="139958"/>
              </a:lnSpc>
              <a:buClr>
                <a:srgbClr val="FFFFFF"/>
              </a:buClr>
            </a:pPr>
            <a:r>
              <a:rPr lang="en-US" sz="1867" i="1" kern="0" dirty="0">
                <a:solidFill>
                  <a:srgbClr val="FFFFFF"/>
                </a:solidFill>
                <a:latin typeface="Roboto Mono"/>
                <a:ea typeface="Roboto Mono"/>
                <a:cs typeface="Arial"/>
                <a:sym typeface="Roboto Mono"/>
              </a:rPr>
              <a:t>An element with an index equal to -1 is the last one in the list.</a:t>
            </a:r>
          </a:p>
          <a:p>
            <a:pPr defTabSz="609630">
              <a:lnSpc>
                <a:spcPct val="139958"/>
              </a:lnSpc>
              <a:buClr>
                <a:srgbClr val="FFFFFF"/>
              </a:buClr>
            </a:pPr>
            <a:endParaRPr lang="en-US" sz="1867" i="1" kern="0" dirty="0">
              <a:solidFill>
                <a:srgbClr val="FFFFFF"/>
              </a:solidFill>
              <a:latin typeface="Roboto Mono"/>
              <a:ea typeface="Roboto Mono"/>
              <a:cs typeface="Arial"/>
              <a:sym typeface="Roboto Mono"/>
            </a:endParaRPr>
          </a:p>
          <a:p>
            <a:pPr defTabSz="609630">
              <a:lnSpc>
                <a:spcPct val="139958"/>
              </a:lnSpc>
              <a:buClr>
                <a:srgbClr val="FFFFFF"/>
              </a:buClr>
            </a:pPr>
            <a:endParaRPr lang="en-US" sz="1867" i="1" kern="0" dirty="0">
              <a:solidFill>
                <a:srgbClr val="FFFFFF"/>
              </a:solidFill>
              <a:latin typeface="Roboto Mono"/>
              <a:ea typeface="Roboto Mono"/>
              <a:cs typeface="Arial"/>
              <a:sym typeface="Roboto Mono"/>
            </a:endParaRPr>
          </a:p>
        </p:txBody>
      </p:sp>
      <p:sp>
        <p:nvSpPr>
          <p:cNvPr id="28" name="Rectangle 1">
            <a:extLst>
              <a:ext uri="{FF2B5EF4-FFF2-40B4-BE49-F238E27FC236}">
                <a16:creationId xmlns:a16="http://schemas.microsoft.com/office/drawing/2014/main" id="{5FAD5EEE-7C47-B058-FB7E-2E9E034003C6}"/>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21" name="Rectangle 1">
            <a:extLst>
              <a:ext uri="{FF2B5EF4-FFF2-40B4-BE49-F238E27FC236}">
                <a16:creationId xmlns:a16="http://schemas.microsoft.com/office/drawing/2014/main" id="{CC7E7438-D1C2-9733-52F6-7E6A5CDD8969}"/>
              </a:ext>
            </a:extLst>
          </p:cNvPr>
          <p:cNvSpPr>
            <a:spLocks noChangeArrowheads="1"/>
          </p:cNvSpPr>
          <p:nvPr/>
        </p:nvSpPr>
        <p:spPr bwMode="auto">
          <a:xfrm>
            <a:off x="0" y="29290"/>
            <a:ext cx="123175" cy="246221"/>
          </a:xfrm>
          <a:prstGeom prst="rect">
            <a:avLst/>
          </a:prstGeom>
          <a:solidFill>
            <a:srgbClr val="1E1F2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pic>
        <p:nvPicPr>
          <p:cNvPr id="29" name="Picture 28">
            <a:extLst>
              <a:ext uri="{FF2B5EF4-FFF2-40B4-BE49-F238E27FC236}">
                <a16:creationId xmlns:a16="http://schemas.microsoft.com/office/drawing/2014/main" id="{62FE136D-2247-495E-873D-0C6E85B51F01}"/>
              </a:ext>
            </a:extLst>
          </p:cNvPr>
          <p:cNvPicPr>
            <a:picLocks noChangeAspect="1"/>
          </p:cNvPicPr>
          <p:nvPr/>
        </p:nvPicPr>
        <p:blipFill>
          <a:blip r:embed="rId3"/>
          <a:stretch>
            <a:fillRect/>
          </a:stretch>
        </p:blipFill>
        <p:spPr>
          <a:xfrm>
            <a:off x="1771413" y="3651151"/>
            <a:ext cx="7271849" cy="2053624"/>
          </a:xfrm>
          <a:prstGeom prst="rect">
            <a:avLst/>
          </a:prstGeom>
        </p:spPr>
      </p:pic>
    </p:spTree>
    <p:extLst>
      <p:ext uri="{BB962C8B-B14F-4D97-AF65-F5344CB8AC3E}">
        <p14:creationId xmlns:p14="http://schemas.microsoft.com/office/powerpoint/2010/main" val="465131613"/>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42661" y="175961"/>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a:solidFill>
            <a:schemeClr val="accent1"/>
          </a:solidFill>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60"/>
            <a:ext cx="10722297" cy="886397"/>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4800" kern="0" dirty="0">
                <a:solidFill>
                  <a:srgbClr val="FFFFFF"/>
                </a:solidFill>
                <a:latin typeface="Courier"/>
                <a:cs typeface="Arial"/>
                <a:sym typeface="Courier"/>
              </a:rPr>
              <a:t>Making use of Lists</a:t>
            </a:r>
            <a:endParaRPr sz="4800"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7" name="Rectangle 1">
            <a:extLst>
              <a:ext uri="{FF2B5EF4-FFF2-40B4-BE49-F238E27FC236}">
                <a16:creationId xmlns:a16="http://schemas.microsoft.com/office/drawing/2014/main" id="{20F41085-CE44-7E37-23E2-A522BDCBBFCD}"/>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3" name="Rectangle 1">
            <a:extLst>
              <a:ext uri="{FF2B5EF4-FFF2-40B4-BE49-F238E27FC236}">
                <a16:creationId xmlns:a16="http://schemas.microsoft.com/office/drawing/2014/main" id="{0E9B0D59-3084-D5BA-88A0-D33BADA639E4}"/>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4" name="Rectangle 1">
            <a:extLst>
              <a:ext uri="{FF2B5EF4-FFF2-40B4-BE49-F238E27FC236}">
                <a16:creationId xmlns:a16="http://schemas.microsoft.com/office/drawing/2014/main" id="{23F2007E-42F7-9440-F3A0-FD42A273BA15}"/>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6" name="Rectangle 5">
            <a:extLst>
              <a:ext uri="{FF2B5EF4-FFF2-40B4-BE49-F238E27FC236}">
                <a16:creationId xmlns:a16="http://schemas.microsoft.com/office/drawing/2014/main" id="{9F5FADB2-91AF-D4FA-A045-82F997FBBD17}"/>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5" name="Rectangle 1">
            <a:extLst>
              <a:ext uri="{FF2B5EF4-FFF2-40B4-BE49-F238E27FC236}">
                <a16:creationId xmlns:a16="http://schemas.microsoft.com/office/drawing/2014/main" id="{E6496D04-2116-A83E-095C-4F80A7E97EC5}"/>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9" name="Rectangle 2">
            <a:extLst>
              <a:ext uri="{FF2B5EF4-FFF2-40B4-BE49-F238E27FC236}">
                <a16:creationId xmlns:a16="http://schemas.microsoft.com/office/drawing/2014/main" id="{3E458D6A-E9DB-1287-7EA5-E23645965E69}"/>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2" name="Rectangle 2">
            <a:extLst>
              <a:ext uri="{FF2B5EF4-FFF2-40B4-BE49-F238E27FC236}">
                <a16:creationId xmlns:a16="http://schemas.microsoft.com/office/drawing/2014/main" id="{FBB22B93-F8CC-6F00-52DE-0350807328D2}"/>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3" name="Rectangle 3">
            <a:extLst>
              <a:ext uri="{FF2B5EF4-FFF2-40B4-BE49-F238E27FC236}">
                <a16:creationId xmlns:a16="http://schemas.microsoft.com/office/drawing/2014/main" id="{18B7A569-70FF-9BCA-F988-F9B46A585DE3}"/>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4" name="Rectangle 4">
            <a:extLst>
              <a:ext uri="{FF2B5EF4-FFF2-40B4-BE49-F238E27FC236}">
                <a16:creationId xmlns:a16="http://schemas.microsoft.com/office/drawing/2014/main" id="{2FCDB2EA-91A1-15F5-FC81-BD234CFC7F07}"/>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19" name="Rectangle 6">
            <a:extLst>
              <a:ext uri="{FF2B5EF4-FFF2-40B4-BE49-F238E27FC236}">
                <a16:creationId xmlns:a16="http://schemas.microsoft.com/office/drawing/2014/main" id="{2F3AD926-407F-EEE3-312F-6508C2090088}"/>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10" name="Rectangle 1">
            <a:extLst>
              <a:ext uri="{FF2B5EF4-FFF2-40B4-BE49-F238E27FC236}">
                <a16:creationId xmlns:a16="http://schemas.microsoft.com/office/drawing/2014/main" id="{1BAFC905-C921-C17F-4371-8676B22A355F}"/>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5" name="Rectangle 2">
            <a:extLst>
              <a:ext uri="{FF2B5EF4-FFF2-40B4-BE49-F238E27FC236}">
                <a16:creationId xmlns:a16="http://schemas.microsoft.com/office/drawing/2014/main" id="{42B2D507-D7C8-F4AC-8B5C-F66E1E45FD4E}"/>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1" name="Rectangle 1">
            <a:extLst>
              <a:ext uri="{FF2B5EF4-FFF2-40B4-BE49-F238E27FC236}">
                <a16:creationId xmlns:a16="http://schemas.microsoft.com/office/drawing/2014/main" id="{84CDB709-48D2-0F17-010F-F9EF0D211656}"/>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8" name="Rectangle 1">
            <a:extLst>
              <a:ext uri="{FF2B5EF4-FFF2-40B4-BE49-F238E27FC236}">
                <a16:creationId xmlns:a16="http://schemas.microsoft.com/office/drawing/2014/main" id="{ECA85013-5870-9A07-4A6E-E04E024EBBA7}"/>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20" name="Rectangle 1">
            <a:extLst>
              <a:ext uri="{FF2B5EF4-FFF2-40B4-BE49-F238E27FC236}">
                <a16:creationId xmlns:a16="http://schemas.microsoft.com/office/drawing/2014/main" id="{DFCAA1DE-8A89-7C46-BA33-77AE98C997BD}"/>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7" name="Rectangle 1">
            <a:extLst>
              <a:ext uri="{FF2B5EF4-FFF2-40B4-BE49-F238E27FC236}">
                <a16:creationId xmlns:a16="http://schemas.microsoft.com/office/drawing/2014/main" id="{9F2B029A-4A48-BE13-D6AE-4679E72AC677}"/>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22" name="Rectangle 1">
            <a:extLst>
              <a:ext uri="{FF2B5EF4-FFF2-40B4-BE49-F238E27FC236}">
                <a16:creationId xmlns:a16="http://schemas.microsoft.com/office/drawing/2014/main" id="{79A0D87F-B56F-BA65-A9E9-B625C6AC5EFE}"/>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18" name="Rectangle 1">
            <a:extLst>
              <a:ext uri="{FF2B5EF4-FFF2-40B4-BE49-F238E27FC236}">
                <a16:creationId xmlns:a16="http://schemas.microsoft.com/office/drawing/2014/main" id="{CC9C2FB1-5121-D52A-F568-1F7755757F03}"/>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25" name="Rectangle 1">
            <a:extLst>
              <a:ext uri="{FF2B5EF4-FFF2-40B4-BE49-F238E27FC236}">
                <a16:creationId xmlns:a16="http://schemas.microsoft.com/office/drawing/2014/main" id="{75450D93-33B9-D9E6-4681-EC99E0081995}"/>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6" name="Rectangle 1">
            <a:extLst>
              <a:ext uri="{FF2B5EF4-FFF2-40B4-BE49-F238E27FC236}">
                <a16:creationId xmlns:a16="http://schemas.microsoft.com/office/drawing/2014/main" id="{E621F3DF-1D7E-9281-3368-F984B74591C4}"/>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27" name="Google Shape;649;p14">
            <a:extLst>
              <a:ext uri="{FF2B5EF4-FFF2-40B4-BE49-F238E27FC236}">
                <a16:creationId xmlns:a16="http://schemas.microsoft.com/office/drawing/2014/main" id="{416BE244-9A05-55BB-15CC-C096E321BC7C}"/>
              </a:ext>
            </a:extLst>
          </p:cNvPr>
          <p:cNvSpPr txBox="1"/>
          <p:nvPr/>
        </p:nvSpPr>
        <p:spPr>
          <a:xfrm>
            <a:off x="837202" y="2303023"/>
            <a:ext cx="10885700" cy="804451"/>
          </a:xfrm>
          <a:prstGeom prst="rect">
            <a:avLst/>
          </a:prstGeom>
          <a:noFill/>
          <a:ln>
            <a:noFill/>
          </a:ln>
        </p:spPr>
        <p:txBody>
          <a:bodyPr spcFirstLastPara="1" wrap="square" lIns="0" tIns="0" rIns="0" bIns="0" anchor="t" anchorCtr="0">
            <a:spAutoFit/>
          </a:bodyPr>
          <a:lstStyle/>
          <a:p>
            <a:pPr defTabSz="609630">
              <a:lnSpc>
                <a:spcPct val="139958"/>
              </a:lnSpc>
              <a:buClr>
                <a:srgbClr val="FFFFFF"/>
              </a:buClr>
            </a:pPr>
            <a:r>
              <a:rPr lang="en-US" sz="1867" i="1" kern="0" dirty="0">
                <a:solidFill>
                  <a:srgbClr val="FFFFFF"/>
                </a:solidFill>
                <a:latin typeface="Roboto Mono"/>
                <a:ea typeface="Roboto Mono"/>
                <a:cs typeface="Arial"/>
                <a:sym typeface="Roboto Mono"/>
              </a:rPr>
              <a:t>The for loop has a very special variant that can </a:t>
            </a:r>
            <a:r>
              <a:rPr lang="en-US" sz="1867" i="1" kern="0" dirty="0">
                <a:solidFill>
                  <a:srgbClr val="8C52FF"/>
                </a:solidFill>
                <a:latin typeface="Roboto Mono"/>
                <a:ea typeface="Roboto Mono"/>
                <a:cs typeface="Arial"/>
                <a:sym typeface="Roboto Mono"/>
              </a:rPr>
              <a:t>process lists </a:t>
            </a:r>
            <a:r>
              <a:rPr lang="en-US" sz="1867" i="1" kern="0" dirty="0">
                <a:solidFill>
                  <a:srgbClr val="FFFFFF"/>
                </a:solidFill>
                <a:latin typeface="Roboto Mono"/>
                <a:ea typeface="Roboto Mono"/>
                <a:cs typeface="Arial"/>
                <a:sym typeface="Roboto Mono"/>
              </a:rPr>
              <a:t>very effectively - let's take a look at that. </a:t>
            </a:r>
          </a:p>
        </p:txBody>
      </p:sp>
      <p:sp>
        <p:nvSpPr>
          <p:cNvPr id="28" name="Rectangle 1">
            <a:extLst>
              <a:ext uri="{FF2B5EF4-FFF2-40B4-BE49-F238E27FC236}">
                <a16:creationId xmlns:a16="http://schemas.microsoft.com/office/drawing/2014/main" id="{5FAD5EEE-7C47-B058-FB7E-2E9E034003C6}"/>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21" name="Rectangle 1">
            <a:extLst>
              <a:ext uri="{FF2B5EF4-FFF2-40B4-BE49-F238E27FC236}">
                <a16:creationId xmlns:a16="http://schemas.microsoft.com/office/drawing/2014/main" id="{CC7E7438-D1C2-9733-52F6-7E6A5CDD8969}"/>
              </a:ext>
            </a:extLst>
          </p:cNvPr>
          <p:cNvSpPr>
            <a:spLocks noChangeArrowheads="1"/>
          </p:cNvSpPr>
          <p:nvPr/>
        </p:nvSpPr>
        <p:spPr bwMode="auto">
          <a:xfrm>
            <a:off x="0" y="29290"/>
            <a:ext cx="123175" cy="246221"/>
          </a:xfrm>
          <a:prstGeom prst="rect">
            <a:avLst/>
          </a:prstGeom>
          <a:solidFill>
            <a:srgbClr val="1E1F2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24" name="Rectangle 1">
            <a:extLst>
              <a:ext uri="{FF2B5EF4-FFF2-40B4-BE49-F238E27FC236}">
                <a16:creationId xmlns:a16="http://schemas.microsoft.com/office/drawing/2014/main" id="{678C5369-274B-94A6-05AC-672C99043272}"/>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30" name="Rectangle 2">
            <a:extLst>
              <a:ext uri="{FF2B5EF4-FFF2-40B4-BE49-F238E27FC236}">
                <a16:creationId xmlns:a16="http://schemas.microsoft.com/office/drawing/2014/main" id="{02E2298F-D595-F83D-909F-0CAD6D74391E}"/>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23" name="Rectangle 1">
            <a:extLst>
              <a:ext uri="{FF2B5EF4-FFF2-40B4-BE49-F238E27FC236}">
                <a16:creationId xmlns:a16="http://schemas.microsoft.com/office/drawing/2014/main" id="{5EA97464-7255-0383-EBF0-5E8C29BE7DE7}"/>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26" name="Rectangle 1">
            <a:extLst>
              <a:ext uri="{FF2B5EF4-FFF2-40B4-BE49-F238E27FC236}">
                <a16:creationId xmlns:a16="http://schemas.microsoft.com/office/drawing/2014/main" id="{2DAAE953-7187-4C37-7312-045C3A7B0280}"/>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pic>
        <p:nvPicPr>
          <p:cNvPr id="32" name="Picture 31" descr="A screenshot of a computer&#10;&#10;Description automatically generated">
            <a:extLst>
              <a:ext uri="{FF2B5EF4-FFF2-40B4-BE49-F238E27FC236}">
                <a16:creationId xmlns:a16="http://schemas.microsoft.com/office/drawing/2014/main" id="{0C6985AC-A8C9-7AF9-A89E-665B15288B88}"/>
              </a:ext>
            </a:extLst>
          </p:cNvPr>
          <p:cNvPicPr>
            <a:picLocks noChangeAspect="1"/>
          </p:cNvPicPr>
          <p:nvPr/>
        </p:nvPicPr>
        <p:blipFill>
          <a:blip r:embed="rId3"/>
          <a:stretch>
            <a:fillRect/>
          </a:stretch>
        </p:blipFill>
        <p:spPr>
          <a:xfrm>
            <a:off x="506189" y="3476783"/>
            <a:ext cx="5168728" cy="2390822"/>
          </a:xfrm>
          <a:prstGeom prst="rect">
            <a:avLst/>
          </a:prstGeom>
        </p:spPr>
      </p:pic>
    </p:spTree>
    <p:extLst>
      <p:ext uri="{BB962C8B-B14F-4D97-AF65-F5344CB8AC3E}">
        <p14:creationId xmlns:p14="http://schemas.microsoft.com/office/powerpoint/2010/main" val="2253532563"/>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42661" y="175961"/>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a:solidFill>
            <a:schemeClr val="accent1"/>
          </a:solidFill>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60"/>
            <a:ext cx="10722297" cy="886397"/>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4800" kern="0" dirty="0">
                <a:solidFill>
                  <a:srgbClr val="FFFFFF"/>
                </a:solidFill>
                <a:latin typeface="Courier"/>
                <a:cs typeface="Arial"/>
                <a:sym typeface="Courier"/>
              </a:rPr>
              <a:t>Making use of Lists</a:t>
            </a:r>
            <a:endParaRPr sz="4800"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7" name="Rectangle 1">
            <a:extLst>
              <a:ext uri="{FF2B5EF4-FFF2-40B4-BE49-F238E27FC236}">
                <a16:creationId xmlns:a16="http://schemas.microsoft.com/office/drawing/2014/main" id="{20F41085-CE44-7E37-23E2-A522BDCBBFCD}"/>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3" name="Rectangle 1">
            <a:extLst>
              <a:ext uri="{FF2B5EF4-FFF2-40B4-BE49-F238E27FC236}">
                <a16:creationId xmlns:a16="http://schemas.microsoft.com/office/drawing/2014/main" id="{0E9B0D59-3084-D5BA-88A0-D33BADA639E4}"/>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4" name="Rectangle 1">
            <a:extLst>
              <a:ext uri="{FF2B5EF4-FFF2-40B4-BE49-F238E27FC236}">
                <a16:creationId xmlns:a16="http://schemas.microsoft.com/office/drawing/2014/main" id="{23F2007E-42F7-9440-F3A0-FD42A273BA15}"/>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6" name="Rectangle 5">
            <a:extLst>
              <a:ext uri="{FF2B5EF4-FFF2-40B4-BE49-F238E27FC236}">
                <a16:creationId xmlns:a16="http://schemas.microsoft.com/office/drawing/2014/main" id="{9F5FADB2-91AF-D4FA-A045-82F997FBBD17}"/>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5" name="Rectangle 1">
            <a:extLst>
              <a:ext uri="{FF2B5EF4-FFF2-40B4-BE49-F238E27FC236}">
                <a16:creationId xmlns:a16="http://schemas.microsoft.com/office/drawing/2014/main" id="{E6496D04-2116-A83E-095C-4F80A7E97EC5}"/>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9" name="Rectangle 2">
            <a:extLst>
              <a:ext uri="{FF2B5EF4-FFF2-40B4-BE49-F238E27FC236}">
                <a16:creationId xmlns:a16="http://schemas.microsoft.com/office/drawing/2014/main" id="{3E458D6A-E9DB-1287-7EA5-E23645965E69}"/>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2" name="Rectangle 2">
            <a:extLst>
              <a:ext uri="{FF2B5EF4-FFF2-40B4-BE49-F238E27FC236}">
                <a16:creationId xmlns:a16="http://schemas.microsoft.com/office/drawing/2014/main" id="{FBB22B93-F8CC-6F00-52DE-0350807328D2}"/>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3" name="Rectangle 3">
            <a:extLst>
              <a:ext uri="{FF2B5EF4-FFF2-40B4-BE49-F238E27FC236}">
                <a16:creationId xmlns:a16="http://schemas.microsoft.com/office/drawing/2014/main" id="{18B7A569-70FF-9BCA-F988-F9B46A585DE3}"/>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4" name="Rectangle 4">
            <a:extLst>
              <a:ext uri="{FF2B5EF4-FFF2-40B4-BE49-F238E27FC236}">
                <a16:creationId xmlns:a16="http://schemas.microsoft.com/office/drawing/2014/main" id="{2FCDB2EA-91A1-15F5-FC81-BD234CFC7F07}"/>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19" name="Rectangle 6">
            <a:extLst>
              <a:ext uri="{FF2B5EF4-FFF2-40B4-BE49-F238E27FC236}">
                <a16:creationId xmlns:a16="http://schemas.microsoft.com/office/drawing/2014/main" id="{2F3AD926-407F-EEE3-312F-6508C2090088}"/>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10" name="Rectangle 1">
            <a:extLst>
              <a:ext uri="{FF2B5EF4-FFF2-40B4-BE49-F238E27FC236}">
                <a16:creationId xmlns:a16="http://schemas.microsoft.com/office/drawing/2014/main" id="{1BAFC905-C921-C17F-4371-8676B22A355F}"/>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5" name="Rectangle 2">
            <a:extLst>
              <a:ext uri="{FF2B5EF4-FFF2-40B4-BE49-F238E27FC236}">
                <a16:creationId xmlns:a16="http://schemas.microsoft.com/office/drawing/2014/main" id="{42B2D507-D7C8-F4AC-8B5C-F66E1E45FD4E}"/>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1" name="Rectangle 1">
            <a:extLst>
              <a:ext uri="{FF2B5EF4-FFF2-40B4-BE49-F238E27FC236}">
                <a16:creationId xmlns:a16="http://schemas.microsoft.com/office/drawing/2014/main" id="{84CDB709-48D2-0F17-010F-F9EF0D211656}"/>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8" name="Rectangle 1">
            <a:extLst>
              <a:ext uri="{FF2B5EF4-FFF2-40B4-BE49-F238E27FC236}">
                <a16:creationId xmlns:a16="http://schemas.microsoft.com/office/drawing/2014/main" id="{ECA85013-5870-9A07-4A6E-E04E024EBBA7}"/>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20" name="Rectangle 1">
            <a:extLst>
              <a:ext uri="{FF2B5EF4-FFF2-40B4-BE49-F238E27FC236}">
                <a16:creationId xmlns:a16="http://schemas.microsoft.com/office/drawing/2014/main" id="{DFCAA1DE-8A89-7C46-BA33-77AE98C997BD}"/>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7" name="Rectangle 1">
            <a:extLst>
              <a:ext uri="{FF2B5EF4-FFF2-40B4-BE49-F238E27FC236}">
                <a16:creationId xmlns:a16="http://schemas.microsoft.com/office/drawing/2014/main" id="{9F2B029A-4A48-BE13-D6AE-4679E72AC677}"/>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22" name="Rectangle 1">
            <a:extLst>
              <a:ext uri="{FF2B5EF4-FFF2-40B4-BE49-F238E27FC236}">
                <a16:creationId xmlns:a16="http://schemas.microsoft.com/office/drawing/2014/main" id="{79A0D87F-B56F-BA65-A9E9-B625C6AC5EFE}"/>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18" name="Rectangle 1">
            <a:extLst>
              <a:ext uri="{FF2B5EF4-FFF2-40B4-BE49-F238E27FC236}">
                <a16:creationId xmlns:a16="http://schemas.microsoft.com/office/drawing/2014/main" id="{CC9C2FB1-5121-D52A-F568-1F7755757F03}"/>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25" name="Rectangle 1">
            <a:extLst>
              <a:ext uri="{FF2B5EF4-FFF2-40B4-BE49-F238E27FC236}">
                <a16:creationId xmlns:a16="http://schemas.microsoft.com/office/drawing/2014/main" id="{75450D93-33B9-D9E6-4681-EC99E0081995}"/>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6" name="Rectangle 1">
            <a:extLst>
              <a:ext uri="{FF2B5EF4-FFF2-40B4-BE49-F238E27FC236}">
                <a16:creationId xmlns:a16="http://schemas.microsoft.com/office/drawing/2014/main" id="{E621F3DF-1D7E-9281-3368-F984B74591C4}"/>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27" name="Google Shape;649;p14">
            <a:extLst>
              <a:ext uri="{FF2B5EF4-FFF2-40B4-BE49-F238E27FC236}">
                <a16:creationId xmlns:a16="http://schemas.microsoft.com/office/drawing/2014/main" id="{416BE244-9A05-55BB-15CC-C096E321BC7C}"/>
              </a:ext>
            </a:extLst>
          </p:cNvPr>
          <p:cNvSpPr txBox="1"/>
          <p:nvPr/>
        </p:nvSpPr>
        <p:spPr>
          <a:xfrm>
            <a:off x="837202" y="2303024"/>
            <a:ext cx="10885700" cy="804451"/>
          </a:xfrm>
          <a:prstGeom prst="rect">
            <a:avLst/>
          </a:prstGeom>
          <a:noFill/>
          <a:ln>
            <a:noFill/>
          </a:ln>
        </p:spPr>
        <p:txBody>
          <a:bodyPr spcFirstLastPara="1" wrap="square" lIns="0" tIns="0" rIns="0" bIns="0" anchor="t" anchorCtr="0">
            <a:spAutoFit/>
          </a:bodyPr>
          <a:lstStyle/>
          <a:p>
            <a:pPr defTabSz="609630">
              <a:lnSpc>
                <a:spcPct val="139958"/>
              </a:lnSpc>
              <a:buClr>
                <a:srgbClr val="FFFFFF"/>
              </a:buClr>
            </a:pPr>
            <a:r>
              <a:rPr lang="en-US" sz="1867" i="1" kern="0" dirty="0">
                <a:solidFill>
                  <a:srgbClr val="FFFFFF"/>
                </a:solidFill>
                <a:latin typeface="Roboto Mono"/>
                <a:ea typeface="Roboto Mono"/>
                <a:cs typeface="Arial"/>
                <a:sym typeface="Roboto Mono"/>
              </a:rPr>
              <a:t>But the for loop can do much more. It can hide all the actions connected to the list's indexing, and deliver all the list's elements in a handy way. </a:t>
            </a:r>
          </a:p>
        </p:txBody>
      </p:sp>
      <p:sp>
        <p:nvSpPr>
          <p:cNvPr id="28" name="Rectangle 1">
            <a:extLst>
              <a:ext uri="{FF2B5EF4-FFF2-40B4-BE49-F238E27FC236}">
                <a16:creationId xmlns:a16="http://schemas.microsoft.com/office/drawing/2014/main" id="{5FAD5EEE-7C47-B058-FB7E-2E9E034003C6}"/>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21" name="Rectangle 1">
            <a:extLst>
              <a:ext uri="{FF2B5EF4-FFF2-40B4-BE49-F238E27FC236}">
                <a16:creationId xmlns:a16="http://schemas.microsoft.com/office/drawing/2014/main" id="{CC7E7438-D1C2-9733-52F6-7E6A5CDD8969}"/>
              </a:ext>
            </a:extLst>
          </p:cNvPr>
          <p:cNvSpPr>
            <a:spLocks noChangeArrowheads="1"/>
          </p:cNvSpPr>
          <p:nvPr/>
        </p:nvSpPr>
        <p:spPr bwMode="auto">
          <a:xfrm>
            <a:off x="0" y="29290"/>
            <a:ext cx="123175" cy="246221"/>
          </a:xfrm>
          <a:prstGeom prst="rect">
            <a:avLst/>
          </a:prstGeom>
          <a:solidFill>
            <a:srgbClr val="1E1F2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24" name="Rectangle 1">
            <a:extLst>
              <a:ext uri="{FF2B5EF4-FFF2-40B4-BE49-F238E27FC236}">
                <a16:creationId xmlns:a16="http://schemas.microsoft.com/office/drawing/2014/main" id="{678C5369-274B-94A6-05AC-672C99043272}"/>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30" name="Rectangle 2">
            <a:extLst>
              <a:ext uri="{FF2B5EF4-FFF2-40B4-BE49-F238E27FC236}">
                <a16:creationId xmlns:a16="http://schemas.microsoft.com/office/drawing/2014/main" id="{02E2298F-D595-F83D-909F-0CAD6D74391E}"/>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23" name="Rectangle 1">
            <a:extLst>
              <a:ext uri="{FF2B5EF4-FFF2-40B4-BE49-F238E27FC236}">
                <a16:creationId xmlns:a16="http://schemas.microsoft.com/office/drawing/2014/main" id="{5EA97464-7255-0383-EBF0-5E8C29BE7DE7}"/>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26" name="Rectangle 1">
            <a:extLst>
              <a:ext uri="{FF2B5EF4-FFF2-40B4-BE49-F238E27FC236}">
                <a16:creationId xmlns:a16="http://schemas.microsoft.com/office/drawing/2014/main" id="{2DAAE953-7187-4C37-7312-045C3A7B0280}"/>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29" name="Rectangle 1">
            <a:extLst>
              <a:ext uri="{FF2B5EF4-FFF2-40B4-BE49-F238E27FC236}">
                <a16:creationId xmlns:a16="http://schemas.microsoft.com/office/drawing/2014/main" id="{5861F236-DF9A-DBE7-4F0B-B9030C6C859D}"/>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pic>
        <p:nvPicPr>
          <p:cNvPr id="34" name="Picture 33" descr="A screenshot of a computer&#10;&#10;Description automatically generated">
            <a:extLst>
              <a:ext uri="{FF2B5EF4-FFF2-40B4-BE49-F238E27FC236}">
                <a16:creationId xmlns:a16="http://schemas.microsoft.com/office/drawing/2014/main" id="{9550A5B7-9C1E-F23C-DEE3-9B74233DBD97}"/>
              </a:ext>
            </a:extLst>
          </p:cNvPr>
          <p:cNvPicPr>
            <a:picLocks noChangeAspect="1"/>
          </p:cNvPicPr>
          <p:nvPr/>
        </p:nvPicPr>
        <p:blipFill>
          <a:blip r:embed="rId3"/>
          <a:stretch>
            <a:fillRect/>
          </a:stretch>
        </p:blipFill>
        <p:spPr>
          <a:xfrm>
            <a:off x="3292066" y="3663191"/>
            <a:ext cx="5607869" cy="2490601"/>
          </a:xfrm>
          <a:prstGeom prst="rect">
            <a:avLst/>
          </a:prstGeom>
        </p:spPr>
      </p:pic>
    </p:spTree>
    <p:extLst>
      <p:ext uri="{BB962C8B-B14F-4D97-AF65-F5344CB8AC3E}">
        <p14:creationId xmlns:p14="http://schemas.microsoft.com/office/powerpoint/2010/main" val="2599217195"/>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42661" y="175961"/>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a:solidFill>
            <a:schemeClr val="accent1"/>
          </a:solidFill>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60"/>
            <a:ext cx="10722297" cy="886397"/>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4800" kern="0" dirty="0">
                <a:solidFill>
                  <a:srgbClr val="FFFFFF"/>
                </a:solidFill>
                <a:latin typeface="Courier"/>
                <a:cs typeface="Arial"/>
                <a:sym typeface="Courier"/>
              </a:rPr>
              <a:t>List in Action</a:t>
            </a:r>
            <a:endParaRPr sz="4800"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7" name="Rectangle 1">
            <a:extLst>
              <a:ext uri="{FF2B5EF4-FFF2-40B4-BE49-F238E27FC236}">
                <a16:creationId xmlns:a16="http://schemas.microsoft.com/office/drawing/2014/main" id="{20F41085-CE44-7E37-23E2-A522BDCBBFCD}"/>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3" name="Rectangle 1">
            <a:extLst>
              <a:ext uri="{FF2B5EF4-FFF2-40B4-BE49-F238E27FC236}">
                <a16:creationId xmlns:a16="http://schemas.microsoft.com/office/drawing/2014/main" id="{0E9B0D59-3084-D5BA-88A0-D33BADA639E4}"/>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4" name="Rectangle 1">
            <a:extLst>
              <a:ext uri="{FF2B5EF4-FFF2-40B4-BE49-F238E27FC236}">
                <a16:creationId xmlns:a16="http://schemas.microsoft.com/office/drawing/2014/main" id="{23F2007E-42F7-9440-F3A0-FD42A273BA15}"/>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6" name="Rectangle 5">
            <a:extLst>
              <a:ext uri="{FF2B5EF4-FFF2-40B4-BE49-F238E27FC236}">
                <a16:creationId xmlns:a16="http://schemas.microsoft.com/office/drawing/2014/main" id="{9F5FADB2-91AF-D4FA-A045-82F997FBBD17}"/>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5" name="Rectangle 1">
            <a:extLst>
              <a:ext uri="{FF2B5EF4-FFF2-40B4-BE49-F238E27FC236}">
                <a16:creationId xmlns:a16="http://schemas.microsoft.com/office/drawing/2014/main" id="{E6496D04-2116-A83E-095C-4F80A7E97EC5}"/>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9" name="Rectangle 2">
            <a:extLst>
              <a:ext uri="{FF2B5EF4-FFF2-40B4-BE49-F238E27FC236}">
                <a16:creationId xmlns:a16="http://schemas.microsoft.com/office/drawing/2014/main" id="{3E458D6A-E9DB-1287-7EA5-E23645965E69}"/>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2" name="Rectangle 2">
            <a:extLst>
              <a:ext uri="{FF2B5EF4-FFF2-40B4-BE49-F238E27FC236}">
                <a16:creationId xmlns:a16="http://schemas.microsoft.com/office/drawing/2014/main" id="{FBB22B93-F8CC-6F00-52DE-0350807328D2}"/>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3" name="Rectangle 3">
            <a:extLst>
              <a:ext uri="{FF2B5EF4-FFF2-40B4-BE49-F238E27FC236}">
                <a16:creationId xmlns:a16="http://schemas.microsoft.com/office/drawing/2014/main" id="{18B7A569-70FF-9BCA-F988-F9B46A585DE3}"/>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4" name="Rectangle 4">
            <a:extLst>
              <a:ext uri="{FF2B5EF4-FFF2-40B4-BE49-F238E27FC236}">
                <a16:creationId xmlns:a16="http://schemas.microsoft.com/office/drawing/2014/main" id="{2FCDB2EA-91A1-15F5-FC81-BD234CFC7F07}"/>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19" name="Rectangle 6">
            <a:extLst>
              <a:ext uri="{FF2B5EF4-FFF2-40B4-BE49-F238E27FC236}">
                <a16:creationId xmlns:a16="http://schemas.microsoft.com/office/drawing/2014/main" id="{2F3AD926-407F-EEE3-312F-6508C2090088}"/>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10" name="Rectangle 1">
            <a:extLst>
              <a:ext uri="{FF2B5EF4-FFF2-40B4-BE49-F238E27FC236}">
                <a16:creationId xmlns:a16="http://schemas.microsoft.com/office/drawing/2014/main" id="{1BAFC905-C921-C17F-4371-8676B22A355F}"/>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5" name="Rectangle 2">
            <a:extLst>
              <a:ext uri="{FF2B5EF4-FFF2-40B4-BE49-F238E27FC236}">
                <a16:creationId xmlns:a16="http://schemas.microsoft.com/office/drawing/2014/main" id="{42B2D507-D7C8-F4AC-8B5C-F66E1E45FD4E}"/>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1" name="Rectangle 1">
            <a:extLst>
              <a:ext uri="{FF2B5EF4-FFF2-40B4-BE49-F238E27FC236}">
                <a16:creationId xmlns:a16="http://schemas.microsoft.com/office/drawing/2014/main" id="{84CDB709-48D2-0F17-010F-F9EF0D211656}"/>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8" name="Rectangle 1">
            <a:extLst>
              <a:ext uri="{FF2B5EF4-FFF2-40B4-BE49-F238E27FC236}">
                <a16:creationId xmlns:a16="http://schemas.microsoft.com/office/drawing/2014/main" id="{ECA85013-5870-9A07-4A6E-E04E024EBBA7}"/>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20" name="Rectangle 1">
            <a:extLst>
              <a:ext uri="{FF2B5EF4-FFF2-40B4-BE49-F238E27FC236}">
                <a16:creationId xmlns:a16="http://schemas.microsoft.com/office/drawing/2014/main" id="{DFCAA1DE-8A89-7C46-BA33-77AE98C997BD}"/>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7" name="Rectangle 1">
            <a:extLst>
              <a:ext uri="{FF2B5EF4-FFF2-40B4-BE49-F238E27FC236}">
                <a16:creationId xmlns:a16="http://schemas.microsoft.com/office/drawing/2014/main" id="{9F2B029A-4A48-BE13-D6AE-4679E72AC677}"/>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22" name="Rectangle 1">
            <a:extLst>
              <a:ext uri="{FF2B5EF4-FFF2-40B4-BE49-F238E27FC236}">
                <a16:creationId xmlns:a16="http://schemas.microsoft.com/office/drawing/2014/main" id="{79A0D87F-B56F-BA65-A9E9-B625C6AC5EFE}"/>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18" name="Rectangle 1">
            <a:extLst>
              <a:ext uri="{FF2B5EF4-FFF2-40B4-BE49-F238E27FC236}">
                <a16:creationId xmlns:a16="http://schemas.microsoft.com/office/drawing/2014/main" id="{CC9C2FB1-5121-D52A-F568-1F7755757F03}"/>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25" name="Rectangle 1">
            <a:extLst>
              <a:ext uri="{FF2B5EF4-FFF2-40B4-BE49-F238E27FC236}">
                <a16:creationId xmlns:a16="http://schemas.microsoft.com/office/drawing/2014/main" id="{75450D93-33B9-D9E6-4681-EC99E0081995}"/>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6" name="Rectangle 1">
            <a:extLst>
              <a:ext uri="{FF2B5EF4-FFF2-40B4-BE49-F238E27FC236}">
                <a16:creationId xmlns:a16="http://schemas.microsoft.com/office/drawing/2014/main" id="{E621F3DF-1D7E-9281-3368-F984B74591C4}"/>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27" name="Google Shape;649;p14">
            <a:extLst>
              <a:ext uri="{FF2B5EF4-FFF2-40B4-BE49-F238E27FC236}">
                <a16:creationId xmlns:a16="http://schemas.microsoft.com/office/drawing/2014/main" id="{416BE244-9A05-55BB-15CC-C096E321BC7C}"/>
              </a:ext>
            </a:extLst>
          </p:cNvPr>
          <p:cNvSpPr txBox="1"/>
          <p:nvPr/>
        </p:nvSpPr>
        <p:spPr>
          <a:xfrm>
            <a:off x="837202" y="2303023"/>
            <a:ext cx="10885700" cy="402226"/>
          </a:xfrm>
          <a:prstGeom prst="rect">
            <a:avLst/>
          </a:prstGeom>
          <a:noFill/>
          <a:ln>
            <a:noFill/>
          </a:ln>
        </p:spPr>
        <p:txBody>
          <a:bodyPr spcFirstLastPara="1" wrap="square" lIns="0" tIns="0" rIns="0" bIns="0" anchor="t" anchorCtr="0">
            <a:spAutoFit/>
          </a:bodyPr>
          <a:lstStyle/>
          <a:p>
            <a:pPr defTabSz="609630">
              <a:lnSpc>
                <a:spcPct val="139958"/>
              </a:lnSpc>
              <a:buClr>
                <a:srgbClr val="FFFFFF"/>
              </a:buClr>
            </a:pPr>
            <a:r>
              <a:rPr lang="en-US" sz="1867" i="1" kern="0" dirty="0">
                <a:solidFill>
                  <a:srgbClr val="FFFFFF"/>
                </a:solidFill>
                <a:latin typeface="Roboto Mono"/>
                <a:ea typeface="Roboto Mono"/>
                <a:cs typeface="Arial"/>
                <a:sym typeface="Roboto Mono"/>
              </a:rPr>
              <a:t>Question: how can you swap the values of two variables?</a:t>
            </a:r>
          </a:p>
        </p:txBody>
      </p:sp>
      <p:sp>
        <p:nvSpPr>
          <p:cNvPr id="28" name="Rectangle 1">
            <a:extLst>
              <a:ext uri="{FF2B5EF4-FFF2-40B4-BE49-F238E27FC236}">
                <a16:creationId xmlns:a16="http://schemas.microsoft.com/office/drawing/2014/main" id="{5FAD5EEE-7C47-B058-FB7E-2E9E034003C6}"/>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21" name="Rectangle 1">
            <a:extLst>
              <a:ext uri="{FF2B5EF4-FFF2-40B4-BE49-F238E27FC236}">
                <a16:creationId xmlns:a16="http://schemas.microsoft.com/office/drawing/2014/main" id="{CC7E7438-D1C2-9733-52F6-7E6A5CDD8969}"/>
              </a:ext>
            </a:extLst>
          </p:cNvPr>
          <p:cNvSpPr>
            <a:spLocks noChangeArrowheads="1"/>
          </p:cNvSpPr>
          <p:nvPr/>
        </p:nvSpPr>
        <p:spPr bwMode="auto">
          <a:xfrm>
            <a:off x="0" y="29290"/>
            <a:ext cx="123175" cy="246221"/>
          </a:xfrm>
          <a:prstGeom prst="rect">
            <a:avLst/>
          </a:prstGeom>
          <a:solidFill>
            <a:srgbClr val="1E1F2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24" name="Rectangle 1">
            <a:extLst>
              <a:ext uri="{FF2B5EF4-FFF2-40B4-BE49-F238E27FC236}">
                <a16:creationId xmlns:a16="http://schemas.microsoft.com/office/drawing/2014/main" id="{678C5369-274B-94A6-05AC-672C99043272}"/>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30" name="Rectangle 2">
            <a:extLst>
              <a:ext uri="{FF2B5EF4-FFF2-40B4-BE49-F238E27FC236}">
                <a16:creationId xmlns:a16="http://schemas.microsoft.com/office/drawing/2014/main" id="{02E2298F-D595-F83D-909F-0CAD6D74391E}"/>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23" name="Rectangle 1">
            <a:extLst>
              <a:ext uri="{FF2B5EF4-FFF2-40B4-BE49-F238E27FC236}">
                <a16:creationId xmlns:a16="http://schemas.microsoft.com/office/drawing/2014/main" id="{5EA97464-7255-0383-EBF0-5E8C29BE7DE7}"/>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26" name="Rectangle 1">
            <a:extLst>
              <a:ext uri="{FF2B5EF4-FFF2-40B4-BE49-F238E27FC236}">
                <a16:creationId xmlns:a16="http://schemas.microsoft.com/office/drawing/2014/main" id="{2DAAE953-7187-4C37-7312-045C3A7B0280}"/>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29" name="Rectangle 1">
            <a:extLst>
              <a:ext uri="{FF2B5EF4-FFF2-40B4-BE49-F238E27FC236}">
                <a16:creationId xmlns:a16="http://schemas.microsoft.com/office/drawing/2014/main" id="{5861F236-DF9A-DBE7-4F0B-B9030C6C859D}"/>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pic>
        <p:nvPicPr>
          <p:cNvPr id="32" name="Picture 31" descr="A white background with black text&#10;&#10;Description automatically generated">
            <a:extLst>
              <a:ext uri="{FF2B5EF4-FFF2-40B4-BE49-F238E27FC236}">
                <a16:creationId xmlns:a16="http://schemas.microsoft.com/office/drawing/2014/main" id="{EB3C93B0-547F-2656-EFD3-AF9D59DC41D0}"/>
              </a:ext>
            </a:extLst>
          </p:cNvPr>
          <p:cNvPicPr>
            <a:picLocks noChangeAspect="1"/>
          </p:cNvPicPr>
          <p:nvPr/>
        </p:nvPicPr>
        <p:blipFill>
          <a:blip r:embed="rId3"/>
          <a:stretch>
            <a:fillRect/>
          </a:stretch>
        </p:blipFill>
        <p:spPr>
          <a:xfrm>
            <a:off x="2548352" y="2930860"/>
            <a:ext cx="7141845" cy="2400962"/>
          </a:xfrm>
          <a:prstGeom prst="rect">
            <a:avLst/>
          </a:prstGeom>
        </p:spPr>
      </p:pic>
      <p:sp>
        <p:nvSpPr>
          <p:cNvPr id="33" name="Google Shape;649;p14">
            <a:extLst>
              <a:ext uri="{FF2B5EF4-FFF2-40B4-BE49-F238E27FC236}">
                <a16:creationId xmlns:a16="http://schemas.microsoft.com/office/drawing/2014/main" id="{5A2C19E7-935B-5858-02CF-5208AF6A8471}"/>
              </a:ext>
            </a:extLst>
          </p:cNvPr>
          <p:cNvSpPr txBox="1"/>
          <p:nvPr/>
        </p:nvSpPr>
        <p:spPr>
          <a:xfrm>
            <a:off x="524404" y="5695541"/>
            <a:ext cx="10885700" cy="402226"/>
          </a:xfrm>
          <a:prstGeom prst="rect">
            <a:avLst/>
          </a:prstGeom>
          <a:noFill/>
          <a:ln>
            <a:noFill/>
          </a:ln>
        </p:spPr>
        <p:txBody>
          <a:bodyPr spcFirstLastPara="1" wrap="square" lIns="0" tIns="0" rIns="0" bIns="0" anchor="t" anchorCtr="0">
            <a:spAutoFit/>
          </a:bodyPr>
          <a:lstStyle/>
          <a:p>
            <a:pPr algn="ctr" defTabSz="609630">
              <a:lnSpc>
                <a:spcPct val="139958"/>
              </a:lnSpc>
              <a:buClr>
                <a:srgbClr val="FFFFFF"/>
              </a:buClr>
            </a:pPr>
            <a:r>
              <a:rPr lang="en-US" sz="1867" i="1" kern="0" dirty="0">
                <a:solidFill>
                  <a:srgbClr val="8C52FF"/>
                </a:solidFill>
                <a:latin typeface="Roboto Mono"/>
                <a:ea typeface="Roboto Mono"/>
                <a:cs typeface="Arial"/>
                <a:sym typeface="Roboto Mono"/>
              </a:rPr>
              <a:t>Variable_2 will lost the value previously stored</a:t>
            </a:r>
          </a:p>
        </p:txBody>
      </p:sp>
    </p:spTree>
    <p:extLst>
      <p:ext uri="{BB962C8B-B14F-4D97-AF65-F5344CB8AC3E}">
        <p14:creationId xmlns:p14="http://schemas.microsoft.com/office/powerpoint/2010/main" val="1535605709"/>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42661" y="175961"/>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a:solidFill>
            <a:schemeClr val="accent1"/>
          </a:solidFill>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60"/>
            <a:ext cx="10722297" cy="886397"/>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4800" kern="0" dirty="0">
                <a:solidFill>
                  <a:srgbClr val="FFFFFF"/>
                </a:solidFill>
                <a:latin typeface="Courier"/>
                <a:cs typeface="Arial"/>
                <a:sym typeface="Courier"/>
              </a:rPr>
              <a:t>List in Action</a:t>
            </a:r>
            <a:endParaRPr sz="4800"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7" name="Rectangle 1">
            <a:extLst>
              <a:ext uri="{FF2B5EF4-FFF2-40B4-BE49-F238E27FC236}">
                <a16:creationId xmlns:a16="http://schemas.microsoft.com/office/drawing/2014/main" id="{20F41085-CE44-7E37-23E2-A522BDCBBFCD}"/>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3" name="Rectangle 1">
            <a:extLst>
              <a:ext uri="{FF2B5EF4-FFF2-40B4-BE49-F238E27FC236}">
                <a16:creationId xmlns:a16="http://schemas.microsoft.com/office/drawing/2014/main" id="{0E9B0D59-3084-D5BA-88A0-D33BADA639E4}"/>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4" name="Rectangle 1">
            <a:extLst>
              <a:ext uri="{FF2B5EF4-FFF2-40B4-BE49-F238E27FC236}">
                <a16:creationId xmlns:a16="http://schemas.microsoft.com/office/drawing/2014/main" id="{23F2007E-42F7-9440-F3A0-FD42A273BA15}"/>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6" name="Rectangle 5">
            <a:extLst>
              <a:ext uri="{FF2B5EF4-FFF2-40B4-BE49-F238E27FC236}">
                <a16:creationId xmlns:a16="http://schemas.microsoft.com/office/drawing/2014/main" id="{9F5FADB2-91AF-D4FA-A045-82F997FBBD17}"/>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5" name="Rectangle 1">
            <a:extLst>
              <a:ext uri="{FF2B5EF4-FFF2-40B4-BE49-F238E27FC236}">
                <a16:creationId xmlns:a16="http://schemas.microsoft.com/office/drawing/2014/main" id="{E6496D04-2116-A83E-095C-4F80A7E97EC5}"/>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9" name="Rectangle 2">
            <a:extLst>
              <a:ext uri="{FF2B5EF4-FFF2-40B4-BE49-F238E27FC236}">
                <a16:creationId xmlns:a16="http://schemas.microsoft.com/office/drawing/2014/main" id="{3E458D6A-E9DB-1287-7EA5-E23645965E69}"/>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2" name="Rectangle 2">
            <a:extLst>
              <a:ext uri="{FF2B5EF4-FFF2-40B4-BE49-F238E27FC236}">
                <a16:creationId xmlns:a16="http://schemas.microsoft.com/office/drawing/2014/main" id="{FBB22B93-F8CC-6F00-52DE-0350807328D2}"/>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3" name="Rectangle 3">
            <a:extLst>
              <a:ext uri="{FF2B5EF4-FFF2-40B4-BE49-F238E27FC236}">
                <a16:creationId xmlns:a16="http://schemas.microsoft.com/office/drawing/2014/main" id="{18B7A569-70FF-9BCA-F988-F9B46A585DE3}"/>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4" name="Rectangle 4">
            <a:extLst>
              <a:ext uri="{FF2B5EF4-FFF2-40B4-BE49-F238E27FC236}">
                <a16:creationId xmlns:a16="http://schemas.microsoft.com/office/drawing/2014/main" id="{2FCDB2EA-91A1-15F5-FC81-BD234CFC7F07}"/>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19" name="Rectangle 6">
            <a:extLst>
              <a:ext uri="{FF2B5EF4-FFF2-40B4-BE49-F238E27FC236}">
                <a16:creationId xmlns:a16="http://schemas.microsoft.com/office/drawing/2014/main" id="{2F3AD926-407F-EEE3-312F-6508C2090088}"/>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10" name="Rectangle 1">
            <a:extLst>
              <a:ext uri="{FF2B5EF4-FFF2-40B4-BE49-F238E27FC236}">
                <a16:creationId xmlns:a16="http://schemas.microsoft.com/office/drawing/2014/main" id="{1BAFC905-C921-C17F-4371-8676B22A355F}"/>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5" name="Rectangle 2">
            <a:extLst>
              <a:ext uri="{FF2B5EF4-FFF2-40B4-BE49-F238E27FC236}">
                <a16:creationId xmlns:a16="http://schemas.microsoft.com/office/drawing/2014/main" id="{42B2D507-D7C8-F4AC-8B5C-F66E1E45FD4E}"/>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1" name="Rectangle 1">
            <a:extLst>
              <a:ext uri="{FF2B5EF4-FFF2-40B4-BE49-F238E27FC236}">
                <a16:creationId xmlns:a16="http://schemas.microsoft.com/office/drawing/2014/main" id="{84CDB709-48D2-0F17-010F-F9EF0D211656}"/>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8" name="Rectangle 1">
            <a:extLst>
              <a:ext uri="{FF2B5EF4-FFF2-40B4-BE49-F238E27FC236}">
                <a16:creationId xmlns:a16="http://schemas.microsoft.com/office/drawing/2014/main" id="{ECA85013-5870-9A07-4A6E-E04E024EBBA7}"/>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20" name="Rectangle 1">
            <a:extLst>
              <a:ext uri="{FF2B5EF4-FFF2-40B4-BE49-F238E27FC236}">
                <a16:creationId xmlns:a16="http://schemas.microsoft.com/office/drawing/2014/main" id="{DFCAA1DE-8A89-7C46-BA33-77AE98C997BD}"/>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7" name="Rectangle 1">
            <a:extLst>
              <a:ext uri="{FF2B5EF4-FFF2-40B4-BE49-F238E27FC236}">
                <a16:creationId xmlns:a16="http://schemas.microsoft.com/office/drawing/2014/main" id="{9F2B029A-4A48-BE13-D6AE-4679E72AC677}"/>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22" name="Rectangle 1">
            <a:extLst>
              <a:ext uri="{FF2B5EF4-FFF2-40B4-BE49-F238E27FC236}">
                <a16:creationId xmlns:a16="http://schemas.microsoft.com/office/drawing/2014/main" id="{79A0D87F-B56F-BA65-A9E9-B625C6AC5EFE}"/>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18" name="Rectangle 1">
            <a:extLst>
              <a:ext uri="{FF2B5EF4-FFF2-40B4-BE49-F238E27FC236}">
                <a16:creationId xmlns:a16="http://schemas.microsoft.com/office/drawing/2014/main" id="{CC9C2FB1-5121-D52A-F568-1F7755757F03}"/>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25" name="Rectangle 1">
            <a:extLst>
              <a:ext uri="{FF2B5EF4-FFF2-40B4-BE49-F238E27FC236}">
                <a16:creationId xmlns:a16="http://schemas.microsoft.com/office/drawing/2014/main" id="{75450D93-33B9-D9E6-4681-EC99E0081995}"/>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6" name="Rectangle 1">
            <a:extLst>
              <a:ext uri="{FF2B5EF4-FFF2-40B4-BE49-F238E27FC236}">
                <a16:creationId xmlns:a16="http://schemas.microsoft.com/office/drawing/2014/main" id="{E621F3DF-1D7E-9281-3368-F984B74591C4}"/>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27" name="Google Shape;649;p14">
            <a:extLst>
              <a:ext uri="{FF2B5EF4-FFF2-40B4-BE49-F238E27FC236}">
                <a16:creationId xmlns:a16="http://schemas.microsoft.com/office/drawing/2014/main" id="{416BE244-9A05-55BB-15CC-C096E321BC7C}"/>
              </a:ext>
            </a:extLst>
          </p:cNvPr>
          <p:cNvSpPr txBox="1"/>
          <p:nvPr/>
        </p:nvSpPr>
        <p:spPr>
          <a:xfrm>
            <a:off x="837202" y="2303023"/>
            <a:ext cx="10885700" cy="402226"/>
          </a:xfrm>
          <a:prstGeom prst="rect">
            <a:avLst/>
          </a:prstGeom>
          <a:noFill/>
          <a:ln>
            <a:noFill/>
          </a:ln>
        </p:spPr>
        <p:txBody>
          <a:bodyPr spcFirstLastPara="1" wrap="square" lIns="0" tIns="0" rIns="0" bIns="0" anchor="t" anchorCtr="0">
            <a:spAutoFit/>
          </a:bodyPr>
          <a:lstStyle/>
          <a:p>
            <a:pPr defTabSz="609630">
              <a:lnSpc>
                <a:spcPct val="139958"/>
              </a:lnSpc>
              <a:buClr>
                <a:srgbClr val="FFFFFF"/>
              </a:buClr>
            </a:pPr>
            <a:r>
              <a:rPr lang="en-US" sz="1867" i="1" kern="0" dirty="0">
                <a:solidFill>
                  <a:srgbClr val="FFFFFF"/>
                </a:solidFill>
                <a:latin typeface="Roboto Mono"/>
                <a:ea typeface="Roboto Mono"/>
                <a:cs typeface="Arial"/>
                <a:sym typeface="Roboto Mono"/>
              </a:rPr>
              <a:t>Question: how can you swap the values of two variables?</a:t>
            </a:r>
          </a:p>
        </p:txBody>
      </p:sp>
      <p:sp>
        <p:nvSpPr>
          <p:cNvPr id="28" name="Rectangle 1">
            <a:extLst>
              <a:ext uri="{FF2B5EF4-FFF2-40B4-BE49-F238E27FC236}">
                <a16:creationId xmlns:a16="http://schemas.microsoft.com/office/drawing/2014/main" id="{5FAD5EEE-7C47-B058-FB7E-2E9E034003C6}"/>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21" name="Rectangle 1">
            <a:extLst>
              <a:ext uri="{FF2B5EF4-FFF2-40B4-BE49-F238E27FC236}">
                <a16:creationId xmlns:a16="http://schemas.microsoft.com/office/drawing/2014/main" id="{CC7E7438-D1C2-9733-52F6-7E6A5CDD8969}"/>
              </a:ext>
            </a:extLst>
          </p:cNvPr>
          <p:cNvSpPr>
            <a:spLocks noChangeArrowheads="1"/>
          </p:cNvSpPr>
          <p:nvPr/>
        </p:nvSpPr>
        <p:spPr bwMode="auto">
          <a:xfrm>
            <a:off x="0" y="29290"/>
            <a:ext cx="123175" cy="246221"/>
          </a:xfrm>
          <a:prstGeom prst="rect">
            <a:avLst/>
          </a:prstGeom>
          <a:solidFill>
            <a:srgbClr val="1E1F2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24" name="Rectangle 1">
            <a:extLst>
              <a:ext uri="{FF2B5EF4-FFF2-40B4-BE49-F238E27FC236}">
                <a16:creationId xmlns:a16="http://schemas.microsoft.com/office/drawing/2014/main" id="{678C5369-274B-94A6-05AC-672C99043272}"/>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30" name="Rectangle 2">
            <a:extLst>
              <a:ext uri="{FF2B5EF4-FFF2-40B4-BE49-F238E27FC236}">
                <a16:creationId xmlns:a16="http://schemas.microsoft.com/office/drawing/2014/main" id="{02E2298F-D595-F83D-909F-0CAD6D74391E}"/>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23" name="Rectangle 1">
            <a:extLst>
              <a:ext uri="{FF2B5EF4-FFF2-40B4-BE49-F238E27FC236}">
                <a16:creationId xmlns:a16="http://schemas.microsoft.com/office/drawing/2014/main" id="{5EA97464-7255-0383-EBF0-5E8C29BE7DE7}"/>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26" name="Rectangle 1">
            <a:extLst>
              <a:ext uri="{FF2B5EF4-FFF2-40B4-BE49-F238E27FC236}">
                <a16:creationId xmlns:a16="http://schemas.microsoft.com/office/drawing/2014/main" id="{2DAAE953-7187-4C37-7312-045C3A7B0280}"/>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29" name="Rectangle 1">
            <a:extLst>
              <a:ext uri="{FF2B5EF4-FFF2-40B4-BE49-F238E27FC236}">
                <a16:creationId xmlns:a16="http://schemas.microsoft.com/office/drawing/2014/main" id="{5861F236-DF9A-DBE7-4F0B-B9030C6C859D}"/>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pic>
        <p:nvPicPr>
          <p:cNvPr id="34" name="Picture 33" descr="A screenshot of a computer code&#10;&#10;Description automatically generated">
            <a:extLst>
              <a:ext uri="{FF2B5EF4-FFF2-40B4-BE49-F238E27FC236}">
                <a16:creationId xmlns:a16="http://schemas.microsoft.com/office/drawing/2014/main" id="{434CA53F-72E7-3EE9-F02B-A5596435F4A8}"/>
              </a:ext>
            </a:extLst>
          </p:cNvPr>
          <p:cNvPicPr>
            <a:picLocks noChangeAspect="1"/>
          </p:cNvPicPr>
          <p:nvPr/>
        </p:nvPicPr>
        <p:blipFill>
          <a:blip r:embed="rId3"/>
          <a:stretch>
            <a:fillRect/>
          </a:stretch>
        </p:blipFill>
        <p:spPr>
          <a:xfrm>
            <a:off x="837202" y="2970319"/>
            <a:ext cx="4518825" cy="1776631"/>
          </a:xfrm>
          <a:prstGeom prst="rect">
            <a:avLst/>
          </a:prstGeom>
        </p:spPr>
      </p:pic>
      <p:pic>
        <p:nvPicPr>
          <p:cNvPr id="36" name="Picture 35" descr="A black text on a white background&#10;&#10;Description automatically generated">
            <a:extLst>
              <a:ext uri="{FF2B5EF4-FFF2-40B4-BE49-F238E27FC236}">
                <a16:creationId xmlns:a16="http://schemas.microsoft.com/office/drawing/2014/main" id="{2201F5A0-8E73-15E8-D189-C41CB08BC0CB}"/>
              </a:ext>
            </a:extLst>
          </p:cNvPr>
          <p:cNvPicPr>
            <a:picLocks noChangeAspect="1"/>
          </p:cNvPicPr>
          <p:nvPr/>
        </p:nvPicPr>
        <p:blipFill>
          <a:blip r:embed="rId4"/>
          <a:stretch>
            <a:fillRect/>
          </a:stretch>
        </p:blipFill>
        <p:spPr>
          <a:xfrm>
            <a:off x="5478942" y="3107707"/>
            <a:ext cx="6370397" cy="1534476"/>
          </a:xfrm>
          <a:prstGeom prst="rect">
            <a:avLst/>
          </a:prstGeom>
        </p:spPr>
      </p:pic>
    </p:spTree>
    <p:extLst>
      <p:ext uri="{BB962C8B-B14F-4D97-AF65-F5344CB8AC3E}">
        <p14:creationId xmlns:p14="http://schemas.microsoft.com/office/powerpoint/2010/main" val="3758925270"/>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42661" y="175961"/>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a:solidFill>
            <a:schemeClr val="accent1"/>
          </a:solidFill>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60"/>
            <a:ext cx="10722297" cy="886397"/>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4800" kern="0" dirty="0">
                <a:solidFill>
                  <a:srgbClr val="FFFFFF"/>
                </a:solidFill>
                <a:latin typeface="Courier"/>
                <a:cs typeface="Arial"/>
                <a:sym typeface="Courier"/>
              </a:rPr>
              <a:t>List in Action</a:t>
            </a:r>
            <a:endParaRPr sz="4800"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7" name="Rectangle 1">
            <a:extLst>
              <a:ext uri="{FF2B5EF4-FFF2-40B4-BE49-F238E27FC236}">
                <a16:creationId xmlns:a16="http://schemas.microsoft.com/office/drawing/2014/main" id="{20F41085-CE44-7E37-23E2-A522BDCBBFCD}"/>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3" name="Rectangle 1">
            <a:extLst>
              <a:ext uri="{FF2B5EF4-FFF2-40B4-BE49-F238E27FC236}">
                <a16:creationId xmlns:a16="http://schemas.microsoft.com/office/drawing/2014/main" id="{0E9B0D59-3084-D5BA-88A0-D33BADA639E4}"/>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4" name="Rectangle 1">
            <a:extLst>
              <a:ext uri="{FF2B5EF4-FFF2-40B4-BE49-F238E27FC236}">
                <a16:creationId xmlns:a16="http://schemas.microsoft.com/office/drawing/2014/main" id="{23F2007E-42F7-9440-F3A0-FD42A273BA15}"/>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6" name="Rectangle 5">
            <a:extLst>
              <a:ext uri="{FF2B5EF4-FFF2-40B4-BE49-F238E27FC236}">
                <a16:creationId xmlns:a16="http://schemas.microsoft.com/office/drawing/2014/main" id="{9F5FADB2-91AF-D4FA-A045-82F997FBBD17}"/>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5" name="Rectangle 1">
            <a:extLst>
              <a:ext uri="{FF2B5EF4-FFF2-40B4-BE49-F238E27FC236}">
                <a16:creationId xmlns:a16="http://schemas.microsoft.com/office/drawing/2014/main" id="{E6496D04-2116-A83E-095C-4F80A7E97EC5}"/>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9" name="Rectangle 2">
            <a:extLst>
              <a:ext uri="{FF2B5EF4-FFF2-40B4-BE49-F238E27FC236}">
                <a16:creationId xmlns:a16="http://schemas.microsoft.com/office/drawing/2014/main" id="{3E458D6A-E9DB-1287-7EA5-E23645965E69}"/>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2" name="Rectangle 2">
            <a:extLst>
              <a:ext uri="{FF2B5EF4-FFF2-40B4-BE49-F238E27FC236}">
                <a16:creationId xmlns:a16="http://schemas.microsoft.com/office/drawing/2014/main" id="{FBB22B93-F8CC-6F00-52DE-0350807328D2}"/>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3" name="Rectangle 3">
            <a:extLst>
              <a:ext uri="{FF2B5EF4-FFF2-40B4-BE49-F238E27FC236}">
                <a16:creationId xmlns:a16="http://schemas.microsoft.com/office/drawing/2014/main" id="{18B7A569-70FF-9BCA-F988-F9B46A585DE3}"/>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4" name="Rectangle 4">
            <a:extLst>
              <a:ext uri="{FF2B5EF4-FFF2-40B4-BE49-F238E27FC236}">
                <a16:creationId xmlns:a16="http://schemas.microsoft.com/office/drawing/2014/main" id="{2FCDB2EA-91A1-15F5-FC81-BD234CFC7F07}"/>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19" name="Rectangle 6">
            <a:extLst>
              <a:ext uri="{FF2B5EF4-FFF2-40B4-BE49-F238E27FC236}">
                <a16:creationId xmlns:a16="http://schemas.microsoft.com/office/drawing/2014/main" id="{2F3AD926-407F-EEE3-312F-6508C2090088}"/>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10" name="Rectangle 1">
            <a:extLst>
              <a:ext uri="{FF2B5EF4-FFF2-40B4-BE49-F238E27FC236}">
                <a16:creationId xmlns:a16="http://schemas.microsoft.com/office/drawing/2014/main" id="{1BAFC905-C921-C17F-4371-8676B22A355F}"/>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5" name="Rectangle 2">
            <a:extLst>
              <a:ext uri="{FF2B5EF4-FFF2-40B4-BE49-F238E27FC236}">
                <a16:creationId xmlns:a16="http://schemas.microsoft.com/office/drawing/2014/main" id="{42B2D507-D7C8-F4AC-8B5C-F66E1E45FD4E}"/>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1" name="Rectangle 1">
            <a:extLst>
              <a:ext uri="{FF2B5EF4-FFF2-40B4-BE49-F238E27FC236}">
                <a16:creationId xmlns:a16="http://schemas.microsoft.com/office/drawing/2014/main" id="{84CDB709-48D2-0F17-010F-F9EF0D211656}"/>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8" name="Rectangle 1">
            <a:extLst>
              <a:ext uri="{FF2B5EF4-FFF2-40B4-BE49-F238E27FC236}">
                <a16:creationId xmlns:a16="http://schemas.microsoft.com/office/drawing/2014/main" id="{ECA85013-5870-9A07-4A6E-E04E024EBBA7}"/>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20" name="Rectangle 1">
            <a:extLst>
              <a:ext uri="{FF2B5EF4-FFF2-40B4-BE49-F238E27FC236}">
                <a16:creationId xmlns:a16="http://schemas.microsoft.com/office/drawing/2014/main" id="{DFCAA1DE-8A89-7C46-BA33-77AE98C997BD}"/>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7" name="Rectangle 1">
            <a:extLst>
              <a:ext uri="{FF2B5EF4-FFF2-40B4-BE49-F238E27FC236}">
                <a16:creationId xmlns:a16="http://schemas.microsoft.com/office/drawing/2014/main" id="{9F2B029A-4A48-BE13-D6AE-4679E72AC677}"/>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22" name="Rectangle 1">
            <a:extLst>
              <a:ext uri="{FF2B5EF4-FFF2-40B4-BE49-F238E27FC236}">
                <a16:creationId xmlns:a16="http://schemas.microsoft.com/office/drawing/2014/main" id="{79A0D87F-B56F-BA65-A9E9-B625C6AC5EFE}"/>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18" name="Rectangle 1">
            <a:extLst>
              <a:ext uri="{FF2B5EF4-FFF2-40B4-BE49-F238E27FC236}">
                <a16:creationId xmlns:a16="http://schemas.microsoft.com/office/drawing/2014/main" id="{CC9C2FB1-5121-D52A-F568-1F7755757F03}"/>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25" name="Rectangle 1">
            <a:extLst>
              <a:ext uri="{FF2B5EF4-FFF2-40B4-BE49-F238E27FC236}">
                <a16:creationId xmlns:a16="http://schemas.microsoft.com/office/drawing/2014/main" id="{75450D93-33B9-D9E6-4681-EC99E0081995}"/>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6" name="Rectangle 1">
            <a:extLst>
              <a:ext uri="{FF2B5EF4-FFF2-40B4-BE49-F238E27FC236}">
                <a16:creationId xmlns:a16="http://schemas.microsoft.com/office/drawing/2014/main" id="{E621F3DF-1D7E-9281-3368-F984B74591C4}"/>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27" name="Google Shape;649;p14">
            <a:extLst>
              <a:ext uri="{FF2B5EF4-FFF2-40B4-BE49-F238E27FC236}">
                <a16:creationId xmlns:a16="http://schemas.microsoft.com/office/drawing/2014/main" id="{416BE244-9A05-55BB-15CC-C096E321BC7C}"/>
              </a:ext>
            </a:extLst>
          </p:cNvPr>
          <p:cNvSpPr txBox="1"/>
          <p:nvPr/>
        </p:nvSpPr>
        <p:spPr>
          <a:xfrm>
            <a:off x="837202" y="2303023"/>
            <a:ext cx="10885700" cy="402226"/>
          </a:xfrm>
          <a:prstGeom prst="rect">
            <a:avLst/>
          </a:prstGeom>
          <a:noFill/>
          <a:ln>
            <a:noFill/>
          </a:ln>
        </p:spPr>
        <p:txBody>
          <a:bodyPr spcFirstLastPara="1" wrap="square" lIns="0" tIns="0" rIns="0" bIns="0" anchor="t" anchorCtr="0">
            <a:spAutoFit/>
          </a:bodyPr>
          <a:lstStyle/>
          <a:p>
            <a:pPr defTabSz="609630">
              <a:lnSpc>
                <a:spcPct val="139958"/>
              </a:lnSpc>
              <a:buClr>
                <a:srgbClr val="FFFFFF"/>
              </a:buClr>
            </a:pPr>
            <a:r>
              <a:rPr lang="en-US" sz="1867" i="1" kern="0" dirty="0">
                <a:solidFill>
                  <a:srgbClr val="FFFFFF"/>
                </a:solidFill>
                <a:latin typeface="Roboto Mono"/>
                <a:ea typeface="Roboto Mono"/>
                <a:cs typeface="Arial"/>
                <a:sym typeface="Roboto Mono"/>
              </a:rPr>
              <a:t>Now you can easily </a:t>
            </a:r>
            <a:r>
              <a:rPr lang="en-US" sz="1867" i="1" kern="0" dirty="0">
                <a:solidFill>
                  <a:srgbClr val="8C52FF"/>
                </a:solidFill>
                <a:latin typeface="Roboto Mono"/>
                <a:ea typeface="Roboto Mono"/>
                <a:cs typeface="Arial"/>
                <a:sym typeface="Roboto Mono"/>
              </a:rPr>
              <a:t>swap</a:t>
            </a:r>
            <a:r>
              <a:rPr lang="en-US" sz="1867" i="1" kern="0" dirty="0">
                <a:solidFill>
                  <a:srgbClr val="FFFFFF"/>
                </a:solidFill>
                <a:latin typeface="Roboto Mono"/>
                <a:ea typeface="Roboto Mono"/>
                <a:cs typeface="Arial"/>
                <a:sym typeface="Roboto Mono"/>
              </a:rPr>
              <a:t> the list's elements to </a:t>
            </a:r>
            <a:r>
              <a:rPr lang="en-US" sz="1867" i="1" kern="0" dirty="0">
                <a:solidFill>
                  <a:srgbClr val="8C52FF"/>
                </a:solidFill>
                <a:latin typeface="Roboto Mono"/>
                <a:ea typeface="Roboto Mono"/>
                <a:cs typeface="Arial"/>
                <a:sym typeface="Roboto Mono"/>
              </a:rPr>
              <a:t>reverse their order</a:t>
            </a:r>
            <a:r>
              <a:rPr lang="en-US" sz="1867" i="1" kern="0" dirty="0">
                <a:solidFill>
                  <a:srgbClr val="FFFFFF"/>
                </a:solidFill>
                <a:latin typeface="Roboto Mono"/>
                <a:ea typeface="Roboto Mono"/>
                <a:cs typeface="Arial"/>
                <a:sym typeface="Roboto Mono"/>
              </a:rPr>
              <a:t>:</a:t>
            </a:r>
          </a:p>
        </p:txBody>
      </p:sp>
      <p:sp>
        <p:nvSpPr>
          <p:cNvPr id="28" name="Rectangle 1">
            <a:extLst>
              <a:ext uri="{FF2B5EF4-FFF2-40B4-BE49-F238E27FC236}">
                <a16:creationId xmlns:a16="http://schemas.microsoft.com/office/drawing/2014/main" id="{5FAD5EEE-7C47-B058-FB7E-2E9E034003C6}"/>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21" name="Rectangle 1">
            <a:extLst>
              <a:ext uri="{FF2B5EF4-FFF2-40B4-BE49-F238E27FC236}">
                <a16:creationId xmlns:a16="http://schemas.microsoft.com/office/drawing/2014/main" id="{CC7E7438-D1C2-9733-52F6-7E6A5CDD8969}"/>
              </a:ext>
            </a:extLst>
          </p:cNvPr>
          <p:cNvSpPr>
            <a:spLocks noChangeArrowheads="1"/>
          </p:cNvSpPr>
          <p:nvPr/>
        </p:nvSpPr>
        <p:spPr bwMode="auto">
          <a:xfrm>
            <a:off x="0" y="29290"/>
            <a:ext cx="123175" cy="246221"/>
          </a:xfrm>
          <a:prstGeom prst="rect">
            <a:avLst/>
          </a:prstGeom>
          <a:solidFill>
            <a:srgbClr val="1E1F2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24" name="Rectangle 1">
            <a:extLst>
              <a:ext uri="{FF2B5EF4-FFF2-40B4-BE49-F238E27FC236}">
                <a16:creationId xmlns:a16="http://schemas.microsoft.com/office/drawing/2014/main" id="{678C5369-274B-94A6-05AC-672C99043272}"/>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30" name="Rectangle 2">
            <a:extLst>
              <a:ext uri="{FF2B5EF4-FFF2-40B4-BE49-F238E27FC236}">
                <a16:creationId xmlns:a16="http://schemas.microsoft.com/office/drawing/2014/main" id="{02E2298F-D595-F83D-909F-0CAD6D74391E}"/>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23" name="Rectangle 1">
            <a:extLst>
              <a:ext uri="{FF2B5EF4-FFF2-40B4-BE49-F238E27FC236}">
                <a16:creationId xmlns:a16="http://schemas.microsoft.com/office/drawing/2014/main" id="{5EA97464-7255-0383-EBF0-5E8C29BE7DE7}"/>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26" name="Rectangle 1">
            <a:extLst>
              <a:ext uri="{FF2B5EF4-FFF2-40B4-BE49-F238E27FC236}">
                <a16:creationId xmlns:a16="http://schemas.microsoft.com/office/drawing/2014/main" id="{2DAAE953-7187-4C37-7312-045C3A7B0280}"/>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29" name="Rectangle 1">
            <a:extLst>
              <a:ext uri="{FF2B5EF4-FFF2-40B4-BE49-F238E27FC236}">
                <a16:creationId xmlns:a16="http://schemas.microsoft.com/office/drawing/2014/main" id="{5861F236-DF9A-DBE7-4F0B-B9030C6C859D}"/>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pic>
        <p:nvPicPr>
          <p:cNvPr id="32" name="Picture 31" descr="A white background with black text&#10;&#10;Description automatically generated">
            <a:extLst>
              <a:ext uri="{FF2B5EF4-FFF2-40B4-BE49-F238E27FC236}">
                <a16:creationId xmlns:a16="http://schemas.microsoft.com/office/drawing/2014/main" id="{80A41C69-072E-B0BF-17FB-448CFEA12DA1}"/>
              </a:ext>
            </a:extLst>
          </p:cNvPr>
          <p:cNvPicPr>
            <a:picLocks noChangeAspect="1"/>
          </p:cNvPicPr>
          <p:nvPr/>
        </p:nvPicPr>
        <p:blipFill>
          <a:blip r:embed="rId3"/>
          <a:stretch>
            <a:fillRect/>
          </a:stretch>
        </p:blipFill>
        <p:spPr>
          <a:xfrm>
            <a:off x="2533988" y="3233339"/>
            <a:ext cx="7492129" cy="2309104"/>
          </a:xfrm>
          <a:prstGeom prst="rect">
            <a:avLst/>
          </a:prstGeom>
        </p:spPr>
      </p:pic>
    </p:spTree>
    <p:extLst>
      <p:ext uri="{BB962C8B-B14F-4D97-AF65-F5344CB8AC3E}">
        <p14:creationId xmlns:p14="http://schemas.microsoft.com/office/powerpoint/2010/main" val="2675038603"/>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42661" y="175961"/>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a:solidFill>
            <a:schemeClr val="accent1"/>
          </a:solidFill>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60"/>
            <a:ext cx="10722297" cy="886397"/>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4800" kern="0" dirty="0">
                <a:solidFill>
                  <a:srgbClr val="FFFFFF"/>
                </a:solidFill>
                <a:latin typeface="Courier"/>
                <a:cs typeface="Arial"/>
                <a:sym typeface="Courier"/>
              </a:rPr>
              <a:t>List in Action</a:t>
            </a:r>
            <a:endParaRPr sz="4800"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7" name="Rectangle 1">
            <a:extLst>
              <a:ext uri="{FF2B5EF4-FFF2-40B4-BE49-F238E27FC236}">
                <a16:creationId xmlns:a16="http://schemas.microsoft.com/office/drawing/2014/main" id="{20F41085-CE44-7E37-23E2-A522BDCBBFCD}"/>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3" name="Rectangle 1">
            <a:extLst>
              <a:ext uri="{FF2B5EF4-FFF2-40B4-BE49-F238E27FC236}">
                <a16:creationId xmlns:a16="http://schemas.microsoft.com/office/drawing/2014/main" id="{0E9B0D59-3084-D5BA-88A0-D33BADA639E4}"/>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4" name="Rectangle 1">
            <a:extLst>
              <a:ext uri="{FF2B5EF4-FFF2-40B4-BE49-F238E27FC236}">
                <a16:creationId xmlns:a16="http://schemas.microsoft.com/office/drawing/2014/main" id="{23F2007E-42F7-9440-F3A0-FD42A273BA15}"/>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6" name="Rectangle 5">
            <a:extLst>
              <a:ext uri="{FF2B5EF4-FFF2-40B4-BE49-F238E27FC236}">
                <a16:creationId xmlns:a16="http://schemas.microsoft.com/office/drawing/2014/main" id="{9F5FADB2-91AF-D4FA-A045-82F997FBBD17}"/>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5" name="Rectangle 1">
            <a:extLst>
              <a:ext uri="{FF2B5EF4-FFF2-40B4-BE49-F238E27FC236}">
                <a16:creationId xmlns:a16="http://schemas.microsoft.com/office/drawing/2014/main" id="{E6496D04-2116-A83E-095C-4F80A7E97EC5}"/>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9" name="Rectangle 2">
            <a:extLst>
              <a:ext uri="{FF2B5EF4-FFF2-40B4-BE49-F238E27FC236}">
                <a16:creationId xmlns:a16="http://schemas.microsoft.com/office/drawing/2014/main" id="{3E458D6A-E9DB-1287-7EA5-E23645965E69}"/>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2" name="Rectangle 2">
            <a:extLst>
              <a:ext uri="{FF2B5EF4-FFF2-40B4-BE49-F238E27FC236}">
                <a16:creationId xmlns:a16="http://schemas.microsoft.com/office/drawing/2014/main" id="{FBB22B93-F8CC-6F00-52DE-0350807328D2}"/>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3" name="Rectangle 3">
            <a:extLst>
              <a:ext uri="{FF2B5EF4-FFF2-40B4-BE49-F238E27FC236}">
                <a16:creationId xmlns:a16="http://schemas.microsoft.com/office/drawing/2014/main" id="{18B7A569-70FF-9BCA-F988-F9B46A585DE3}"/>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4" name="Rectangle 4">
            <a:extLst>
              <a:ext uri="{FF2B5EF4-FFF2-40B4-BE49-F238E27FC236}">
                <a16:creationId xmlns:a16="http://schemas.microsoft.com/office/drawing/2014/main" id="{2FCDB2EA-91A1-15F5-FC81-BD234CFC7F07}"/>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19" name="Rectangle 6">
            <a:extLst>
              <a:ext uri="{FF2B5EF4-FFF2-40B4-BE49-F238E27FC236}">
                <a16:creationId xmlns:a16="http://schemas.microsoft.com/office/drawing/2014/main" id="{2F3AD926-407F-EEE3-312F-6508C2090088}"/>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10" name="Rectangle 1">
            <a:extLst>
              <a:ext uri="{FF2B5EF4-FFF2-40B4-BE49-F238E27FC236}">
                <a16:creationId xmlns:a16="http://schemas.microsoft.com/office/drawing/2014/main" id="{1BAFC905-C921-C17F-4371-8676B22A355F}"/>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5" name="Rectangle 2">
            <a:extLst>
              <a:ext uri="{FF2B5EF4-FFF2-40B4-BE49-F238E27FC236}">
                <a16:creationId xmlns:a16="http://schemas.microsoft.com/office/drawing/2014/main" id="{42B2D507-D7C8-F4AC-8B5C-F66E1E45FD4E}"/>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1" name="Rectangle 1">
            <a:extLst>
              <a:ext uri="{FF2B5EF4-FFF2-40B4-BE49-F238E27FC236}">
                <a16:creationId xmlns:a16="http://schemas.microsoft.com/office/drawing/2014/main" id="{84CDB709-48D2-0F17-010F-F9EF0D211656}"/>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8" name="Rectangle 1">
            <a:extLst>
              <a:ext uri="{FF2B5EF4-FFF2-40B4-BE49-F238E27FC236}">
                <a16:creationId xmlns:a16="http://schemas.microsoft.com/office/drawing/2014/main" id="{ECA85013-5870-9A07-4A6E-E04E024EBBA7}"/>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20" name="Rectangle 1">
            <a:extLst>
              <a:ext uri="{FF2B5EF4-FFF2-40B4-BE49-F238E27FC236}">
                <a16:creationId xmlns:a16="http://schemas.microsoft.com/office/drawing/2014/main" id="{DFCAA1DE-8A89-7C46-BA33-77AE98C997BD}"/>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7" name="Rectangle 1">
            <a:extLst>
              <a:ext uri="{FF2B5EF4-FFF2-40B4-BE49-F238E27FC236}">
                <a16:creationId xmlns:a16="http://schemas.microsoft.com/office/drawing/2014/main" id="{9F2B029A-4A48-BE13-D6AE-4679E72AC677}"/>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22" name="Rectangle 1">
            <a:extLst>
              <a:ext uri="{FF2B5EF4-FFF2-40B4-BE49-F238E27FC236}">
                <a16:creationId xmlns:a16="http://schemas.microsoft.com/office/drawing/2014/main" id="{79A0D87F-B56F-BA65-A9E9-B625C6AC5EFE}"/>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18" name="Rectangle 1">
            <a:extLst>
              <a:ext uri="{FF2B5EF4-FFF2-40B4-BE49-F238E27FC236}">
                <a16:creationId xmlns:a16="http://schemas.microsoft.com/office/drawing/2014/main" id="{CC9C2FB1-5121-D52A-F568-1F7755757F03}"/>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25" name="Rectangle 1">
            <a:extLst>
              <a:ext uri="{FF2B5EF4-FFF2-40B4-BE49-F238E27FC236}">
                <a16:creationId xmlns:a16="http://schemas.microsoft.com/office/drawing/2014/main" id="{75450D93-33B9-D9E6-4681-EC99E0081995}"/>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6" name="Rectangle 1">
            <a:extLst>
              <a:ext uri="{FF2B5EF4-FFF2-40B4-BE49-F238E27FC236}">
                <a16:creationId xmlns:a16="http://schemas.microsoft.com/office/drawing/2014/main" id="{E621F3DF-1D7E-9281-3368-F984B74591C4}"/>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27" name="Google Shape;649;p14">
            <a:extLst>
              <a:ext uri="{FF2B5EF4-FFF2-40B4-BE49-F238E27FC236}">
                <a16:creationId xmlns:a16="http://schemas.microsoft.com/office/drawing/2014/main" id="{416BE244-9A05-55BB-15CC-C096E321BC7C}"/>
              </a:ext>
            </a:extLst>
          </p:cNvPr>
          <p:cNvSpPr txBox="1"/>
          <p:nvPr/>
        </p:nvSpPr>
        <p:spPr>
          <a:xfrm>
            <a:off x="837202" y="2303023"/>
            <a:ext cx="10885700" cy="804451"/>
          </a:xfrm>
          <a:prstGeom prst="rect">
            <a:avLst/>
          </a:prstGeom>
          <a:noFill/>
          <a:ln>
            <a:noFill/>
          </a:ln>
        </p:spPr>
        <p:txBody>
          <a:bodyPr spcFirstLastPara="1" wrap="square" lIns="0" tIns="0" rIns="0" bIns="0" anchor="t" anchorCtr="0">
            <a:spAutoFit/>
          </a:bodyPr>
          <a:lstStyle/>
          <a:p>
            <a:pPr defTabSz="609630">
              <a:lnSpc>
                <a:spcPct val="139958"/>
              </a:lnSpc>
              <a:buClr>
                <a:srgbClr val="FFFFFF"/>
              </a:buClr>
            </a:pPr>
            <a:r>
              <a:rPr lang="en-US" sz="1867" i="1" kern="0" dirty="0">
                <a:solidFill>
                  <a:srgbClr val="FFFFFF"/>
                </a:solidFill>
                <a:latin typeface="Roboto Mono"/>
                <a:ea typeface="Roboto Mono"/>
                <a:cs typeface="Arial"/>
                <a:sym typeface="Roboto Mono"/>
              </a:rPr>
              <a:t>Will it still be acceptable with a list containing 100 elements? No, it won't.</a:t>
            </a:r>
          </a:p>
        </p:txBody>
      </p:sp>
      <p:sp>
        <p:nvSpPr>
          <p:cNvPr id="28" name="Rectangle 1">
            <a:extLst>
              <a:ext uri="{FF2B5EF4-FFF2-40B4-BE49-F238E27FC236}">
                <a16:creationId xmlns:a16="http://schemas.microsoft.com/office/drawing/2014/main" id="{5FAD5EEE-7C47-B058-FB7E-2E9E034003C6}"/>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21" name="Rectangle 1">
            <a:extLst>
              <a:ext uri="{FF2B5EF4-FFF2-40B4-BE49-F238E27FC236}">
                <a16:creationId xmlns:a16="http://schemas.microsoft.com/office/drawing/2014/main" id="{CC7E7438-D1C2-9733-52F6-7E6A5CDD8969}"/>
              </a:ext>
            </a:extLst>
          </p:cNvPr>
          <p:cNvSpPr>
            <a:spLocks noChangeArrowheads="1"/>
          </p:cNvSpPr>
          <p:nvPr/>
        </p:nvSpPr>
        <p:spPr bwMode="auto">
          <a:xfrm>
            <a:off x="0" y="29290"/>
            <a:ext cx="123175" cy="246221"/>
          </a:xfrm>
          <a:prstGeom prst="rect">
            <a:avLst/>
          </a:prstGeom>
          <a:solidFill>
            <a:srgbClr val="1E1F2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24" name="Rectangle 1">
            <a:extLst>
              <a:ext uri="{FF2B5EF4-FFF2-40B4-BE49-F238E27FC236}">
                <a16:creationId xmlns:a16="http://schemas.microsoft.com/office/drawing/2014/main" id="{678C5369-274B-94A6-05AC-672C99043272}"/>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30" name="Rectangle 2">
            <a:extLst>
              <a:ext uri="{FF2B5EF4-FFF2-40B4-BE49-F238E27FC236}">
                <a16:creationId xmlns:a16="http://schemas.microsoft.com/office/drawing/2014/main" id="{02E2298F-D595-F83D-909F-0CAD6D74391E}"/>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23" name="Rectangle 1">
            <a:extLst>
              <a:ext uri="{FF2B5EF4-FFF2-40B4-BE49-F238E27FC236}">
                <a16:creationId xmlns:a16="http://schemas.microsoft.com/office/drawing/2014/main" id="{5EA97464-7255-0383-EBF0-5E8C29BE7DE7}"/>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26" name="Rectangle 1">
            <a:extLst>
              <a:ext uri="{FF2B5EF4-FFF2-40B4-BE49-F238E27FC236}">
                <a16:creationId xmlns:a16="http://schemas.microsoft.com/office/drawing/2014/main" id="{2DAAE953-7187-4C37-7312-045C3A7B0280}"/>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29" name="Rectangle 1">
            <a:extLst>
              <a:ext uri="{FF2B5EF4-FFF2-40B4-BE49-F238E27FC236}">
                <a16:creationId xmlns:a16="http://schemas.microsoft.com/office/drawing/2014/main" id="{5861F236-DF9A-DBE7-4F0B-B9030C6C859D}"/>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pic>
        <p:nvPicPr>
          <p:cNvPr id="33" name="Picture 32" descr="A computer code with black text&#10;&#10;Description automatically generated">
            <a:extLst>
              <a:ext uri="{FF2B5EF4-FFF2-40B4-BE49-F238E27FC236}">
                <a16:creationId xmlns:a16="http://schemas.microsoft.com/office/drawing/2014/main" id="{CE7948CA-4B2E-4DBC-8916-81D0B2D80FE5}"/>
              </a:ext>
            </a:extLst>
          </p:cNvPr>
          <p:cNvPicPr>
            <a:picLocks noChangeAspect="1"/>
          </p:cNvPicPr>
          <p:nvPr/>
        </p:nvPicPr>
        <p:blipFill>
          <a:blip r:embed="rId3"/>
          <a:stretch>
            <a:fillRect/>
          </a:stretch>
        </p:blipFill>
        <p:spPr>
          <a:xfrm>
            <a:off x="2019321" y="3162855"/>
            <a:ext cx="8541450" cy="2201983"/>
          </a:xfrm>
          <a:prstGeom prst="rect">
            <a:avLst/>
          </a:prstGeom>
        </p:spPr>
      </p:pic>
    </p:spTree>
    <p:extLst>
      <p:ext uri="{BB962C8B-B14F-4D97-AF65-F5344CB8AC3E}">
        <p14:creationId xmlns:p14="http://schemas.microsoft.com/office/powerpoint/2010/main" val="2167995722"/>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42661" y="175961"/>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a:solidFill>
            <a:schemeClr val="accent1"/>
          </a:solidFill>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60"/>
            <a:ext cx="10722297" cy="886397"/>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4800" kern="0" dirty="0">
                <a:solidFill>
                  <a:srgbClr val="FFFFFF"/>
                </a:solidFill>
                <a:latin typeface="Courier"/>
                <a:cs typeface="Arial"/>
                <a:sym typeface="Courier"/>
              </a:rPr>
              <a:t>Nested List</a:t>
            </a:r>
            <a:endParaRPr sz="4800"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7" name="Rectangle 1">
            <a:extLst>
              <a:ext uri="{FF2B5EF4-FFF2-40B4-BE49-F238E27FC236}">
                <a16:creationId xmlns:a16="http://schemas.microsoft.com/office/drawing/2014/main" id="{20F41085-CE44-7E37-23E2-A522BDCBBFCD}"/>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3" name="Rectangle 1">
            <a:extLst>
              <a:ext uri="{FF2B5EF4-FFF2-40B4-BE49-F238E27FC236}">
                <a16:creationId xmlns:a16="http://schemas.microsoft.com/office/drawing/2014/main" id="{0E9B0D59-3084-D5BA-88A0-D33BADA639E4}"/>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4" name="Rectangle 1">
            <a:extLst>
              <a:ext uri="{FF2B5EF4-FFF2-40B4-BE49-F238E27FC236}">
                <a16:creationId xmlns:a16="http://schemas.microsoft.com/office/drawing/2014/main" id="{23F2007E-42F7-9440-F3A0-FD42A273BA15}"/>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6" name="Rectangle 5">
            <a:extLst>
              <a:ext uri="{FF2B5EF4-FFF2-40B4-BE49-F238E27FC236}">
                <a16:creationId xmlns:a16="http://schemas.microsoft.com/office/drawing/2014/main" id="{9F5FADB2-91AF-D4FA-A045-82F997FBBD17}"/>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5" name="Rectangle 1">
            <a:extLst>
              <a:ext uri="{FF2B5EF4-FFF2-40B4-BE49-F238E27FC236}">
                <a16:creationId xmlns:a16="http://schemas.microsoft.com/office/drawing/2014/main" id="{E6496D04-2116-A83E-095C-4F80A7E97EC5}"/>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9" name="Rectangle 2">
            <a:extLst>
              <a:ext uri="{FF2B5EF4-FFF2-40B4-BE49-F238E27FC236}">
                <a16:creationId xmlns:a16="http://schemas.microsoft.com/office/drawing/2014/main" id="{3E458D6A-E9DB-1287-7EA5-E23645965E69}"/>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2" name="Rectangle 2">
            <a:extLst>
              <a:ext uri="{FF2B5EF4-FFF2-40B4-BE49-F238E27FC236}">
                <a16:creationId xmlns:a16="http://schemas.microsoft.com/office/drawing/2014/main" id="{FBB22B93-F8CC-6F00-52DE-0350807328D2}"/>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3" name="Rectangle 3">
            <a:extLst>
              <a:ext uri="{FF2B5EF4-FFF2-40B4-BE49-F238E27FC236}">
                <a16:creationId xmlns:a16="http://schemas.microsoft.com/office/drawing/2014/main" id="{18B7A569-70FF-9BCA-F988-F9B46A585DE3}"/>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4" name="Rectangle 4">
            <a:extLst>
              <a:ext uri="{FF2B5EF4-FFF2-40B4-BE49-F238E27FC236}">
                <a16:creationId xmlns:a16="http://schemas.microsoft.com/office/drawing/2014/main" id="{2FCDB2EA-91A1-15F5-FC81-BD234CFC7F07}"/>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19" name="Rectangle 6">
            <a:extLst>
              <a:ext uri="{FF2B5EF4-FFF2-40B4-BE49-F238E27FC236}">
                <a16:creationId xmlns:a16="http://schemas.microsoft.com/office/drawing/2014/main" id="{2F3AD926-407F-EEE3-312F-6508C2090088}"/>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10" name="Rectangle 1">
            <a:extLst>
              <a:ext uri="{FF2B5EF4-FFF2-40B4-BE49-F238E27FC236}">
                <a16:creationId xmlns:a16="http://schemas.microsoft.com/office/drawing/2014/main" id="{1BAFC905-C921-C17F-4371-8676B22A355F}"/>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5" name="Rectangle 2">
            <a:extLst>
              <a:ext uri="{FF2B5EF4-FFF2-40B4-BE49-F238E27FC236}">
                <a16:creationId xmlns:a16="http://schemas.microsoft.com/office/drawing/2014/main" id="{42B2D507-D7C8-F4AC-8B5C-F66E1E45FD4E}"/>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1" name="Rectangle 1">
            <a:extLst>
              <a:ext uri="{FF2B5EF4-FFF2-40B4-BE49-F238E27FC236}">
                <a16:creationId xmlns:a16="http://schemas.microsoft.com/office/drawing/2014/main" id="{84CDB709-48D2-0F17-010F-F9EF0D211656}"/>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8" name="Rectangle 1">
            <a:extLst>
              <a:ext uri="{FF2B5EF4-FFF2-40B4-BE49-F238E27FC236}">
                <a16:creationId xmlns:a16="http://schemas.microsoft.com/office/drawing/2014/main" id="{ECA85013-5870-9A07-4A6E-E04E024EBBA7}"/>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20" name="Rectangle 1">
            <a:extLst>
              <a:ext uri="{FF2B5EF4-FFF2-40B4-BE49-F238E27FC236}">
                <a16:creationId xmlns:a16="http://schemas.microsoft.com/office/drawing/2014/main" id="{DFCAA1DE-8A89-7C46-BA33-77AE98C997BD}"/>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7" name="Rectangle 1">
            <a:extLst>
              <a:ext uri="{FF2B5EF4-FFF2-40B4-BE49-F238E27FC236}">
                <a16:creationId xmlns:a16="http://schemas.microsoft.com/office/drawing/2014/main" id="{9F2B029A-4A48-BE13-D6AE-4679E72AC677}"/>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22" name="Rectangle 1">
            <a:extLst>
              <a:ext uri="{FF2B5EF4-FFF2-40B4-BE49-F238E27FC236}">
                <a16:creationId xmlns:a16="http://schemas.microsoft.com/office/drawing/2014/main" id="{79A0D87F-B56F-BA65-A9E9-B625C6AC5EFE}"/>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18" name="Rectangle 1">
            <a:extLst>
              <a:ext uri="{FF2B5EF4-FFF2-40B4-BE49-F238E27FC236}">
                <a16:creationId xmlns:a16="http://schemas.microsoft.com/office/drawing/2014/main" id="{CC9C2FB1-5121-D52A-F568-1F7755757F03}"/>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25" name="Rectangle 1">
            <a:extLst>
              <a:ext uri="{FF2B5EF4-FFF2-40B4-BE49-F238E27FC236}">
                <a16:creationId xmlns:a16="http://schemas.microsoft.com/office/drawing/2014/main" id="{75450D93-33B9-D9E6-4681-EC99E0081995}"/>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6" name="Rectangle 1">
            <a:extLst>
              <a:ext uri="{FF2B5EF4-FFF2-40B4-BE49-F238E27FC236}">
                <a16:creationId xmlns:a16="http://schemas.microsoft.com/office/drawing/2014/main" id="{E621F3DF-1D7E-9281-3368-F984B74591C4}"/>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27" name="Google Shape;649;p14">
            <a:extLst>
              <a:ext uri="{FF2B5EF4-FFF2-40B4-BE49-F238E27FC236}">
                <a16:creationId xmlns:a16="http://schemas.microsoft.com/office/drawing/2014/main" id="{416BE244-9A05-55BB-15CC-C096E321BC7C}"/>
              </a:ext>
            </a:extLst>
          </p:cNvPr>
          <p:cNvSpPr txBox="1"/>
          <p:nvPr/>
        </p:nvSpPr>
        <p:spPr>
          <a:xfrm>
            <a:off x="837202" y="2303024"/>
            <a:ext cx="10885700" cy="1608902"/>
          </a:xfrm>
          <a:prstGeom prst="rect">
            <a:avLst/>
          </a:prstGeom>
          <a:noFill/>
          <a:ln>
            <a:noFill/>
          </a:ln>
        </p:spPr>
        <p:txBody>
          <a:bodyPr spcFirstLastPara="1" wrap="square" lIns="0" tIns="0" rIns="0" bIns="0" anchor="t" anchorCtr="0">
            <a:spAutoFit/>
          </a:bodyPr>
          <a:lstStyle/>
          <a:p>
            <a:pPr defTabSz="609630">
              <a:lnSpc>
                <a:spcPct val="139958"/>
              </a:lnSpc>
              <a:buClr>
                <a:srgbClr val="FFFFFF"/>
              </a:buClr>
            </a:pPr>
            <a:r>
              <a:rPr lang="en-US" sz="1867" i="1" kern="0" dirty="0">
                <a:solidFill>
                  <a:srgbClr val="FFFFFF"/>
                </a:solidFill>
                <a:latin typeface="Roboto Mono"/>
                <a:ea typeface="Roboto Mono"/>
                <a:cs typeface="Arial"/>
                <a:sym typeface="Roboto Mono"/>
              </a:rPr>
              <a:t>just want you to be aware that something like this is possible, too. If u want to delete the value inside the nested list that have the value 64</a:t>
            </a:r>
          </a:p>
          <a:p>
            <a:pPr defTabSz="609630">
              <a:lnSpc>
                <a:spcPct val="139958"/>
              </a:lnSpc>
              <a:buClr>
                <a:srgbClr val="FFFFFF"/>
              </a:buClr>
            </a:pPr>
            <a:endParaRPr lang="en-US" sz="1867" i="1" kern="0" dirty="0">
              <a:solidFill>
                <a:srgbClr val="FFFFFF"/>
              </a:solidFill>
              <a:latin typeface="Roboto Mono"/>
              <a:ea typeface="Roboto Mono"/>
              <a:cs typeface="Arial"/>
              <a:sym typeface="Roboto Mono"/>
            </a:endParaRPr>
          </a:p>
          <a:p>
            <a:pPr defTabSz="609630">
              <a:lnSpc>
                <a:spcPct val="139958"/>
              </a:lnSpc>
              <a:buClr>
                <a:srgbClr val="FFFFFF"/>
              </a:buClr>
            </a:pPr>
            <a:r>
              <a:rPr lang="en-US" sz="1867" i="1" kern="0" dirty="0">
                <a:solidFill>
                  <a:srgbClr val="8C52FF"/>
                </a:solidFill>
                <a:latin typeface="Roboto Mono"/>
                <a:ea typeface="Roboto Mono"/>
                <a:cs typeface="Arial"/>
                <a:sym typeface="Roboto Mono"/>
              </a:rPr>
              <a:t>Del </a:t>
            </a:r>
            <a:r>
              <a:rPr lang="en-US" sz="1867" i="1" kern="0" dirty="0" err="1">
                <a:solidFill>
                  <a:srgbClr val="8C52FF"/>
                </a:solidFill>
                <a:latin typeface="Roboto Mono"/>
                <a:ea typeface="Roboto Mono"/>
                <a:cs typeface="Arial"/>
                <a:sym typeface="Roboto Mono"/>
              </a:rPr>
              <a:t>my_list</a:t>
            </a:r>
            <a:r>
              <a:rPr lang="en-US" sz="1867" i="1" kern="0" dirty="0">
                <a:solidFill>
                  <a:srgbClr val="8C52FF"/>
                </a:solidFill>
                <a:latin typeface="Roboto Mono"/>
                <a:ea typeface="Roboto Mono"/>
                <a:cs typeface="Arial"/>
                <a:sym typeface="Roboto Mono"/>
              </a:rPr>
              <a:t>[2][1]</a:t>
            </a:r>
          </a:p>
        </p:txBody>
      </p:sp>
      <p:sp>
        <p:nvSpPr>
          <p:cNvPr id="28" name="Rectangle 1">
            <a:extLst>
              <a:ext uri="{FF2B5EF4-FFF2-40B4-BE49-F238E27FC236}">
                <a16:creationId xmlns:a16="http://schemas.microsoft.com/office/drawing/2014/main" id="{5FAD5EEE-7C47-B058-FB7E-2E9E034003C6}"/>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21" name="Rectangle 1">
            <a:extLst>
              <a:ext uri="{FF2B5EF4-FFF2-40B4-BE49-F238E27FC236}">
                <a16:creationId xmlns:a16="http://schemas.microsoft.com/office/drawing/2014/main" id="{CC7E7438-D1C2-9733-52F6-7E6A5CDD8969}"/>
              </a:ext>
            </a:extLst>
          </p:cNvPr>
          <p:cNvSpPr>
            <a:spLocks noChangeArrowheads="1"/>
          </p:cNvSpPr>
          <p:nvPr/>
        </p:nvSpPr>
        <p:spPr bwMode="auto">
          <a:xfrm>
            <a:off x="0" y="29290"/>
            <a:ext cx="123175" cy="246221"/>
          </a:xfrm>
          <a:prstGeom prst="rect">
            <a:avLst/>
          </a:prstGeom>
          <a:solidFill>
            <a:srgbClr val="1E1F2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24" name="Rectangle 1">
            <a:extLst>
              <a:ext uri="{FF2B5EF4-FFF2-40B4-BE49-F238E27FC236}">
                <a16:creationId xmlns:a16="http://schemas.microsoft.com/office/drawing/2014/main" id="{678C5369-274B-94A6-05AC-672C99043272}"/>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30" name="Rectangle 2">
            <a:extLst>
              <a:ext uri="{FF2B5EF4-FFF2-40B4-BE49-F238E27FC236}">
                <a16:creationId xmlns:a16="http://schemas.microsoft.com/office/drawing/2014/main" id="{02E2298F-D595-F83D-909F-0CAD6D74391E}"/>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23" name="Rectangle 1">
            <a:extLst>
              <a:ext uri="{FF2B5EF4-FFF2-40B4-BE49-F238E27FC236}">
                <a16:creationId xmlns:a16="http://schemas.microsoft.com/office/drawing/2014/main" id="{5EA97464-7255-0383-EBF0-5E8C29BE7DE7}"/>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26" name="Rectangle 1">
            <a:extLst>
              <a:ext uri="{FF2B5EF4-FFF2-40B4-BE49-F238E27FC236}">
                <a16:creationId xmlns:a16="http://schemas.microsoft.com/office/drawing/2014/main" id="{2DAAE953-7187-4C37-7312-045C3A7B0280}"/>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29" name="Rectangle 1">
            <a:extLst>
              <a:ext uri="{FF2B5EF4-FFF2-40B4-BE49-F238E27FC236}">
                <a16:creationId xmlns:a16="http://schemas.microsoft.com/office/drawing/2014/main" id="{5861F236-DF9A-DBE7-4F0B-B9030C6C859D}"/>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pic>
        <p:nvPicPr>
          <p:cNvPr id="32" name="Picture 31">
            <a:extLst>
              <a:ext uri="{FF2B5EF4-FFF2-40B4-BE49-F238E27FC236}">
                <a16:creationId xmlns:a16="http://schemas.microsoft.com/office/drawing/2014/main" id="{7CABB5BD-C66D-E11B-46CD-6C11DD60FAC2}"/>
              </a:ext>
            </a:extLst>
          </p:cNvPr>
          <p:cNvPicPr>
            <a:picLocks noChangeAspect="1"/>
          </p:cNvPicPr>
          <p:nvPr/>
        </p:nvPicPr>
        <p:blipFill>
          <a:blip r:embed="rId3"/>
          <a:stretch>
            <a:fillRect/>
          </a:stretch>
        </p:blipFill>
        <p:spPr>
          <a:xfrm>
            <a:off x="1737966" y="4707052"/>
            <a:ext cx="8762617" cy="997723"/>
          </a:xfrm>
          <a:prstGeom prst="rect">
            <a:avLst/>
          </a:prstGeom>
        </p:spPr>
      </p:pic>
    </p:spTree>
    <p:extLst>
      <p:ext uri="{BB962C8B-B14F-4D97-AF65-F5344CB8AC3E}">
        <p14:creationId xmlns:p14="http://schemas.microsoft.com/office/powerpoint/2010/main" val="3485908606"/>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05422" y="175961"/>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a:solidFill>
            <a:schemeClr val="accent1"/>
          </a:solidFill>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60"/>
            <a:ext cx="10722297" cy="886397"/>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4800" kern="0" dirty="0">
                <a:solidFill>
                  <a:srgbClr val="FFFFFF"/>
                </a:solidFill>
                <a:latin typeface="Courier"/>
                <a:cs typeface="Arial"/>
                <a:sym typeface="Courier"/>
              </a:rPr>
              <a:t>Inner Life of List</a:t>
            </a:r>
            <a:endParaRPr sz="4800"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7" name="Rectangle 1">
            <a:extLst>
              <a:ext uri="{FF2B5EF4-FFF2-40B4-BE49-F238E27FC236}">
                <a16:creationId xmlns:a16="http://schemas.microsoft.com/office/drawing/2014/main" id="{20F41085-CE44-7E37-23E2-A522BDCBBFCD}"/>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3" name="Rectangle 1">
            <a:extLst>
              <a:ext uri="{FF2B5EF4-FFF2-40B4-BE49-F238E27FC236}">
                <a16:creationId xmlns:a16="http://schemas.microsoft.com/office/drawing/2014/main" id="{0E9B0D59-3084-D5BA-88A0-D33BADA639E4}"/>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4" name="Rectangle 1">
            <a:extLst>
              <a:ext uri="{FF2B5EF4-FFF2-40B4-BE49-F238E27FC236}">
                <a16:creationId xmlns:a16="http://schemas.microsoft.com/office/drawing/2014/main" id="{23F2007E-42F7-9440-F3A0-FD42A273BA15}"/>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6" name="Rectangle 5">
            <a:extLst>
              <a:ext uri="{FF2B5EF4-FFF2-40B4-BE49-F238E27FC236}">
                <a16:creationId xmlns:a16="http://schemas.microsoft.com/office/drawing/2014/main" id="{9F5FADB2-91AF-D4FA-A045-82F997FBBD17}"/>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5" name="Rectangle 1">
            <a:extLst>
              <a:ext uri="{FF2B5EF4-FFF2-40B4-BE49-F238E27FC236}">
                <a16:creationId xmlns:a16="http://schemas.microsoft.com/office/drawing/2014/main" id="{E6496D04-2116-A83E-095C-4F80A7E97EC5}"/>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9" name="Rectangle 2">
            <a:extLst>
              <a:ext uri="{FF2B5EF4-FFF2-40B4-BE49-F238E27FC236}">
                <a16:creationId xmlns:a16="http://schemas.microsoft.com/office/drawing/2014/main" id="{3E458D6A-E9DB-1287-7EA5-E23645965E69}"/>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2" name="Rectangle 2">
            <a:extLst>
              <a:ext uri="{FF2B5EF4-FFF2-40B4-BE49-F238E27FC236}">
                <a16:creationId xmlns:a16="http://schemas.microsoft.com/office/drawing/2014/main" id="{FBB22B93-F8CC-6F00-52DE-0350807328D2}"/>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3" name="Rectangle 3">
            <a:extLst>
              <a:ext uri="{FF2B5EF4-FFF2-40B4-BE49-F238E27FC236}">
                <a16:creationId xmlns:a16="http://schemas.microsoft.com/office/drawing/2014/main" id="{18B7A569-70FF-9BCA-F988-F9B46A585DE3}"/>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4" name="Rectangle 4">
            <a:extLst>
              <a:ext uri="{FF2B5EF4-FFF2-40B4-BE49-F238E27FC236}">
                <a16:creationId xmlns:a16="http://schemas.microsoft.com/office/drawing/2014/main" id="{2FCDB2EA-91A1-15F5-FC81-BD234CFC7F07}"/>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19" name="Rectangle 6">
            <a:extLst>
              <a:ext uri="{FF2B5EF4-FFF2-40B4-BE49-F238E27FC236}">
                <a16:creationId xmlns:a16="http://schemas.microsoft.com/office/drawing/2014/main" id="{2F3AD926-407F-EEE3-312F-6508C2090088}"/>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10" name="Rectangle 1">
            <a:extLst>
              <a:ext uri="{FF2B5EF4-FFF2-40B4-BE49-F238E27FC236}">
                <a16:creationId xmlns:a16="http://schemas.microsoft.com/office/drawing/2014/main" id="{1BAFC905-C921-C17F-4371-8676B22A355F}"/>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5" name="Rectangle 2">
            <a:extLst>
              <a:ext uri="{FF2B5EF4-FFF2-40B4-BE49-F238E27FC236}">
                <a16:creationId xmlns:a16="http://schemas.microsoft.com/office/drawing/2014/main" id="{42B2D507-D7C8-F4AC-8B5C-F66E1E45FD4E}"/>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1" name="Rectangle 1">
            <a:extLst>
              <a:ext uri="{FF2B5EF4-FFF2-40B4-BE49-F238E27FC236}">
                <a16:creationId xmlns:a16="http://schemas.microsoft.com/office/drawing/2014/main" id="{84CDB709-48D2-0F17-010F-F9EF0D211656}"/>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8" name="Rectangle 1">
            <a:extLst>
              <a:ext uri="{FF2B5EF4-FFF2-40B4-BE49-F238E27FC236}">
                <a16:creationId xmlns:a16="http://schemas.microsoft.com/office/drawing/2014/main" id="{ECA85013-5870-9A07-4A6E-E04E024EBBA7}"/>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20" name="Rectangle 1">
            <a:extLst>
              <a:ext uri="{FF2B5EF4-FFF2-40B4-BE49-F238E27FC236}">
                <a16:creationId xmlns:a16="http://schemas.microsoft.com/office/drawing/2014/main" id="{DFCAA1DE-8A89-7C46-BA33-77AE98C997BD}"/>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7" name="Rectangle 1">
            <a:extLst>
              <a:ext uri="{FF2B5EF4-FFF2-40B4-BE49-F238E27FC236}">
                <a16:creationId xmlns:a16="http://schemas.microsoft.com/office/drawing/2014/main" id="{9F2B029A-4A48-BE13-D6AE-4679E72AC677}"/>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22" name="Rectangle 1">
            <a:extLst>
              <a:ext uri="{FF2B5EF4-FFF2-40B4-BE49-F238E27FC236}">
                <a16:creationId xmlns:a16="http://schemas.microsoft.com/office/drawing/2014/main" id="{79A0D87F-B56F-BA65-A9E9-B625C6AC5EFE}"/>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18" name="Rectangle 1">
            <a:extLst>
              <a:ext uri="{FF2B5EF4-FFF2-40B4-BE49-F238E27FC236}">
                <a16:creationId xmlns:a16="http://schemas.microsoft.com/office/drawing/2014/main" id="{CC9C2FB1-5121-D52A-F568-1F7755757F03}"/>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25" name="Rectangle 1">
            <a:extLst>
              <a:ext uri="{FF2B5EF4-FFF2-40B4-BE49-F238E27FC236}">
                <a16:creationId xmlns:a16="http://schemas.microsoft.com/office/drawing/2014/main" id="{75450D93-33B9-D9E6-4681-EC99E0081995}"/>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6" name="Rectangle 1">
            <a:extLst>
              <a:ext uri="{FF2B5EF4-FFF2-40B4-BE49-F238E27FC236}">
                <a16:creationId xmlns:a16="http://schemas.microsoft.com/office/drawing/2014/main" id="{E621F3DF-1D7E-9281-3368-F984B74591C4}"/>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27" name="Google Shape;649;p14">
            <a:extLst>
              <a:ext uri="{FF2B5EF4-FFF2-40B4-BE49-F238E27FC236}">
                <a16:creationId xmlns:a16="http://schemas.microsoft.com/office/drawing/2014/main" id="{416BE244-9A05-55BB-15CC-C096E321BC7C}"/>
              </a:ext>
            </a:extLst>
          </p:cNvPr>
          <p:cNvSpPr txBox="1"/>
          <p:nvPr/>
        </p:nvSpPr>
        <p:spPr>
          <a:xfrm>
            <a:off x="817537" y="2303024"/>
            <a:ext cx="10885700" cy="2413353"/>
          </a:xfrm>
          <a:prstGeom prst="rect">
            <a:avLst/>
          </a:prstGeom>
          <a:noFill/>
          <a:ln>
            <a:noFill/>
          </a:ln>
        </p:spPr>
        <p:txBody>
          <a:bodyPr spcFirstLastPara="1" wrap="square" lIns="0" tIns="0" rIns="0" bIns="0" anchor="t" anchorCtr="0">
            <a:spAutoFit/>
          </a:bodyPr>
          <a:lstStyle/>
          <a:p>
            <a:pPr defTabSz="609630">
              <a:lnSpc>
                <a:spcPct val="139958"/>
              </a:lnSpc>
              <a:buClr>
                <a:srgbClr val="FFFFFF"/>
              </a:buClr>
            </a:pPr>
            <a:r>
              <a:rPr lang="en-US" sz="1867" i="1" kern="0" dirty="0">
                <a:solidFill>
                  <a:srgbClr val="FFFFFF"/>
                </a:solidFill>
                <a:latin typeface="Roboto Mono"/>
                <a:ea typeface="Roboto Mono"/>
                <a:cs typeface="Arial"/>
                <a:sym typeface="Roboto Mono"/>
              </a:rPr>
              <a:t>Lists (and many other complex Python entities) are stored in different ways than ordinary (scalar) variables.</a:t>
            </a:r>
          </a:p>
          <a:p>
            <a:pPr marL="304815" indent="-304815" defTabSz="609630">
              <a:lnSpc>
                <a:spcPct val="139958"/>
              </a:lnSpc>
              <a:buClr>
                <a:srgbClr val="FFFFFF"/>
              </a:buClr>
              <a:buFont typeface="Arial" panose="020B0604020202020204" pitchFamily="34" charset="0"/>
              <a:buChar char="•"/>
            </a:pPr>
            <a:r>
              <a:rPr lang="en-US" sz="1867" i="1" kern="0" dirty="0">
                <a:solidFill>
                  <a:srgbClr val="FFFFFF"/>
                </a:solidFill>
                <a:latin typeface="Roboto Mono"/>
                <a:ea typeface="Roboto Mono"/>
                <a:cs typeface="Arial"/>
                <a:sym typeface="Roboto Mono"/>
              </a:rPr>
              <a:t>The assignment: list_2 = list_1 copies the name of the array, not its contents. In effect, the two names (list_1 and list_2) identify the same location in the computer memory. Modifying one of them affects the other, and vice versa. </a:t>
            </a:r>
          </a:p>
        </p:txBody>
      </p:sp>
      <p:sp>
        <p:nvSpPr>
          <p:cNvPr id="28" name="Rectangle 1">
            <a:extLst>
              <a:ext uri="{FF2B5EF4-FFF2-40B4-BE49-F238E27FC236}">
                <a16:creationId xmlns:a16="http://schemas.microsoft.com/office/drawing/2014/main" id="{5FAD5EEE-7C47-B058-FB7E-2E9E034003C6}"/>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21" name="Rectangle 1">
            <a:extLst>
              <a:ext uri="{FF2B5EF4-FFF2-40B4-BE49-F238E27FC236}">
                <a16:creationId xmlns:a16="http://schemas.microsoft.com/office/drawing/2014/main" id="{CC7E7438-D1C2-9733-52F6-7E6A5CDD8969}"/>
              </a:ext>
            </a:extLst>
          </p:cNvPr>
          <p:cNvSpPr>
            <a:spLocks noChangeArrowheads="1"/>
          </p:cNvSpPr>
          <p:nvPr/>
        </p:nvSpPr>
        <p:spPr bwMode="auto">
          <a:xfrm>
            <a:off x="0" y="29290"/>
            <a:ext cx="123175" cy="246221"/>
          </a:xfrm>
          <a:prstGeom prst="rect">
            <a:avLst/>
          </a:prstGeom>
          <a:solidFill>
            <a:srgbClr val="1E1F2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24" name="Rectangle 1">
            <a:extLst>
              <a:ext uri="{FF2B5EF4-FFF2-40B4-BE49-F238E27FC236}">
                <a16:creationId xmlns:a16="http://schemas.microsoft.com/office/drawing/2014/main" id="{678C5369-274B-94A6-05AC-672C99043272}"/>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30" name="Rectangle 2">
            <a:extLst>
              <a:ext uri="{FF2B5EF4-FFF2-40B4-BE49-F238E27FC236}">
                <a16:creationId xmlns:a16="http://schemas.microsoft.com/office/drawing/2014/main" id="{02E2298F-D595-F83D-909F-0CAD6D74391E}"/>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23" name="Rectangle 1">
            <a:extLst>
              <a:ext uri="{FF2B5EF4-FFF2-40B4-BE49-F238E27FC236}">
                <a16:creationId xmlns:a16="http://schemas.microsoft.com/office/drawing/2014/main" id="{5EA97464-7255-0383-EBF0-5E8C29BE7DE7}"/>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26" name="Rectangle 1">
            <a:extLst>
              <a:ext uri="{FF2B5EF4-FFF2-40B4-BE49-F238E27FC236}">
                <a16:creationId xmlns:a16="http://schemas.microsoft.com/office/drawing/2014/main" id="{2DAAE953-7187-4C37-7312-045C3A7B0280}"/>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29" name="Rectangle 1">
            <a:extLst>
              <a:ext uri="{FF2B5EF4-FFF2-40B4-BE49-F238E27FC236}">
                <a16:creationId xmlns:a16="http://schemas.microsoft.com/office/drawing/2014/main" id="{5861F236-DF9A-DBE7-4F0B-B9030C6C859D}"/>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pic>
        <p:nvPicPr>
          <p:cNvPr id="36" name="Picture 35" descr="A screenshot of a math equation&#10;&#10;Description automatically generated">
            <a:extLst>
              <a:ext uri="{FF2B5EF4-FFF2-40B4-BE49-F238E27FC236}">
                <a16:creationId xmlns:a16="http://schemas.microsoft.com/office/drawing/2014/main" id="{6933B1D9-8C91-6DA5-95A0-613C86E7C98F}"/>
              </a:ext>
            </a:extLst>
          </p:cNvPr>
          <p:cNvPicPr>
            <a:picLocks noChangeAspect="1"/>
          </p:cNvPicPr>
          <p:nvPr/>
        </p:nvPicPr>
        <p:blipFill>
          <a:blip r:embed="rId3"/>
          <a:stretch>
            <a:fillRect/>
          </a:stretch>
        </p:blipFill>
        <p:spPr>
          <a:xfrm>
            <a:off x="7848428" y="4508707"/>
            <a:ext cx="3526035" cy="1749351"/>
          </a:xfrm>
          <a:prstGeom prst="rect">
            <a:avLst/>
          </a:prstGeom>
        </p:spPr>
      </p:pic>
      <p:sp>
        <p:nvSpPr>
          <p:cNvPr id="38" name="TextBox 37">
            <a:extLst>
              <a:ext uri="{FF2B5EF4-FFF2-40B4-BE49-F238E27FC236}">
                <a16:creationId xmlns:a16="http://schemas.microsoft.com/office/drawing/2014/main" id="{6818CAB1-FE65-A9FA-7905-C272C1BBD85E}"/>
              </a:ext>
            </a:extLst>
          </p:cNvPr>
          <p:cNvSpPr txBox="1"/>
          <p:nvPr/>
        </p:nvSpPr>
        <p:spPr>
          <a:xfrm>
            <a:off x="6545080" y="5225357"/>
            <a:ext cx="974573" cy="1200329"/>
          </a:xfrm>
          <a:prstGeom prst="rect">
            <a:avLst/>
          </a:prstGeom>
          <a:noFill/>
        </p:spPr>
        <p:txBody>
          <a:bodyPr wrap="square">
            <a:spAutoFit/>
          </a:bodyPr>
          <a:lstStyle/>
          <a:p>
            <a:pPr defTabSz="609630">
              <a:buClr>
                <a:srgbClr val="000000"/>
              </a:buClr>
            </a:pPr>
            <a:r>
              <a:rPr lang="en-US" sz="3600" i="1" kern="0" dirty="0">
                <a:solidFill>
                  <a:srgbClr val="8C52FF"/>
                </a:solidFill>
                <a:latin typeface="Roboto Mono"/>
                <a:ea typeface="Roboto Mono"/>
                <a:cs typeface="Arial"/>
                <a:sym typeface="Roboto Mono"/>
              </a:rPr>
              <a:t>[2]</a:t>
            </a:r>
            <a:endParaRPr lang="en-MY" sz="3600" kern="0" dirty="0">
              <a:solidFill>
                <a:srgbClr val="8C52FF"/>
              </a:solidFill>
              <a:latin typeface="Arial"/>
              <a:cs typeface="Arial"/>
              <a:sym typeface="Arial"/>
            </a:endParaRPr>
          </a:p>
        </p:txBody>
      </p:sp>
      <p:sp>
        <p:nvSpPr>
          <p:cNvPr id="39" name="Rectangle 3">
            <a:extLst>
              <a:ext uri="{FF2B5EF4-FFF2-40B4-BE49-F238E27FC236}">
                <a16:creationId xmlns:a16="http://schemas.microsoft.com/office/drawing/2014/main" id="{024DD2B1-341B-E221-A0C3-1426CA8558DC}"/>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Tree>
    <p:extLst>
      <p:ext uri="{BB962C8B-B14F-4D97-AF65-F5344CB8AC3E}">
        <p14:creationId xmlns:p14="http://schemas.microsoft.com/office/powerpoint/2010/main" val="1054465679"/>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05422" y="175961"/>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a:solidFill>
            <a:schemeClr val="accent1"/>
          </a:solidFill>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60"/>
            <a:ext cx="10722297" cy="886397"/>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4800" kern="0" dirty="0">
                <a:solidFill>
                  <a:srgbClr val="FFFFFF"/>
                </a:solidFill>
                <a:latin typeface="Courier"/>
                <a:cs typeface="Arial"/>
                <a:sym typeface="Courier"/>
              </a:rPr>
              <a:t>Slicing List</a:t>
            </a:r>
            <a:endParaRPr sz="4800"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7" name="Rectangle 1">
            <a:extLst>
              <a:ext uri="{FF2B5EF4-FFF2-40B4-BE49-F238E27FC236}">
                <a16:creationId xmlns:a16="http://schemas.microsoft.com/office/drawing/2014/main" id="{20F41085-CE44-7E37-23E2-A522BDCBBFCD}"/>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3" name="Rectangle 1">
            <a:extLst>
              <a:ext uri="{FF2B5EF4-FFF2-40B4-BE49-F238E27FC236}">
                <a16:creationId xmlns:a16="http://schemas.microsoft.com/office/drawing/2014/main" id="{0E9B0D59-3084-D5BA-88A0-D33BADA639E4}"/>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4" name="Rectangle 1">
            <a:extLst>
              <a:ext uri="{FF2B5EF4-FFF2-40B4-BE49-F238E27FC236}">
                <a16:creationId xmlns:a16="http://schemas.microsoft.com/office/drawing/2014/main" id="{23F2007E-42F7-9440-F3A0-FD42A273BA15}"/>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6" name="Rectangle 5">
            <a:extLst>
              <a:ext uri="{FF2B5EF4-FFF2-40B4-BE49-F238E27FC236}">
                <a16:creationId xmlns:a16="http://schemas.microsoft.com/office/drawing/2014/main" id="{9F5FADB2-91AF-D4FA-A045-82F997FBBD17}"/>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5" name="Rectangle 1">
            <a:extLst>
              <a:ext uri="{FF2B5EF4-FFF2-40B4-BE49-F238E27FC236}">
                <a16:creationId xmlns:a16="http://schemas.microsoft.com/office/drawing/2014/main" id="{E6496D04-2116-A83E-095C-4F80A7E97EC5}"/>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9" name="Rectangle 2">
            <a:extLst>
              <a:ext uri="{FF2B5EF4-FFF2-40B4-BE49-F238E27FC236}">
                <a16:creationId xmlns:a16="http://schemas.microsoft.com/office/drawing/2014/main" id="{3E458D6A-E9DB-1287-7EA5-E23645965E69}"/>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2" name="Rectangle 2">
            <a:extLst>
              <a:ext uri="{FF2B5EF4-FFF2-40B4-BE49-F238E27FC236}">
                <a16:creationId xmlns:a16="http://schemas.microsoft.com/office/drawing/2014/main" id="{FBB22B93-F8CC-6F00-52DE-0350807328D2}"/>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3" name="Rectangle 3">
            <a:extLst>
              <a:ext uri="{FF2B5EF4-FFF2-40B4-BE49-F238E27FC236}">
                <a16:creationId xmlns:a16="http://schemas.microsoft.com/office/drawing/2014/main" id="{18B7A569-70FF-9BCA-F988-F9B46A585DE3}"/>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4" name="Rectangle 4">
            <a:extLst>
              <a:ext uri="{FF2B5EF4-FFF2-40B4-BE49-F238E27FC236}">
                <a16:creationId xmlns:a16="http://schemas.microsoft.com/office/drawing/2014/main" id="{2FCDB2EA-91A1-15F5-FC81-BD234CFC7F07}"/>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19" name="Rectangle 6">
            <a:extLst>
              <a:ext uri="{FF2B5EF4-FFF2-40B4-BE49-F238E27FC236}">
                <a16:creationId xmlns:a16="http://schemas.microsoft.com/office/drawing/2014/main" id="{2F3AD926-407F-EEE3-312F-6508C2090088}"/>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10" name="Rectangle 1">
            <a:extLst>
              <a:ext uri="{FF2B5EF4-FFF2-40B4-BE49-F238E27FC236}">
                <a16:creationId xmlns:a16="http://schemas.microsoft.com/office/drawing/2014/main" id="{1BAFC905-C921-C17F-4371-8676B22A355F}"/>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5" name="Rectangle 2">
            <a:extLst>
              <a:ext uri="{FF2B5EF4-FFF2-40B4-BE49-F238E27FC236}">
                <a16:creationId xmlns:a16="http://schemas.microsoft.com/office/drawing/2014/main" id="{42B2D507-D7C8-F4AC-8B5C-F66E1E45FD4E}"/>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1" name="Rectangle 1">
            <a:extLst>
              <a:ext uri="{FF2B5EF4-FFF2-40B4-BE49-F238E27FC236}">
                <a16:creationId xmlns:a16="http://schemas.microsoft.com/office/drawing/2014/main" id="{84CDB709-48D2-0F17-010F-F9EF0D211656}"/>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8" name="Rectangle 1">
            <a:extLst>
              <a:ext uri="{FF2B5EF4-FFF2-40B4-BE49-F238E27FC236}">
                <a16:creationId xmlns:a16="http://schemas.microsoft.com/office/drawing/2014/main" id="{ECA85013-5870-9A07-4A6E-E04E024EBBA7}"/>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20" name="Rectangle 1">
            <a:extLst>
              <a:ext uri="{FF2B5EF4-FFF2-40B4-BE49-F238E27FC236}">
                <a16:creationId xmlns:a16="http://schemas.microsoft.com/office/drawing/2014/main" id="{DFCAA1DE-8A89-7C46-BA33-77AE98C997BD}"/>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7" name="Rectangle 1">
            <a:extLst>
              <a:ext uri="{FF2B5EF4-FFF2-40B4-BE49-F238E27FC236}">
                <a16:creationId xmlns:a16="http://schemas.microsoft.com/office/drawing/2014/main" id="{9F2B029A-4A48-BE13-D6AE-4679E72AC677}"/>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22" name="Rectangle 1">
            <a:extLst>
              <a:ext uri="{FF2B5EF4-FFF2-40B4-BE49-F238E27FC236}">
                <a16:creationId xmlns:a16="http://schemas.microsoft.com/office/drawing/2014/main" id="{79A0D87F-B56F-BA65-A9E9-B625C6AC5EFE}"/>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18" name="Rectangle 1">
            <a:extLst>
              <a:ext uri="{FF2B5EF4-FFF2-40B4-BE49-F238E27FC236}">
                <a16:creationId xmlns:a16="http://schemas.microsoft.com/office/drawing/2014/main" id="{CC9C2FB1-5121-D52A-F568-1F7755757F03}"/>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25" name="Rectangle 1">
            <a:extLst>
              <a:ext uri="{FF2B5EF4-FFF2-40B4-BE49-F238E27FC236}">
                <a16:creationId xmlns:a16="http://schemas.microsoft.com/office/drawing/2014/main" id="{75450D93-33B9-D9E6-4681-EC99E0081995}"/>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6" name="Rectangle 1">
            <a:extLst>
              <a:ext uri="{FF2B5EF4-FFF2-40B4-BE49-F238E27FC236}">
                <a16:creationId xmlns:a16="http://schemas.microsoft.com/office/drawing/2014/main" id="{E621F3DF-1D7E-9281-3368-F984B74591C4}"/>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27" name="Google Shape;649;p14">
            <a:extLst>
              <a:ext uri="{FF2B5EF4-FFF2-40B4-BE49-F238E27FC236}">
                <a16:creationId xmlns:a16="http://schemas.microsoft.com/office/drawing/2014/main" id="{416BE244-9A05-55BB-15CC-C096E321BC7C}"/>
              </a:ext>
            </a:extLst>
          </p:cNvPr>
          <p:cNvSpPr txBox="1"/>
          <p:nvPr/>
        </p:nvSpPr>
        <p:spPr>
          <a:xfrm>
            <a:off x="817537" y="2303024"/>
            <a:ext cx="10885700" cy="1206677"/>
          </a:xfrm>
          <a:prstGeom prst="rect">
            <a:avLst/>
          </a:prstGeom>
          <a:noFill/>
          <a:ln>
            <a:noFill/>
          </a:ln>
        </p:spPr>
        <p:txBody>
          <a:bodyPr spcFirstLastPara="1" wrap="square" lIns="0" tIns="0" rIns="0" bIns="0" anchor="t" anchorCtr="0">
            <a:spAutoFit/>
          </a:bodyPr>
          <a:lstStyle/>
          <a:p>
            <a:pPr defTabSz="609630">
              <a:lnSpc>
                <a:spcPct val="139958"/>
              </a:lnSpc>
              <a:buClr>
                <a:srgbClr val="FFFFFF"/>
              </a:buClr>
            </a:pPr>
            <a:r>
              <a:rPr lang="en-US" sz="1867" i="1" kern="0" dirty="0">
                <a:solidFill>
                  <a:srgbClr val="FFFFFF"/>
                </a:solidFill>
                <a:latin typeface="Roboto Mono"/>
                <a:ea typeface="Roboto Mono"/>
                <a:cs typeface="Arial"/>
                <a:sym typeface="Roboto Mono"/>
              </a:rPr>
              <a:t>A slice is an element of Python syntax that allows you to </a:t>
            </a:r>
            <a:r>
              <a:rPr lang="en-US" sz="1867" i="1" kern="0" dirty="0">
                <a:solidFill>
                  <a:srgbClr val="8C52FF"/>
                </a:solidFill>
                <a:latin typeface="Roboto Mono"/>
                <a:ea typeface="Roboto Mono"/>
                <a:cs typeface="Arial"/>
                <a:sym typeface="Roboto Mono"/>
              </a:rPr>
              <a:t>make a brand new copy of a list, or parts of a list. </a:t>
            </a:r>
            <a:r>
              <a:rPr lang="en-US" sz="1867" i="1" kern="0" dirty="0">
                <a:solidFill>
                  <a:srgbClr val="FFFFFF"/>
                </a:solidFill>
                <a:latin typeface="Roboto Mono"/>
                <a:ea typeface="Roboto Mono"/>
                <a:cs typeface="Arial"/>
                <a:sym typeface="Roboto Mono"/>
              </a:rPr>
              <a:t>It actually copies the list's contents, not the list's name.</a:t>
            </a:r>
          </a:p>
        </p:txBody>
      </p:sp>
      <p:sp>
        <p:nvSpPr>
          <p:cNvPr id="28" name="Rectangle 1">
            <a:extLst>
              <a:ext uri="{FF2B5EF4-FFF2-40B4-BE49-F238E27FC236}">
                <a16:creationId xmlns:a16="http://schemas.microsoft.com/office/drawing/2014/main" id="{5FAD5EEE-7C47-B058-FB7E-2E9E034003C6}"/>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21" name="Rectangle 1">
            <a:extLst>
              <a:ext uri="{FF2B5EF4-FFF2-40B4-BE49-F238E27FC236}">
                <a16:creationId xmlns:a16="http://schemas.microsoft.com/office/drawing/2014/main" id="{CC7E7438-D1C2-9733-52F6-7E6A5CDD8969}"/>
              </a:ext>
            </a:extLst>
          </p:cNvPr>
          <p:cNvSpPr>
            <a:spLocks noChangeArrowheads="1"/>
          </p:cNvSpPr>
          <p:nvPr/>
        </p:nvSpPr>
        <p:spPr bwMode="auto">
          <a:xfrm>
            <a:off x="0" y="29290"/>
            <a:ext cx="123175" cy="246221"/>
          </a:xfrm>
          <a:prstGeom prst="rect">
            <a:avLst/>
          </a:prstGeom>
          <a:solidFill>
            <a:srgbClr val="1E1F2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24" name="Rectangle 1">
            <a:extLst>
              <a:ext uri="{FF2B5EF4-FFF2-40B4-BE49-F238E27FC236}">
                <a16:creationId xmlns:a16="http://schemas.microsoft.com/office/drawing/2014/main" id="{678C5369-274B-94A6-05AC-672C99043272}"/>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30" name="Rectangle 2">
            <a:extLst>
              <a:ext uri="{FF2B5EF4-FFF2-40B4-BE49-F238E27FC236}">
                <a16:creationId xmlns:a16="http://schemas.microsoft.com/office/drawing/2014/main" id="{02E2298F-D595-F83D-909F-0CAD6D74391E}"/>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23" name="Rectangle 1">
            <a:extLst>
              <a:ext uri="{FF2B5EF4-FFF2-40B4-BE49-F238E27FC236}">
                <a16:creationId xmlns:a16="http://schemas.microsoft.com/office/drawing/2014/main" id="{5EA97464-7255-0383-EBF0-5E8C29BE7DE7}"/>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26" name="Rectangle 1">
            <a:extLst>
              <a:ext uri="{FF2B5EF4-FFF2-40B4-BE49-F238E27FC236}">
                <a16:creationId xmlns:a16="http://schemas.microsoft.com/office/drawing/2014/main" id="{2DAAE953-7187-4C37-7312-045C3A7B0280}"/>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29" name="Rectangle 1">
            <a:extLst>
              <a:ext uri="{FF2B5EF4-FFF2-40B4-BE49-F238E27FC236}">
                <a16:creationId xmlns:a16="http://schemas.microsoft.com/office/drawing/2014/main" id="{5861F236-DF9A-DBE7-4F0B-B9030C6C859D}"/>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39" name="Rectangle 3">
            <a:extLst>
              <a:ext uri="{FF2B5EF4-FFF2-40B4-BE49-F238E27FC236}">
                <a16:creationId xmlns:a16="http://schemas.microsoft.com/office/drawing/2014/main" id="{024DD2B1-341B-E221-A0C3-1426CA8558DC}"/>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34" name="TextBox 33">
            <a:extLst>
              <a:ext uri="{FF2B5EF4-FFF2-40B4-BE49-F238E27FC236}">
                <a16:creationId xmlns:a16="http://schemas.microsoft.com/office/drawing/2014/main" id="{241873D1-60EB-50E7-5654-788DF39E4B81}"/>
              </a:ext>
            </a:extLst>
          </p:cNvPr>
          <p:cNvSpPr txBox="1"/>
          <p:nvPr/>
        </p:nvSpPr>
        <p:spPr>
          <a:xfrm>
            <a:off x="3048000" y="3661583"/>
            <a:ext cx="6096000" cy="646331"/>
          </a:xfrm>
          <a:prstGeom prst="rect">
            <a:avLst/>
          </a:prstGeom>
          <a:noFill/>
        </p:spPr>
        <p:txBody>
          <a:bodyPr wrap="square">
            <a:spAutoFit/>
          </a:bodyPr>
          <a:lstStyle/>
          <a:p>
            <a:pPr algn="ctr" defTabSz="609630">
              <a:buClr>
                <a:srgbClr val="000000"/>
              </a:buClr>
            </a:pPr>
            <a:r>
              <a:rPr lang="en-MY" sz="3600" kern="0" dirty="0" err="1">
                <a:solidFill>
                  <a:srgbClr val="FFFFFF"/>
                </a:solidFill>
                <a:latin typeface="Arial"/>
                <a:cs typeface="Arial"/>
                <a:sym typeface="Arial"/>
              </a:rPr>
              <a:t>my_list</a:t>
            </a:r>
            <a:r>
              <a:rPr lang="en-MY" sz="3600" kern="0" dirty="0">
                <a:solidFill>
                  <a:srgbClr val="FFFFFF"/>
                </a:solidFill>
                <a:latin typeface="Arial"/>
                <a:cs typeface="Arial"/>
                <a:sym typeface="Arial"/>
              </a:rPr>
              <a:t>[</a:t>
            </a:r>
            <a:r>
              <a:rPr lang="en-MY" sz="3600" kern="0" dirty="0" err="1">
                <a:solidFill>
                  <a:srgbClr val="FFFFFF"/>
                </a:solidFill>
                <a:latin typeface="Arial"/>
                <a:cs typeface="Arial"/>
                <a:sym typeface="Arial"/>
              </a:rPr>
              <a:t>start:end</a:t>
            </a:r>
            <a:r>
              <a:rPr lang="en-MY" sz="3600" kern="0" dirty="0">
                <a:solidFill>
                  <a:srgbClr val="FFFFFF"/>
                </a:solidFill>
                <a:latin typeface="Arial"/>
                <a:cs typeface="Arial"/>
                <a:sym typeface="Arial"/>
              </a:rPr>
              <a:t>]</a:t>
            </a:r>
          </a:p>
        </p:txBody>
      </p:sp>
      <p:sp>
        <p:nvSpPr>
          <p:cNvPr id="35" name="Google Shape;649;p14">
            <a:extLst>
              <a:ext uri="{FF2B5EF4-FFF2-40B4-BE49-F238E27FC236}">
                <a16:creationId xmlns:a16="http://schemas.microsoft.com/office/drawing/2014/main" id="{74DD9683-F67A-FD4E-0AFA-EA286527A66D}"/>
              </a:ext>
            </a:extLst>
          </p:cNvPr>
          <p:cNvSpPr txBox="1"/>
          <p:nvPr/>
        </p:nvSpPr>
        <p:spPr>
          <a:xfrm>
            <a:off x="847196" y="4661121"/>
            <a:ext cx="10885700" cy="804451"/>
          </a:xfrm>
          <a:prstGeom prst="rect">
            <a:avLst/>
          </a:prstGeom>
          <a:noFill/>
          <a:ln>
            <a:noFill/>
          </a:ln>
        </p:spPr>
        <p:txBody>
          <a:bodyPr spcFirstLastPara="1" wrap="square" lIns="0" tIns="0" rIns="0" bIns="0" anchor="t" anchorCtr="0">
            <a:spAutoFit/>
          </a:bodyPr>
          <a:lstStyle/>
          <a:p>
            <a:pPr defTabSz="609630">
              <a:lnSpc>
                <a:spcPct val="139958"/>
              </a:lnSpc>
              <a:buClr>
                <a:srgbClr val="FFFFFF"/>
              </a:buClr>
            </a:pPr>
            <a:r>
              <a:rPr lang="en-US" sz="1867" i="1" kern="0" dirty="0">
                <a:solidFill>
                  <a:srgbClr val="FFFFFF"/>
                </a:solidFill>
                <a:latin typeface="Roboto Mono"/>
                <a:ea typeface="Roboto Mono"/>
                <a:cs typeface="Arial"/>
                <a:sym typeface="Roboto Mono"/>
              </a:rPr>
              <a:t>A slice of this form </a:t>
            </a:r>
            <a:r>
              <a:rPr lang="en-US" sz="1867" i="1" kern="0" dirty="0">
                <a:solidFill>
                  <a:srgbClr val="8C52FF"/>
                </a:solidFill>
                <a:latin typeface="Roboto Mono"/>
                <a:ea typeface="Roboto Mono"/>
                <a:cs typeface="Arial"/>
                <a:sym typeface="Roboto Mono"/>
              </a:rPr>
              <a:t>makes a new (target) list, taking elements from the source list - the elements of the indices from start to </a:t>
            </a:r>
            <a:r>
              <a:rPr lang="en-US" sz="1867" i="1" kern="0" dirty="0">
                <a:solidFill>
                  <a:srgbClr val="FFFFFF"/>
                </a:solidFill>
                <a:latin typeface="Roboto Mono"/>
                <a:ea typeface="Roboto Mono"/>
                <a:cs typeface="Arial"/>
                <a:sym typeface="Roboto Mono"/>
              </a:rPr>
              <a:t>end - 1. </a:t>
            </a:r>
          </a:p>
        </p:txBody>
      </p:sp>
      <p:sp>
        <p:nvSpPr>
          <p:cNvPr id="37" name="Rectangle 1">
            <a:extLst>
              <a:ext uri="{FF2B5EF4-FFF2-40B4-BE49-F238E27FC236}">
                <a16:creationId xmlns:a16="http://schemas.microsoft.com/office/drawing/2014/main" id="{F4989574-3BDC-E882-10A7-2F7901EF9F21}"/>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Tree>
    <p:extLst>
      <p:ext uri="{BB962C8B-B14F-4D97-AF65-F5344CB8AC3E}">
        <p14:creationId xmlns:p14="http://schemas.microsoft.com/office/powerpoint/2010/main" val="1844400021"/>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05422" y="175961"/>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a:solidFill>
            <a:schemeClr val="accent1"/>
          </a:solidFill>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60"/>
            <a:ext cx="10722297" cy="886397"/>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4800" kern="0" dirty="0">
                <a:solidFill>
                  <a:srgbClr val="FFFFFF"/>
                </a:solidFill>
                <a:latin typeface="Courier"/>
                <a:cs typeface="Arial"/>
                <a:sym typeface="Courier"/>
              </a:rPr>
              <a:t>Slicing List</a:t>
            </a:r>
            <a:endParaRPr sz="4800"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7" name="Rectangle 1">
            <a:extLst>
              <a:ext uri="{FF2B5EF4-FFF2-40B4-BE49-F238E27FC236}">
                <a16:creationId xmlns:a16="http://schemas.microsoft.com/office/drawing/2014/main" id="{20F41085-CE44-7E37-23E2-A522BDCBBFCD}"/>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3" name="Rectangle 1">
            <a:extLst>
              <a:ext uri="{FF2B5EF4-FFF2-40B4-BE49-F238E27FC236}">
                <a16:creationId xmlns:a16="http://schemas.microsoft.com/office/drawing/2014/main" id="{0E9B0D59-3084-D5BA-88A0-D33BADA639E4}"/>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4" name="Rectangle 1">
            <a:extLst>
              <a:ext uri="{FF2B5EF4-FFF2-40B4-BE49-F238E27FC236}">
                <a16:creationId xmlns:a16="http://schemas.microsoft.com/office/drawing/2014/main" id="{23F2007E-42F7-9440-F3A0-FD42A273BA15}"/>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6" name="Rectangle 5">
            <a:extLst>
              <a:ext uri="{FF2B5EF4-FFF2-40B4-BE49-F238E27FC236}">
                <a16:creationId xmlns:a16="http://schemas.microsoft.com/office/drawing/2014/main" id="{9F5FADB2-91AF-D4FA-A045-82F997FBBD17}"/>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5" name="Rectangle 1">
            <a:extLst>
              <a:ext uri="{FF2B5EF4-FFF2-40B4-BE49-F238E27FC236}">
                <a16:creationId xmlns:a16="http://schemas.microsoft.com/office/drawing/2014/main" id="{E6496D04-2116-A83E-095C-4F80A7E97EC5}"/>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9" name="Rectangle 2">
            <a:extLst>
              <a:ext uri="{FF2B5EF4-FFF2-40B4-BE49-F238E27FC236}">
                <a16:creationId xmlns:a16="http://schemas.microsoft.com/office/drawing/2014/main" id="{3E458D6A-E9DB-1287-7EA5-E23645965E69}"/>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2" name="Rectangle 2">
            <a:extLst>
              <a:ext uri="{FF2B5EF4-FFF2-40B4-BE49-F238E27FC236}">
                <a16:creationId xmlns:a16="http://schemas.microsoft.com/office/drawing/2014/main" id="{FBB22B93-F8CC-6F00-52DE-0350807328D2}"/>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3" name="Rectangle 3">
            <a:extLst>
              <a:ext uri="{FF2B5EF4-FFF2-40B4-BE49-F238E27FC236}">
                <a16:creationId xmlns:a16="http://schemas.microsoft.com/office/drawing/2014/main" id="{18B7A569-70FF-9BCA-F988-F9B46A585DE3}"/>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4" name="Rectangle 4">
            <a:extLst>
              <a:ext uri="{FF2B5EF4-FFF2-40B4-BE49-F238E27FC236}">
                <a16:creationId xmlns:a16="http://schemas.microsoft.com/office/drawing/2014/main" id="{2FCDB2EA-91A1-15F5-FC81-BD234CFC7F07}"/>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19" name="Rectangle 6">
            <a:extLst>
              <a:ext uri="{FF2B5EF4-FFF2-40B4-BE49-F238E27FC236}">
                <a16:creationId xmlns:a16="http://schemas.microsoft.com/office/drawing/2014/main" id="{2F3AD926-407F-EEE3-312F-6508C2090088}"/>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10" name="Rectangle 1">
            <a:extLst>
              <a:ext uri="{FF2B5EF4-FFF2-40B4-BE49-F238E27FC236}">
                <a16:creationId xmlns:a16="http://schemas.microsoft.com/office/drawing/2014/main" id="{1BAFC905-C921-C17F-4371-8676B22A355F}"/>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5" name="Rectangle 2">
            <a:extLst>
              <a:ext uri="{FF2B5EF4-FFF2-40B4-BE49-F238E27FC236}">
                <a16:creationId xmlns:a16="http://schemas.microsoft.com/office/drawing/2014/main" id="{42B2D507-D7C8-F4AC-8B5C-F66E1E45FD4E}"/>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1" name="Rectangle 1">
            <a:extLst>
              <a:ext uri="{FF2B5EF4-FFF2-40B4-BE49-F238E27FC236}">
                <a16:creationId xmlns:a16="http://schemas.microsoft.com/office/drawing/2014/main" id="{84CDB709-48D2-0F17-010F-F9EF0D211656}"/>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8" name="Rectangle 1">
            <a:extLst>
              <a:ext uri="{FF2B5EF4-FFF2-40B4-BE49-F238E27FC236}">
                <a16:creationId xmlns:a16="http://schemas.microsoft.com/office/drawing/2014/main" id="{ECA85013-5870-9A07-4A6E-E04E024EBBA7}"/>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20" name="Rectangle 1">
            <a:extLst>
              <a:ext uri="{FF2B5EF4-FFF2-40B4-BE49-F238E27FC236}">
                <a16:creationId xmlns:a16="http://schemas.microsoft.com/office/drawing/2014/main" id="{DFCAA1DE-8A89-7C46-BA33-77AE98C997BD}"/>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7" name="Rectangle 1">
            <a:extLst>
              <a:ext uri="{FF2B5EF4-FFF2-40B4-BE49-F238E27FC236}">
                <a16:creationId xmlns:a16="http://schemas.microsoft.com/office/drawing/2014/main" id="{9F2B029A-4A48-BE13-D6AE-4679E72AC677}"/>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22" name="Rectangle 1">
            <a:extLst>
              <a:ext uri="{FF2B5EF4-FFF2-40B4-BE49-F238E27FC236}">
                <a16:creationId xmlns:a16="http://schemas.microsoft.com/office/drawing/2014/main" id="{79A0D87F-B56F-BA65-A9E9-B625C6AC5EFE}"/>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18" name="Rectangle 1">
            <a:extLst>
              <a:ext uri="{FF2B5EF4-FFF2-40B4-BE49-F238E27FC236}">
                <a16:creationId xmlns:a16="http://schemas.microsoft.com/office/drawing/2014/main" id="{CC9C2FB1-5121-D52A-F568-1F7755757F03}"/>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25" name="Rectangle 1">
            <a:extLst>
              <a:ext uri="{FF2B5EF4-FFF2-40B4-BE49-F238E27FC236}">
                <a16:creationId xmlns:a16="http://schemas.microsoft.com/office/drawing/2014/main" id="{75450D93-33B9-D9E6-4681-EC99E0081995}"/>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6" name="Rectangle 1">
            <a:extLst>
              <a:ext uri="{FF2B5EF4-FFF2-40B4-BE49-F238E27FC236}">
                <a16:creationId xmlns:a16="http://schemas.microsoft.com/office/drawing/2014/main" id="{E621F3DF-1D7E-9281-3368-F984B74591C4}"/>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28" name="Rectangle 1">
            <a:extLst>
              <a:ext uri="{FF2B5EF4-FFF2-40B4-BE49-F238E27FC236}">
                <a16:creationId xmlns:a16="http://schemas.microsoft.com/office/drawing/2014/main" id="{5FAD5EEE-7C47-B058-FB7E-2E9E034003C6}"/>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21" name="Rectangle 1">
            <a:extLst>
              <a:ext uri="{FF2B5EF4-FFF2-40B4-BE49-F238E27FC236}">
                <a16:creationId xmlns:a16="http://schemas.microsoft.com/office/drawing/2014/main" id="{CC7E7438-D1C2-9733-52F6-7E6A5CDD8969}"/>
              </a:ext>
            </a:extLst>
          </p:cNvPr>
          <p:cNvSpPr>
            <a:spLocks noChangeArrowheads="1"/>
          </p:cNvSpPr>
          <p:nvPr/>
        </p:nvSpPr>
        <p:spPr bwMode="auto">
          <a:xfrm>
            <a:off x="0" y="29290"/>
            <a:ext cx="123175" cy="246221"/>
          </a:xfrm>
          <a:prstGeom prst="rect">
            <a:avLst/>
          </a:prstGeom>
          <a:solidFill>
            <a:srgbClr val="1E1F2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24" name="Rectangle 1">
            <a:extLst>
              <a:ext uri="{FF2B5EF4-FFF2-40B4-BE49-F238E27FC236}">
                <a16:creationId xmlns:a16="http://schemas.microsoft.com/office/drawing/2014/main" id="{678C5369-274B-94A6-05AC-672C99043272}"/>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30" name="Rectangle 2">
            <a:extLst>
              <a:ext uri="{FF2B5EF4-FFF2-40B4-BE49-F238E27FC236}">
                <a16:creationId xmlns:a16="http://schemas.microsoft.com/office/drawing/2014/main" id="{02E2298F-D595-F83D-909F-0CAD6D74391E}"/>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23" name="Rectangle 1">
            <a:extLst>
              <a:ext uri="{FF2B5EF4-FFF2-40B4-BE49-F238E27FC236}">
                <a16:creationId xmlns:a16="http://schemas.microsoft.com/office/drawing/2014/main" id="{5EA97464-7255-0383-EBF0-5E8C29BE7DE7}"/>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26" name="Rectangle 1">
            <a:extLst>
              <a:ext uri="{FF2B5EF4-FFF2-40B4-BE49-F238E27FC236}">
                <a16:creationId xmlns:a16="http://schemas.microsoft.com/office/drawing/2014/main" id="{2DAAE953-7187-4C37-7312-045C3A7B0280}"/>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29" name="Rectangle 1">
            <a:extLst>
              <a:ext uri="{FF2B5EF4-FFF2-40B4-BE49-F238E27FC236}">
                <a16:creationId xmlns:a16="http://schemas.microsoft.com/office/drawing/2014/main" id="{5861F236-DF9A-DBE7-4F0B-B9030C6C859D}"/>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39" name="Rectangle 3">
            <a:extLst>
              <a:ext uri="{FF2B5EF4-FFF2-40B4-BE49-F238E27FC236}">
                <a16:creationId xmlns:a16="http://schemas.microsoft.com/office/drawing/2014/main" id="{024DD2B1-341B-E221-A0C3-1426CA8558DC}"/>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34" name="TextBox 33">
            <a:extLst>
              <a:ext uri="{FF2B5EF4-FFF2-40B4-BE49-F238E27FC236}">
                <a16:creationId xmlns:a16="http://schemas.microsoft.com/office/drawing/2014/main" id="{241873D1-60EB-50E7-5654-788DF39E4B81}"/>
              </a:ext>
            </a:extLst>
          </p:cNvPr>
          <p:cNvSpPr txBox="1"/>
          <p:nvPr/>
        </p:nvSpPr>
        <p:spPr>
          <a:xfrm>
            <a:off x="4270866" y="3567288"/>
            <a:ext cx="6096000" cy="1200329"/>
          </a:xfrm>
          <a:prstGeom prst="rect">
            <a:avLst/>
          </a:prstGeom>
          <a:noFill/>
        </p:spPr>
        <p:txBody>
          <a:bodyPr wrap="square">
            <a:spAutoFit/>
          </a:bodyPr>
          <a:lstStyle/>
          <a:p>
            <a:pPr algn="ctr" defTabSz="609630">
              <a:buClr>
                <a:srgbClr val="000000"/>
              </a:buClr>
            </a:pPr>
            <a:r>
              <a:rPr lang="en-US" sz="3600" kern="0" dirty="0">
                <a:solidFill>
                  <a:srgbClr val="FFFFFF"/>
                </a:solidFill>
                <a:latin typeface="Arial"/>
                <a:cs typeface="Arial"/>
                <a:sym typeface="Arial"/>
              </a:rPr>
              <a:t>[1]</a:t>
            </a:r>
          </a:p>
          <a:p>
            <a:pPr algn="ctr" defTabSz="609630">
              <a:buClr>
                <a:srgbClr val="000000"/>
              </a:buClr>
            </a:pPr>
            <a:r>
              <a:rPr lang="en-US" sz="3600" kern="0" dirty="0">
                <a:solidFill>
                  <a:srgbClr val="FFFFFF"/>
                </a:solidFill>
                <a:latin typeface="Arial"/>
                <a:cs typeface="Arial"/>
                <a:sym typeface="Arial"/>
              </a:rPr>
              <a:t>[8,6]</a:t>
            </a:r>
            <a:endParaRPr lang="en-MY" sz="3600" kern="0" dirty="0">
              <a:solidFill>
                <a:srgbClr val="FFFFFF"/>
              </a:solidFill>
              <a:latin typeface="Arial"/>
              <a:cs typeface="Arial"/>
              <a:sym typeface="Arial"/>
            </a:endParaRPr>
          </a:p>
        </p:txBody>
      </p:sp>
      <p:sp>
        <p:nvSpPr>
          <p:cNvPr id="37" name="Rectangle 1">
            <a:extLst>
              <a:ext uri="{FF2B5EF4-FFF2-40B4-BE49-F238E27FC236}">
                <a16:creationId xmlns:a16="http://schemas.microsoft.com/office/drawing/2014/main" id="{F4989574-3BDC-E882-10A7-2F7901EF9F21}"/>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pic>
        <p:nvPicPr>
          <p:cNvPr id="32" name="Picture 31" descr="A white screen with black text&#10;&#10;Description automatically generated">
            <a:extLst>
              <a:ext uri="{FF2B5EF4-FFF2-40B4-BE49-F238E27FC236}">
                <a16:creationId xmlns:a16="http://schemas.microsoft.com/office/drawing/2014/main" id="{D9631591-B1A7-9C01-AE31-0E09D329ECEE}"/>
              </a:ext>
            </a:extLst>
          </p:cNvPr>
          <p:cNvPicPr>
            <a:picLocks noChangeAspect="1"/>
          </p:cNvPicPr>
          <p:nvPr/>
        </p:nvPicPr>
        <p:blipFill>
          <a:blip r:embed="rId3"/>
          <a:stretch>
            <a:fillRect/>
          </a:stretch>
        </p:blipFill>
        <p:spPr>
          <a:xfrm>
            <a:off x="746789" y="2567556"/>
            <a:ext cx="5543257" cy="3086834"/>
          </a:xfrm>
          <a:prstGeom prst="rect">
            <a:avLst/>
          </a:prstGeom>
        </p:spPr>
      </p:pic>
    </p:spTree>
    <p:extLst>
      <p:ext uri="{BB962C8B-B14F-4D97-AF65-F5344CB8AC3E}">
        <p14:creationId xmlns:p14="http://schemas.microsoft.com/office/powerpoint/2010/main" val="341261684"/>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05422" y="175961"/>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a:solidFill>
            <a:schemeClr val="accent1"/>
          </a:solidFill>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60"/>
            <a:ext cx="10722297" cy="886397"/>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4800" kern="0" dirty="0">
                <a:solidFill>
                  <a:srgbClr val="FFFFFF"/>
                </a:solidFill>
                <a:latin typeface="Courier"/>
                <a:cs typeface="Arial"/>
                <a:sym typeface="Courier"/>
              </a:rPr>
              <a:t>Slicing List (-)</a:t>
            </a:r>
            <a:endParaRPr sz="4800"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7" name="Rectangle 1">
            <a:extLst>
              <a:ext uri="{FF2B5EF4-FFF2-40B4-BE49-F238E27FC236}">
                <a16:creationId xmlns:a16="http://schemas.microsoft.com/office/drawing/2014/main" id="{20F41085-CE44-7E37-23E2-A522BDCBBFCD}"/>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3" name="Rectangle 1">
            <a:extLst>
              <a:ext uri="{FF2B5EF4-FFF2-40B4-BE49-F238E27FC236}">
                <a16:creationId xmlns:a16="http://schemas.microsoft.com/office/drawing/2014/main" id="{0E9B0D59-3084-D5BA-88A0-D33BADA639E4}"/>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4" name="Rectangle 1">
            <a:extLst>
              <a:ext uri="{FF2B5EF4-FFF2-40B4-BE49-F238E27FC236}">
                <a16:creationId xmlns:a16="http://schemas.microsoft.com/office/drawing/2014/main" id="{23F2007E-42F7-9440-F3A0-FD42A273BA15}"/>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6" name="Rectangle 5">
            <a:extLst>
              <a:ext uri="{FF2B5EF4-FFF2-40B4-BE49-F238E27FC236}">
                <a16:creationId xmlns:a16="http://schemas.microsoft.com/office/drawing/2014/main" id="{9F5FADB2-91AF-D4FA-A045-82F997FBBD17}"/>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5" name="Rectangle 1">
            <a:extLst>
              <a:ext uri="{FF2B5EF4-FFF2-40B4-BE49-F238E27FC236}">
                <a16:creationId xmlns:a16="http://schemas.microsoft.com/office/drawing/2014/main" id="{E6496D04-2116-A83E-095C-4F80A7E97EC5}"/>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9" name="Rectangle 2">
            <a:extLst>
              <a:ext uri="{FF2B5EF4-FFF2-40B4-BE49-F238E27FC236}">
                <a16:creationId xmlns:a16="http://schemas.microsoft.com/office/drawing/2014/main" id="{3E458D6A-E9DB-1287-7EA5-E23645965E69}"/>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2" name="Rectangle 2">
            <a:extLst>
              <a:ext uri="{FF2B5EF4-FFF2-40B4-BE49-F238E27FC236}">
                <a16:creationId xmlns:a16="http://schemas.microsoft.com/office/drawing/2014/main" id="{FBB22B93-F8CC-6F00-52DE-0350807328D2}"/>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3" name="Rectangle 3">
            <a:extLst>
              <a:ext uri="{FF2B5EF4-FFF2-40B4-BE49-F238E27FC236}">
                <a16:creationId xmlns:a16="http://schemas.microsoft.com/office/drawing/2014/main" id="{18B7A569-70FF-9BCA-F988-F9B46A585DE3}"/>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4" name="Rectangle 4">
            <a:extLst>
              <a:ext uri="{FF2B5EF4-FFF2-40B4-BE49-F238E27FC236}">
                <a16:creationId xmlns:a16="http://schemas.microsoft.com/office/drawing/2014/main" id="{2FCDB2EA-91A1-15F5-FC81-BD234CFC7F07}"/>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19" name="Rectangle 6">
            <a:extLst>
              <a:ext uri="{FF2B5EF4-FFF2-40B4-BE49-F238E27FC236}">
                <a16:creationId xmlns:a16="http://schemas.microsoft.com/office/drawing/2014/main" id="{2F3AD926-407F-EEE3-312F-6508C2090088}"/>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10" name="Rectangle 1">
            <a:extLst>
              <a:ext uri="{FF2B5EF4-FFF2-40B4-BE49-F238E27FC236}">
                <a16:creationId xmlns:a16="http://schemas.microsoft.com/office/drawing/2014/main" id="{1BAFC905-C921-C17F-4371-8676B22A355F}"/>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5" name="Rectangle 2">
            <a:extLst>
              <a:ext uri="{FF2B5EF4-FFF2-40B4-BE49-F238E27FC236}">
                <a16:creationId xmlns:a16="http://schemas.microsoft.com/office/drawing/2014/main" id="{42B2D507-D7C8-F4AC-8B5C-F66E1E45FD4E}"/>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1" name="Rectangle 1">
            <a:extLst>
              <a:ext uri="{FF2B5EF4-FFF2-40B4-BE49-F238E27FC236}">
                <a16:creationId xmlns:a16="http://schemas.microsoft.com/office/drawing/2014/main" id="{84CDB709-48D2-0F17-010F-F9EF0D211656}"/>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8" name="Rectangle 1">
            <a:extLst>
              <a:ext uri="{FF2B5EF4-FFF2-40B4-BE49-F238E27FC236}">
                <a16:creationId xmlns:a16="http://schemas.microsoft.com/office/drawing/2014/main" id="{ECA85013-5870-9A07-4A6E-E04E024EBBA7}"/>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20" name="Rectangle 1">
            <a:extLst>
              <a:ext uri="{FF2B5EF4-FFF2-40B4-BE49-F238E27FC236}">
                <a16:creationId xmlns:a16="http://schemas.microsoft.com/office/drawing/2014/main" id="{DFCAA1DE-8A89-7C46-BA33-77AE98C997BD}"/>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7" name="Rectangle 1">
            <a:extLst>
              <a:ext uri="{FF2B5EF4-FFF2-40B4-BE49-F238E27FC236}">
                <a16:creationId xmlns:a16="http://schemas.microsoft.com/office/drawing/2014/main" id="{9F2B029A-4A48-BE13-D6AE-4679E72AC677}"/>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22" name="Rectangle 1">
            <a:extLst>
              <a:ext uri="{FF2B5EF4-FFF2-40B4-BE49-F238E27FC236}">
                <a16:creationId xmlns:a16="http://schemas.microsoft.com/office/drawing/2014/main" id="{79A0D87F-B56F-BA65-A9E9-B625C6AC5EFE}"/>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18" name="Rectangle 1">
            <a:extLst>
              <a:ext uri="{FF2B5EF4-FFF2-40B4-BE49-F238E27FC236}">
                <a16:creationId xmlns:a16="http://schemas.microsoft.com/office/drawing/2014/main" id="{CC9C2FB1-5121-D52A-F568-1F7755757F03}"/>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25" name="Rectangle 1">
            <a:extLst>
              <a:ext uri="{FF2B5EF4-FFF2-40B4-BE49-F238E27FC236}">
                <a16:creationId xmlns:a16="http://schemas.microsoft.com/office/drawing/2014/main" id="{75450D93-33B9-D9E6-4681-EC99E0081995}"/>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6" name="Rectangle 1">
            <a:extLst>
              <a:ext uri="{FF2B5EF4-FFF2-40B4-BE49-F238E27FC236}">
                <a16:creationId xmlns:a16="http://schemas.microsoft.com/office/drawing/2014/main" id="{E621F3DF-1D7E-9281-3368-F984B74591C4}"/>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28" name="Rectangle 1">
            <a:extLst>
              <a:ext uri="{FF2B5EF4-FFF2-40B4-BE49-F238E27FC236}">
                <a16:creationId xmlns:a16="http://schemas.microsoft.com/office/drawing/2014/main" id="{5FAD5EEE-7C47-B058-FB7E-2E9E034003C6}"/>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21" name="Rectangle 1">
            <a:extLst>
              <a:ext uri="{FF2B5EF4-FFF2-40B4-BE49-F238E27FC236}">
                <a16:creationId xmlns:a16="http://schemas.microsoft.com/office/drawing/2014/main" id="{CC7E7438-D1C2-9733-52F6-7E6A5CDD8969}"/>
              </a:ext>
            </a:extLst>
          </p:cNvPr>
          <p:cNvSpPr>
            <a:spLocks noChangeArrowheads="1"/>
          </p:cNvSpPr>
          <p:nvPr/>
        </p:nvSpPr>
        <p:spPr bwMode="auto">
          <a:xfrm>
            <a:off x="0" y="29290"/>
            <a:ext cx="123175" cy="246221"/>
          </a:xfrm>
          <a:prstGeom prst="rect">
            <a:avLst/>
          </a:prstGeom>
          <a:solidFill>
            <a:srgbClr val="1E1F2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24" name="Rectangle 1">
            <a:extLst>
              <a:ext uri="{FF2B5EF4-FFF2-40B4-BE49-F238E27FC236}">
                <a16:creationId xmlns:a16="http://schemas.microsoft.com/office/drawing/2014/main" id="{678C5369-274B-94A6-05AC-672C99043272}"/>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30" name="Rectangle 2">
            <a:extLst>
              <a:ext uri="{FF2B5EF4-FFF2-40B4-BE49-F238E27FC236}">
                <a16:creationId xmlns:a16="http://schemas.microsoft.com/office/drawing/2014/main" id="{02E2298F-D595-F83D-909F-0CAD6D74391E}"/>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23" name="Rectangle 1">
            <a:extLst>
              <a:ext uri="{FF2B5EF4-FFF2-40B4-BE49-F238E27FC236}">
                <a16:creationId xmlns:a16="http://schemas.microsoft.com/office/drawing/2014/main" id="{5EA97464-7255-0383-EBF0-5E8C29BE7DE7}"/>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26" name="Rectangle 1">
            <a:extLst>
              <a:ext uri="{FF2B5EF4-FFF2-40B4-BE49-F238E27FC236}">
                <a16:creationId xmlns:a16="http://schemas.microsoft.com/office/drawing/2014/main" id="{2DAAE953-7187-4C37-7312-045C3A7B0280}"/>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29" name="Rectangle 1">
            <a:extLst>
              <a:ext uri="{FF2B5EF4-FFF2-40B4-BE49-F238E27FC236}">
                <a16:creationId xmlns:a16="http://schemas.microsoft.com/office/drawing/2014/main" id="{5861F236-DF9A-DBE7-4F0B-B9030C6C859D}"/>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39" name="Rectangle 3">
            <a:extLst>
              <a:ext uri="{FF2B5EF4-FFF2-40B4-BE49-F238E27FC236}">
                <a16:creationId xmlns:a16="http://schemas.microsoft.com/office/drawing/2014/main" id="{024DD2B1-341B-E221-A0C3-1426CA8558DC}"/>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37" name="Rectangle 1">
            <a:extLst>
              <a:ext uri="{FF2B5EF4-FFF2-40B4-BE49-F238E27FC236}">
                <a16:creationId xmlns:a16="http://schemas.microsoft.com/office/drawing/2014/main" id="{F4989574-3BDC-E882-10A7-2F7901EF9F21}"/>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27" name="Google Shape;649;p14">
            <a:extLst>
              <a:ext uri="{FF2B5EF4-FFF2-40B4-BE49-F238E27FC236}">
                <a16:creationId xmlns:a16="http://schemas.microsoft.com/office/drawing/2014/main" id="{D46A860B-D5EB-2126-C1C1-662F52C41D78}"/>
              </a:ext>
            </a:extLst>
          </p:cNvPr>
          <p:cNvSpPr txBox="1"/>
          <p:nvPr/>
        </p:nvSpPr>
        <p:spPr>
          <a:xfrm>
            <a:off x="817537" y="2303024"/>
            <a:ext cx="10885700" cy="1608902"/>
          </a:xfrm>
          <a:prstGeom prst="rect">
            <a:avLst/>
          </a:prstGeom>
          <a:noFill/>
          <a:ln>
            <a:noFill/>
          </a:ln>
        </p:spPr>
        <p:txBody>
          <a:bodyPr spcFirstLastPara="1" wrap="square" lIns="0" tIns="0" rIns="0" bIns="0" anchor="t" anchorCtr="0">
            <a:spAutoFit/>
          </a:bodyPr>
          <a:lstStyle/>
          <a:p>
            <a:pPr defTabSz="609630">
              <a:lnSpc>
                <a:spcPct val="139958"/>
              </a:lnSpc>
              <a:buClr>
                <a:srgbClr val="FFFFFF"/>
              </a:buClr>
            </a:pPr>
            <a:r>
              <a:rPr lang="en-US" sz="1867" i="1" kern="0" dirty="0">
                <a:solidFill>
                  <a:srgbClr val="FFFFFF"/>
                </a:solidFill>
                <a:latin typeface="Roboto Mono"/>
                <a:ea typeface="Roboto Mono"/>
                <a:cs typeface="Arial"/>
                <a:sym typeface="Roboto Mono"/>
              </a:rPr>
              <a:t>To repeat:</a:t>
            </a:r>
          </a:p>
          <a:p>
            <a:pPr marL="304815" indent="-304815" defTabSz="609630">
              <a:lnSpc>
                <a:spcPct val="139958"/>
              </a:lnSpc>
              <a:buClr>
                <a:srgbClr val="FFFFFF"/>
              </a:buClr>
              <a:buFont typeface="Arial" panose="020B0604020202020204" pitchFamily="34" charset="0"/>
              <a:buChar char="•"/>
            </a:pPr>
            <a:r>
              <a:rPr lang="en-US" sz="1867" i="1" kern="0" dirty="0">
                <a:solidFill>
                  <a:srgbClr val="FFFFFF"/>
                </a:solidFill>
                <a:latin typeface="Roboto Mono"/>
                <a:ea typeface="Roboto Mono"/>
                <a:cs typeface="Arial"/>
                <a:sym typeface="Roboto Mono"/>
              </a:rPr>
              <a:t>start is the index of the first element included in the slice;</a:t>
            </a:r>
          </a:p>
          <a:p>
            <a:pPr marL="304815" indent="-304815" defTabSz="609630">
              <a:lnSpc>
                <a:spcPct val="139958"/>
              </a:lnSpc>
              <a:buClr>
                <a:srgbClr val="FFFFFF"/>
              </a:buClr>
              <a:buFont typeface="Arial" panose="020B0604020202020204" pitchFamily="34" charset="0"/>
              <a:buChar char="•"/>
            </a:pPr>
            <a:r>
              <a:rPr lang="en-US" sz="1867" i="1" kern="0" dirty="0">
                <a:solidFill>
                  <a:srgbClr val="FFFFFF"/>
                </a:solidFill>
                <a:latin typeface="Roboto Mono"/>
                <a:ea typeface="Roboto Mono"/>
                <a:cs typeface="Arial"/>
                <a:sym typeface="Roboto Mono"/>
              </a:rPr>
              <a:t>end is the index of the first element not included in the slice.</a:t>
            </a:r>
          </a:p>
          <a:p>
            <a:pPr defTabSz="609630">
              <a:lnSpc>
                <a:spcPct val="139958"/>
              </a:lnSpc>
              <a:buClr>
                <a:srgbClr val="FFFFFF"/>
              </a:buClr>
            </a:pPr>
            <a:endParaRPr lang="en-US" sz="1867" i="1" kern="0" dirty="0">
              <a:solidFill>
                <a:srgbClr val="FFFFFF"/>
              </a:solidFill>
              <a:latin typeface="Roboto Mono"/>
              <a:ea typeface="Roboto Mono"/>
              <a:cs typeface="Arial"/>
              <a:sym typeface="Roboto Mono"/>
            </a:endParaRPr>
          </a:p>
        </p:txBody>
      </p:sp>
      <p:sp>
        <p:nvSpPr>
          <p:cNvPr id="31" name="Rectangle 1">
            <a:extLst>
              <a:ext uri="{FF2B5EF4-FFF2-40B4-BE49-F238E27FC236}">
                <a16:creationId xmlns:a16="http://schemas.microsoft.com/office/drawing/2014/main" id="{AC499423-7548-8E78-1EA7-7D4FBC7755B1}"/>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pic>
        <p:nvPicPr>
          <p:cNvPr id="35" name="Picture 34" descr="A white background with black text&#10;&#10;Description automatically generated">
            <a:extLst>
              <a:ext uri="{FF2B5EF4-FFF2-40B4-BE49-F238E27FC236}">
                <a16:creationId xmlns:a16="http://schemas.microsoft.com/office/drawing/2014/main" id="{232DA76F-5C5C-B983-CE28-A03C18DEF1FF}"/>
              </a:ext>
            </a:extLst>
          </p:cNvPr>
          <p:cNvPicPr>
            <a:picLocks noChangeAspect="1"/>
          </p:cNvPicPr>
          <p:nvPr/>
        </p:nvPicPr>
        <p:blipFill>
          <a:blip r:embed="rId3"/>
          <a:stretch>
            <a:fillRect/>
          </a:stretch>
        </p:blipFill>
        <p:spPr>
          <a:xfrm>
            <a:off x="799964" y="3769706"/>
            <a:ext cx="8454873" cy="1570541"/>
          </a:xfrm>
          <a:prstGeom prst="rect">
            <a:avLst/>
          </a:prstGeom>
        </p:spPr>
      </p:pic>
      <p:sp>
        <p:nvSpPr>
          <p:cNvPr id="36" name="Google Shape;649;p14">
            <a:extLst>
              <a:ext uri="{FF2B5EF4-FFF2-40B4-BE49-F238E27FC236}">
                <a16:creationId xmlns:a16="http://schemas.microsoft.com/office/drawing/2014/main" id="{52BB028C-B235-6360-3B8B-BEBBD21F4714}"/>
              </a:ext>
            </a:extLst>
          </p:cNvPr>
          <p:cNvSpPr txBox="1"/>
          <p:nvPr/>
        </p:nvSpPr>
        <p:spPr>
          <a:xfrm>
            <a:off x="799964" y="5460798"/>
            <a:ext cx="1927269" cy="402226"/>
          </a:xfrm>
          <a:prstGeom prst="rect">
            <a:avLst/>
          </a:prstGeom>
          <a:noFill/>
          <a:ln>
            <a:noFill/>
          </a:ln>
        </p:spPr>
        <p:txBody>
          <a:bodyPr spcFirstLastPara="1" wrap="square" lIns="0" tIns="0" rIns="0" bIns="0" anchor="t" anchorCtr="0">
            <a:spAutoFit/>
          </a:bodyPr>
          <a:lstStyle/>
          <a:p>
            <a:pPr defTabSz="609630">
              <a:lnSpc>
                <a:spcPct val="139958"/>
              </a:lnSpc>
              <a:buClr>
                <a:srgbClr val="FFFFFF"/>
              </a:buClr>
            </a:pPr>
            <a:r>
              <a:rPr lang="en-US" sz="1867" i="1" kern="0" dirty="0">
                <a:solidFill>
                  <a:srgbClr val="FFFFFF"/>
                </a:solidFill>
                <a:latin typeface="Roboto Mono"/>
                <a:ea typeface="Roboto Mono"/>
                <a:cs typeface="Arial"/>
                <a:sym typeface="Roboto Mono"/>
              </a:rPr>
              <a:t>[8, 6, 4]</a:t>
            </a:r>
          </a:p>
        </p:txBody>
      </p:sp>
    </p:spTree>
    <p:extLst>
      <p:ext uri="{BB962C8B-B14F-4D97-AF65-F5344CB8AC3E}">
        <p14:creationId xmlns:p14="http://schemas.microsoft.com/office/powerpoint/2010/main" val="3456763717"/>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05422" y="175961"/>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a:solidFill>
            <a:schemeClr val="accent1"/>
          </a:solidFill>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60"/>
            <a:ext cx="10722297" cy="886397"/>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4800" kern="0" dirty="0">
                <a:solidFill>
                  <a:srgbClr val="FFFFFF"/>
                </a:solidFill>
                <a:latin typeface="Courier"/>
                <a:cs typeface="Arial"/>
                <a:sym typeface="Courier"/>
              </a:rPr>
              <a:t>Slicing List (-)</a:t>
            </a:r>
            <a:endParaRPr sz="4800"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7" name="Rectangle 1">
            <a:extLst>
              <a:ext uri="{FF2B5EF4-FFF2-40B4-BE49-F238E27FC236}">
                <a16:creationId xmlns:a16="http://schemas.microsoft.com/office/drawing/2014/main" id="{20F41085-CE44-7E37-23E2-A522BDCBBFCD}"/>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3" name="Rectangle 1">
            <a:extLst>
              <a:ext uri="{FF2B5EF4-FFF2-40B4-BE49-F238E27FC236}">
                <a16:creationId xmlns:a16="http://schemas.microsoft.com/office/drawing/2014/main" id="{0E9B0D59-3084-D5BA-88A0-D33BADA639E4}"/>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4" name="Rectangle 1">
            <a:extLst>
              <a:ext uri="{FF2B5EF4-FFF2-40B4-BE49-F238E27FC236}">
                <a16:creationId xmlns:a16="http://schemas.microsoft.com/office/drawing/2014/main" id="{23F2007E-42F7-9440-F3A0-FD42A273BA15}"/>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6" name="Rectangle 5">
            <a:extLst>
              <a:ext uri="{FF2B5EF4-FFF2-40B4-BE49-F238E27FC236}">
                <a16:creationId xmlns:a16="http://schemas.microsoft.com/office/drawing/2014/main" id="{9F5FADB2-91AF-D4FA-A045-82F997FBBD17}"/>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5" name="Rectangle 1">
            <a:extLst>
              <a:ext uri="{FF2B5EF4-FFF2-40B4-BE49-F238E27FC236}">
                <a16:creationId xmlns:a16="http://schemas.microsoft.com/office/drawing/2014/main" id="{E6496D04-2116-A83E-095C-4F80A7E97EC5}"/>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9" name="Rectangle 2">
            <a:extLst>
              <a:ext uri="{FF2B5EF4-FFF2-40B4-BE49-F238E27FC236}">
                <a16:creationId xmlns:a16="http://schemas.microsoft.com/office/drawing/2014/main" id="{3E458D6A-E9DB-1287-7EA5-E23645965E69}"/>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2" name="Rectangle 2">
            <a:extLst>
              <a:ext uri="{FF2B5EF4-FFF2-40B4-BE49-F238E27FC236}">
                <a16:creationId xmlns:a16="http://schemas.microsoft.com/office/drawing/2014/main" id="{FBB22B93-F8CC-6F00-52DE-0350807328D2}"/>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3" name="Rectangle 3">
            <a:extLst>
              <a:ext uri="{FF2B5EF4-FFF2-40B4-BE49-F238E27FC236}">
                <a16:creationId xmlns:a16="http://schemas.microsoft.com/office/drawing/2014/main" id="{18B7A569-70FF-9BCA-F988-F9B46A585DE3}"/>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4" name="Rectangle 4">
            <a:extLst>
              <a:ext uri="{FF2B5EF4-FFF2-40B4-BE49-F238E27FC236}">
                <a16:creationId xmlns:a16="http://schemas.microsoft.com/office/drawing/2014/main" id="{2FCDB2EA-91A1-15F5-FC81-BD234CFC7F07}"/>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19" name="Rectangle 6">
            <a:extLst>
              <a:ext uri="{FF2B5EF4-FFF2-40B4-BE49-F238E27FC236}">
                <a16:creationId xmlns:a16="http://schemas.microsoft.com/office/drawing/2014/main" id="{2F3AD926-407F-EEE3-312F-6508C2090088}"/>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10" name="Rectangle 1">
            <a:extLst>
              <a:ext uri="{FF2B5EF4-FFF2-40B4-BE49-F238E27FC236}">
                <a16:creationId xmlns:a16="http://schemas.microsoft.com/office/drawing/2014/main" id="{1BAFC905-C921-C17F-4371-8676B22A355F}"/>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5" name="Rectangle 2">
            <a:extLst>
              <a:ext uri="{FF2B5EF4-FFF2-40B4-BE49-F238E27FC236}">
                <a16:creationId xmlns:a16="http://schemas.microsoft.com/office/drawing/2014/main" id="{42B2D507-D7C8-F4AC-8B5C-F66E1E45FD4E}"/>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1" name="Rectangle 1">
            <a:extLst>
              <a:ext uri="{FF2B5EF4-FFF2-40B4-BE49-F238E27FC236}">
                <a16:creationId xmlns:a16="http://schemas.microsoft.com/office/drawing/2014/main" id="{84CDB709-48D2-0F17-010F-F9EF0D211656}"/>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8" name="Rectangle 1">
            <a:extLst>
              <a:ext uri="{FF2B5EF4-FFF2-40B4-BE49-F238E27FC236}">
                <a16:creationId xmlns:a16="http://schemas.microsoft.com/office/drawing/2014/main" id="{ECA85013-5870-9A07-4A6E-E04E024EBBA7}"/>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20" name="Rectangle 1">
            <a:extLst>
              <a:ext uri="{FF2B5EF4-FFF2-40B4-BE49-F238E27FC236}">
                <a16:creationId xmlns:a16="http://schemas.microsoft.com/office/drawing/2014/main" id="{DFCAA1DE-8A89-7C46-BA33-77AE98C997BD}"/>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7" name="Rectangle 1">
            <a:extLst>
              <a:ext uri="{FF2B5EF4-FFF2-40B4-BE49-F238E27FC236}">
                <a16:creationId xmlns:a16="http://schemas.microsoft.com/office/drawing/2014/main" id="{9F2B029A-4A48-BE13-D6AE-4679E72AC677}"/>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22" name="Rectangle 1">
            <a:extLst>
              <a:ext uri="{FF2B5EF4-FFF2-40B4-BE49-F238E27FC236}">
                <a16:creationId xmlns:a16="http://schemas.microsoft.com/office/drawing/2014/main" id="{79A0D87F-B56F-BA65-A9E9-B625C6AC5EFE}"/>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18" name="Rectangle 1">
            <a:extLst>
              <a:ext uri="{FF2B5EF4-FFF2-40B4-BE49-F238E27FC236}">
                <a16:creationId xmlns:a16="http://schemas.microsoft.com/office/drawing/2014/main" id="{CC9C2FB1-5121-D52A-F568-1F7755757F03}"/>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25" name="Rectangle 1">
            <a:extLst>
              <a:ext uri="{FF2B5EF4-FFF2-40B4-BE49-F238E27FC236}">
                <a16:creationId xmlns:a16="http://schemas.microsoft.com/office/drawing/2014/main" id="{75450D93-33B9-D9E6-4681-EC99E0081995}"/>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6" name="Rectangle 1">
            <a:extLst>
              <a:ext uri="{FF2B5EF4-FFF2-40B4-BE49-F238E27FC236}">
                <a16:creationId xmlns:a16="http://schemas.microsoft.com/office/drawing/2014/main" id="{E621F3DF-1D7E-9281-3368-F984B74591C4}"/>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28" name="Rectangle 1">
            <a:extLst>
              <a:ext uri="{FF2B5EF4-FFF2-40B4-BE49-F238E27FC236}">
                <a16:creationId xmlns:a16="http://schemas.microsoft.com/office/drawing/2014/main" id="{5FAD5EEE-7C47-B058-FB7E-2E9E034003C6}"/>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21" name="Rectangle 1">
            <a:extLst>
              <a:ext uri="{FF2B5EF4-FFF2-40B4-BE49-F238E27FC236}">
                <a16:creationId xmlns:a16="http://schemas.microsoft.com/office/drawing/2014/main" id="{CC7E7438-D1C2-9733-52F6-7E6A5CDD8969}"/>
              </a:ext>
            </a:extLst>
          </p:cNvPr>
          <p:cNvSpPr>
            <a:spLocks noChangeArrowheads="1"/>
          </p:cNvSpPr>
          <p:nvPr/>
        </p:nvSpPr>
        <p:spPr bwMode="auto">
          <a:xfrm>
            <a:off x="0" y="29290"/>
            <a:ext cx="123175" cy="246221"/>
          </a:xfrm>
          <a:prstGeom prst="rect">
            <a:avLst/>
          </a:prstGeom>
          <a:solidFill>
            <a:srgbClr val="1E1F2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24" name="Rectangle 1">
            <a:extLst>
              <a:ext uri="{FF2B5EF4-FFF2-40B4-BE49-F238E27FC236}">
                <a16:creationId xmlns:a16="http://schemas.microsoft.com/office/drawing/2014/main" id="{678C5369-274B-94A6-05AC-672C99043272}"/>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30" name="Rectangle 2">
            <a:extLst>
              <a:ext uri="{FF2B5EF4-FFF2-40B4-BE49-F238E27FC236}">
                <a16:creationId xmlns:a16="http://schemas.microsoft.com/office/drawing/2014/main" id="{02E2298F-D595-F83D-909F-0CAD6D74391E}"/>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23" name="Rectangle 1">
            <a:extLst>
              <a:ext uri="{FF2B5EF4-FFF2-40B4-BE49-F238E27FC236}">
                <a16:creationId xmlns:a16="http://schemas.microsoft.com/office/drawing/2014/main" id="{5EA97464-7255-0383-EBF0-5E8C29BE7DE7}"/>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26" name="Rectangle 1">
            <a:extLst>
              <a:ext uri="{FF2B5EF4-FFF2-40B4-BE49-F238E27FC236}">
                <a16:creationId xmlns:a16="http://schemas.microsoft.com/office/drawing/2014/main" id="{2DAAE953-7187-4C37-7312-045C3A7B0280}"/>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29" name="Rectangle 1">
            <a:extLst>
              <a:ext uri="{FF2B5EF4-FFF2-40B4-BE49-F238E27FC236}">
                <a16:creationId xmlns:a16="http://schemas.microsoft.com/office/drawing/2014/main" id="{5861F236-DF9A-DBE7-4F0B-B9030C6C859D}"/>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39" name="Rectangle 3">
            <a:extLst>
              <a:ext uri="{FF2B5EF4-FFF2-40B4-BE49-F238E27FC236}">
                <a16:creationId xmlns:a16="http://schemas.microsoft.com/office/drawing/2014/main" id="{024DD2B1-341B-E221-A0C3-1426CA8558DC}"/>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37" name="Rectangle 1">
            <a:extLst>
              <a:ext uri="{FF2B5EF4-FFF2-40B4-BE49-F238E27FC236}">
                <a16:creationId xmlns:a16="http://schemas.microsoft.com/office/drawing/2014/main" id="{F4989574-3BDC-E882-10A7-2F7901EF9F21}"/>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27" name="Google Shape;649;p14">
            <a:extLst>
              <a:ext uri="{FF2B5EF4-FFF2-40B4-BE49-F238E27FC236}">
                <a16:creationId xmlns:a16="http://schemas.microsoft.com/office/drawing/2014/main" id="{D46A860B-D5EB-2126-C1C1-662F52C41D78}"/>
              </a:ext>
            </a:extLst>
          </p:cNvPr>
          <p:cNvSpPr txBox="1"/>
          <p:nvPr/>
        </p:nvSpPr>
        <p:spPr>
          <a:xfrm>
            <a:off x="817537" y="2303024"/>
            <a:ext cx="10885700" cy="804451"/>
          </a:xfrm>
          <a:prstGeom prst="rect">
            <a:avLst/>
          </a:prstGeom>
          <a:noFill/>
          <a:ln>
            <a:noFill/>
          </a:ln>
        </p:spPr>
        <p:txBody>
          <a:bodyPr spcFirstLastPara="1" wrap="square" lIns="0" tIns="0" rIns="0" bIns="0" anchor="t" anchorCtr="0">
            <a:spAutoFit/>
          </a:bodyPr>
          <a:lstStyle/>
          <a:p>
            <a:pPr defTabSz="609630">
              <a:lnSpc>
                <a:spcPct val="139958"/>
              </a:lnSpc>
              <a:buClr>
                <a:srgbClr val="FFFFFF"/>
              </a:buClr>
            </a:pPr>
            <a:r>
              <a:rPr lang="en-US" sz="1867" i="1" kern="0" dirty="0">
                <a:solidFill>
                  <a:srgbClr val="FFFFFF"/>
                </a:solidFill>
                <a:latin typeface="Roboto Mono"/>
                <a:ea typeface="Roboto Mono"/>
                <a:cs typeface="Arial"/>
                <a:sym typeface="Roboto Mono"/>
              </a:rPr>
              <a:t>If the start specifies an element lying further than the one described by the end (from the list's beginning point of view), the slice will be </a:t>
            </a:r>
            <a:r>
              <a:rPr lang="en-US" sz="1867" i="1" kern="0" dirty="0">
                <a:solidFill>
                  <a:srgbClr val="8C52FF"/>
                </a:solidFill>
                <a:latin typeface="Roboto Mono"/>
                <a:ea typeface="Roboto Mono"/>
                <a:cs typeface="Arial"/>
                <a:sym typeface="Roboto Mono"/>
              </a:rPr>
              <a:t>empty: </a:t>
            </a:r>
          </a:p>
        </p:txBody>
      </p:sp>
      <p:sp>
        <p:nvSpPr>
          <p:cNvPr id="31" name="Rectangle 1">
            <a:extLst>
              <a:ext uri="{FF2B5EF4-FFF2-40B4-BE49-F238E27FC236}">
                <a16:creationId xmlns:a16="http://schemas.microsoft.com/office/drawing/2014/main" id="{AC499423-7548-8E78-1EA7-7D4FBC7755B1}"/>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36" name="Google Shape;649;p14">
            <a:extLst>
              <a:ext uri="{FF2B5EF4-FFF2-40B4-BE49-F238E27FC236}">
                <a16:creationId xmlns:a16="http://schemas.microsoft.com/office/drawing/2014/main" id="{52BB028C-B235-6360-3B8B-BEBBD21F4714}"/>
              </a:ext>
            </a:extLst>
          </p:cNvPr>
          <p:cNvSpPr txBox="1"/>
          <p:nvPr/>
        </p:nvSpPr>
        <p:spPr>
          <a:xfrm>
            <a:off x="799964" y="5460798"/>
            <a:ext cx="1927269" cy="402226"/>
          </a:xfrm>
          <a:prstGeom prst="rect">
            <a:avLst/>
          </a:prstGeom>
          <a:noFill/>
          <a:ln>
            <a:noFill/>
          </a:ln>
        </p:spPr>
        <p:txBody>
          <a:bodyPr spcFirstLastPara="1" wrap="square" lIns="0" tIns="0" rIns="0" bIns="0" anchor="t" anchorCtr="0">
            <a:spAutoFit/>
          </a:bodyPr>
          <a:lstStyle/>
          <a:p>
            <a:pPr defTabSz="609630">
              <a:lnSpc>
                <a:spcPct val="139958"/>
              </a:lnSpc>
              <a:buClr>
                <a:srgbClr val="FFFFFF"/>
              </a:buClr>
            </a:pPr>
            <a:r>
              <a:rPr lang="en-US" sz="1867" i="1" kern="0" dirty="0">
                <a:solidFill>
                  <a:srgbClr val="FFFFFF"/>
                </a:solidFill>
                <a:latin typeface="Roboto Mono"/>
                <a:ea typeface="Roboto Mono"/>
                <a:cs typeface="Arial"/>
                <a:sym typeface="Roboto Mono"/>
              </a:rPr>
              <a:t>[]</a:t>
            </a:r>
          </a:p>
        </p:txBody>
      </p:sp>
      <p:sp>
        <p:nvSpPr>
          <p:cNvPr id="32" name="Rectangle 1">
            <a:extLst>
              <a:ext uri="{FF2B5EF4-FFF2-40B4-BE49-F238E27FC236}">
                <a16:creationId xmlns:a16="http://schemas.microsoft.com/office/drawing/2014/main" id="{47BD6B52-54C8-6648-84E1-1E3CE80981A3}"/>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pic>
        <p:nvPicPr>
          <p:cNvPr id="34" name="Picture 33" descr="A white background with black text&#10;&#10;Description automatically generated">
            <a:extLst>
              <a:ext uri="{FF2B5EF4-FFF2-40B4-BE49-F238E27FC236}">
                <a16:creationId xmlns:a16="http://schemas.microsoft.com/office/drawing/2014/main" id="{624A70D9-6375-B0F9-A208-95CE00363FA0}"/>
              </a:ext>
            </a:extLst>
          </p:cNvPr>
          <p:cNvPicPr>
            <a:picLocks noChangeAspect="1"/>
          </p:cNvPicPr>
          <p:nvPr/>
        </p:nvPicPr>
        <p:blipFill>
          <a:blip r:embed="rId3"/>
          <a:stretch>
            <a:fillRect/>
          </a:stretch>
        </p:blipFill>
        <p:spPr>
          <a:xfrm>
            <a:off x="734954" y="3414800"/>
            <a:ext cx="7316473" cy="1698093"/>
          </a:xfrm>
          <a:prstGeom prst="rect">
            <a:avLst/>
          </a:prstGeom>
        </p:spPr>
      </p:pic>
    </p:spTree>
    <p:extLst>
      <p:ext uri="{BB962C8B-B14F-4D97-AF65-F5344CB8AC3E}">
        <p14:creationId xmlns:p14="http://schemas.microsoft.com/office/powerpoint/2010/main" val="732623843"/>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05422" y="175961"/>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a:solidFill>
            <a:schemeClr val="accent1"/>
          </a:solidFill>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60"/>
            <a:ext cx="10722297" cy="886397"/>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4800" kern="0" dirty="0">
                <a:solidFill>
                  <a:srgbClr val="FFFFFF"/>
                </a:solidFill>
                <a:latin typeface="Courier"/>
                <a:cs typeface="Arial"/>
                <a:sym typeface="Courier"/>
              </a:rPr>
              <a:t>Slicing List</a:t>
            </a:r>
            <a:endParaRPr sz="4800"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7" name="Rectangle 1">
            <a:extLst>
              <a:ext uri="{FF2B5EF4-FFF2-40B4-BE49-F238E27FC236}">
                <a16:creationId xmlns:a16="http://schemas.microsoft.com/office/drawing/2014/main" id="{20F41085-CE44-7E37-23E2-A522BDCBBFCD}"/>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3" name="Rectangle 1">
            <a:extLst>
              <a:ext uri="{FF2B5EF4-FFF2-40B4-BE49-F238E27FC236}">
                <a16:creationId xmlns:a16="http://schemas.microsoft.com/office/drawing/2014/main" id="{0E9B0D59-3084-D5BA-88A0-D33BADA639E4}"/>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4" name="Rectangle 1">
            <a:extLst>
              <a:ext uri="{FF2B5EF4-FFF2-40B4-BE49-F238E27FC236}">
                <a16:creationId xmlns:a16="http://schemas.microsoft.com/office/drawing/2014/main" id="{23F2007E-42F7-9440-F3A0-FD42A273BA15}"/>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6" name="Rectangle 5">
            <a:extLst>
              <a:ext uri="{FF2B5EF4-FFF2-40B4-BE49-F238E27FC236}">
                <a16:creationId xmlns:a16="http://schemas.microsoft.com/office/drawing/2014/main" id="{9F5FADB2-91AF-D4FA-A045-82F997FBBD17}"/>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5" name="Rectangle 1">
            <a:extLst>
              <a:ext uri="{FF2B5EF4-FFF2-40B4-BE49-F238E27FC236}">
                <a16:creationId xmlns:a16="http://schemas.microsoft.com/office/drawing/2014/main" id="{E6496D04-2116-A83E-095C-4F80A7E97EC5}"/>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9" name="Rectangle 2">
            <a:extLst>
              <a:ext uri="{FF2B5EF4-FFF2-40B4-BE49-F238E27FC236}">
                <a16:creationId xmlns:a16="http://schemas.microsoft.com/office/drawing/2014/main" id="{3E458D6A-E9DB-1287-7EA5-E23645965E69}"/>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2" name="Rectangle 2">
            <a:extLst>
              <a:ext uri="{FF2B5EF4-FFF2-40B4-BE49-F238E27FC236}">
                <a16:creationId xmlns:a16="http://schemas.microsoft.com/office/drawing/2014/main" id="{FBB22B93-F8CC-6F00-52DE-0350807328D2}"/>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3" name="Rectangle 3">
            <a:extLst>
              <a:ext uri="{FF2B5EF4-FFF2-40B4-BE49-F238E27FC236}">
                <a16:creationId xmlns:a16="http://schemas.microsoft.com/office/drawing/2014/main" id="{18B7A569-70FF-9BCA-F988-F9B46A585DE3}"/>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4" name="Rectangle 4">
            <a:extLst>
              <a:ext uri="{FF2B5EF4-FFF2-40B4-BE49-F238E27FC236}">
                <a16:creationId xmlns:a16="http://schemas.microsoft.com/office/drawing/2014/main" id="{2FCDB2EA-91A1-15F5-FC81-BD234CFC7F07}"/>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19" name="Rectangle 6">
            <a:extLst>
              <a:ext uri="{FF2B5EF4-FFF2-40B4-BE49-F238E27FC236}">
                <a16:creationId xmlns:a16="http://schemas.microsoft.com/office/drawing/2014/main" id="{2F3AD926-407F-EEE3-312F-6508C2090088}"/>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10" name="Rectangle 1">
            <a:extLst>
              <a:ext uri="{FF2B5EF4-FFF2-40B4-BE49-F238E27FC236}">
                <a16:creationId xmlns:a16="http://schemas.microsoft.com/office/drawing/2014/main" id="{1BAFC905-C921-C17F-4371-8676B22A355F}"/>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5" name="Rectangle 2">
            <a:extLst>
              <a:ext uri="{FF2B5EF4-FFF2-40B4-BE49-F238E27FC236}">
                <a16:creationId xmlns:a16="http://schemas.microsoft.com/office/drawing/2014/main" id="{42B2D507-D7C8-F4AC-8B5C-F66E1E45FD4E}"/>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1" name="Rectangle 1">
            <a:extLst>
              <a:ext uri="{FF2B5EF4-FFF2-40B4-BE49-F238E27FC236}">
                <a16:creationId xmlns:a16="http://schemas.microsoft.com/office/drawing/2014/main" id="{84CDB709-48D2-0F17-010F-F9EF0D211656}"/>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8" name="Rectangle 1">
            <a:extLst>
              <a:ext uri="{FF2B5EF4-FFF2-40B4-BE49-F238E27FC236}">
                <a16:creationId xmlns:a16="http://schemas.microsoft.com/office/drawing/2014/main" id="{ECA85013-5870-9A07-4A6E-E04E024EBBA7}"/>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20" name="Rectangle 1">
            <a:extLst>
              <a:ext uri="{FF2B5EF4-FFF2-40B4-BE49-F238E27FC236}">
                <a16:creationId xmlns:a16="http://schemas.microsoft.com/office/drawing/2014/main" id="{DFCAA1DE-8A89-7C46-BA33-77AE98C997BD}"/>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7" name="Rectangle 1">
            <a:extLst>
              <a:ext uri="{FF2B5EF4-FFF2-40B4-BE49-F238E27FC236}">
                <a16:creationId xmlns:a16="http://schemas.microsoft.com/office/drawing/2014/main" id="{9F2B029A-4A48-BE13-D6AE-4679E72AC677}"/>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22" name="Rectangle 1">
            <a:extLst>
              <a:ext uri="{FF2B5EF4-FFF2-40B4-BE49-F238E27FC236}">
                <a16:creationId xmlns:a16="http://schemas.microsoft.com/office/drawing/2014/main" id="{79A0D87F-B56F-BA65-A9E9-B625C6AC5EFE}"/>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18" name="Rectangle 1">
            <a:extLst>
              <a:ext uri="{FF2B5EF4-FFF2-40B4-BE49-F238E27FC236}">
                <a16:creationId xmlns:a16="http://schemas.microsoft.com/office/drawing/2014/main" id="{CC9C2FB1-5121-D52A-F568-1F7755757F03}"/>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25" name="Rectangle 1">
            <a:extLst>
              <a:ext uri="{FF2B5EF4-FFF2-40B4-BE49-F238E27FC236}">
                <a16:creationId xmlns:a16="http://schemas.microsoft.com/office/drawing/2014/main" id="{75450D93-33B9-D9E6-4681-EC99E0081995}"/>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6" name="Rectangle 1">
            <a:extLst>
              <a:ext uri="{FF2B5EF4-FFF2-40B4-BE49-F238E27FC236}">
                <a16:creationId xmlns:a16="http://schemas.microsoft.com/office/drawing/2014/main" id="{E621F3DF-1D7E-9281-3368-F984B74591C4}"/>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28" name="Rectangle 1">
            <a:extLst>
              <a:ext uri="{FF2B5EF4-FFF2-40B4-BE49-F238E27FC236}">
                <a16:creationId xmlns:a16="http://schemas.microsoft.com/office/drawing/2014/main" id="{5FAD5EEE-7C47-B058-FB7E-2E9E034003C6}"/>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21" name="Rectangle 1">
            <a:extLst>
              <a:ext uri="{FF2B5EF4-FFF2-40B4-BE49-F238E27FC236}">
                <a16:creationId xmlns:a16="http://schemas.microsoft.com/office/drawing/2014/main" id="{CC7E7438-D1C2-9733-52F6-7E6A5CDD8969}"/>
              </a:ext>
            </a:extLst>
          </p:cNvPr>
          <p:cNvSpPr>
            <a:spLocks noChangeArrowheads="1"/>
          </p:cNvSpPr>
          <p:nvPr/>
        </p:nvSpPr>
        <p:spPr bwMode="auto">
          <a:xfrm>
            <a:off x="0" y="29290"/>
            <a:ext cx="123175" cy="246221"/>
          </a:xfrm>
          <a:prstGeom prst="rect">
            <a:avLst/>
          </a:prstGeom>
          <a:solidFill>
            <a:srgbClr val="1E1F2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24" name="Rectangle 1">
            <a:extLst>
              <a:ext uri="{FF2B5EF4-FFF2-40B4-BE49-F238E27FC236}">
                <a16:creationId xmlns:a16="http://schemas.microsoft.com/office/drawing/2014/main" id="{678C5369-274B-94A6-05AC-672C99043272}"/>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30" name="Rectangle 2">
            <a:extLst>
              <a:ext uri="{FF2B5EF4-FFF2-40B4-BE49-F238E27FC236}">
                <a16:creationId xmlns:a16="http://schemas.microsoft.com/office/drawing/2014/main" id="{02E2298F-D595-F83D-909F-0CAD6D74391E}"/>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23" name="Rectangle 1">
            <a:extLst>
              <a:ext uri="{FF2B5EF4-FFF2-40B4-BE49-F238E27FC236}">
                <a16:creationId xmlns:a16="http://schemas.microsoft.com/office/drawing/2014/main" id="{5EA97464-7255-0383-EBF0-5E8C29BE7DE7}"/>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26" name="Rectangle 1">
            <a:extLst>
              <a:ext uri="{FF2B5EF4-FFF2-40B4-BE49-F238E27FC236}">
                <a16:creationId xmlns:a16="http://schemas.microsoft.com/office/drawing/2014/main" id="{2DAAE953-7187-4C37-7312-045C3A7B0280}"/>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29" name="Rectangle 1">
            <a:extLst>
              <a:ext uri="{FF2B5EF4-FFF2-40B4-BE49-F238E27FC236}">
                <a16:creationId xmlns:a16="http://schemas.microsoft.com/office/drawing/2014/main" id="{5861F236-DF9A-DBE7-4F0B-B9030C6C859D}"/>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39" name="Rectangle 3">
            <a:extLst>
              <a:ext uri="{FF2B5EF4-FFF2-40B4-BE49-F238E27FC236}">
                <a16:creationId xmlns:a16="http://schemas.microsoft.com/office/drawing/2014/main" id="{024DD2B1-341B-E221-A0C3-1426CA8558DC}"/>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37" name="Rectangle 1">
            <a:extLst>
              <a:ext uri="{FF2B5EF4-FFF2-40B4-BE49-F238E27FC236}">
                <a16:creationId xmlns:a16="http://schemas.microsoft.com/office/drawing/2014/main" id="{F4989574-3BDC-E882-10A7-2F7901EF9F21}"/>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27" name="Google Shape;649;p14">
            <a:extLst>
              <a:ext uri="{FF2B5EF4-FFF2-40B4-BE49-F238E27FC236}">
                <a16:creationId xmlns:a16="http://schemas.microsoft.com/office/drawing/2014/main" id="{D46A860B-D5EB-2126-C1C1-662F52C41D78}"/>
              </a:ext>
            </a:extLst>
          </p:cNvPr>
          <p:cNvSpPr txBox="1"/>
          <p:nvPr/>
        </p:nvSpPr>
        <p:spPr>
          <a:xfrm>
            <a:off x="817537" y="2303024"/>
            <a:ext cx="10885700" cy="5631157"/>
          </a:xfrm>
          <a:prstGeom prst="rect">
            <a:avLst/>
          </a:prstGeom>
          <a:noFill/>
          <a:ln>
            <a:noFill/>
          </a:ln>
        </p:spPr>
        <p:txBody>
          <a:bodyPr spcFirstLastPara="1" wrap="square" lIns="0" tIns="0" rIns="0" bIns="0" anchor="t" anchorCtr="0">
            <a:spAutoFit/>
          </a:bodyPr>
          <a:lstStyle/>
          <a:p>
            <a:pPr marL="304815" indent="-304815" defTabSz="609630">
              <a:lnSpc>
                <a:spcPct val="139958"/>
              </a:lnSpc>
              <a:buClr>
                <a:srgbClr val="FFFFFF"/>
              </a:buClr>
              <a:buFont typeface="Arial" panose="020B0604020202020204" pitchFamily="34" charset="0"/>
              <a:buChar char="•"/>
            </a:pPr>
            <a:r>
              <a:rPr lang="en-US" sz="1867" i="1" kern="0" dirty="0" err="1">
                <a:solidFill>
                  <a:srgbClr val="8C52FF"/>
                </a:solidFill>
                <a:latin typeface="Roboto Mono"/>
                <a:ea typeface="Roboto Mono"/>
                <a:cs typeface="Arial"/>
                <a:sym typeface="Roboto Mono"/>
              </a:rPr>
              <a:t>my_list</a:t>
            </a:r>
            <a:r>
              <a:rPr lang="en-US" sz="1867" i="1" kern="0" dirty="0">
                <a:solidFill>
                  <a:srgbClr val="8C52FF"/>
                </a:solidFill>
                <a:latin typeface="Roboto Mono"/>
                <a:ea typeface="Roboto Mono"/>
                <a:cs typeface="Arial"/>
                <a:sym typeface="Roboto Mono"/>
              </a:rPr>
              <a:t>[:end] </a:t>
            </a:r>
            <a:r>
              <a:rPr lang="en-US" sz="1867" i="1" kern="0" dirty="0">
                <a:solidFill>
                  <a:srgbClr val="FFFFFF"/>
                </a:solidFill>
                <a:latin typeface="Roboto Mono"/>
                <a:ea typeface="Roboto Mono"/>
                <a:cs typeface="Arial"/>
                <a:sym typeface="Roboto Mono"/>
              </a:rPr>
              <a:t>= it is assumed that you want to get a slice beginning at the element with index 0.</a:t>
            </a:r>
          </a:p>
          <a:p>
            <a:pPr marL="304815" indent="-304815" defTabSz="609630">
              <a:lnSpc>
                <a:spcPct val="139958"/>
              </a:lnSpc>
              <a:buClr>
                <a:srgbClr val="FFFFFF"/>
              </a:buClr>
              <a:buFont typeface="Arial" panose="020B0604020202020204" pitchFamily="34" charset="0"/>
              <a:buChar char="•"/>
            </a:pPr>
            <a:r>
              <a:rPr lang="en-US" sz="1867" i="1" kern="0" dirty="0" err="1">
                <a:solidFill>
                  <a:srgbClr val="8C52FF"/>
                </a:solidFill>
                <a:latin typeface="Roboto Mono"/>
                <a:ea typeface="Roboto Mono"/>
                <a:cs typeface="Arial"/>
                <a:sym typeface="Roboto Mono"/>
              </a:rPr>
              <a:t>my_list</a:t>
            </a:r>
            <a:r>
              <a:rPr lang="en-US" sz="1867" i="1" kern="0" dirty="0">
                <a:solidFill>
                  <a:srgbClr val="8C52FF"/>
                </a:solidFill>
                <a:latin typeface="Roboto Mono"/>
                <a:ea typeface="Roboto Mono"/>
                <a:cs typeface="Arial"/>
                <a:sym typeface="Roboto Mono"/>
              </a:rPr>
              <a:t>[start:] </a:t>
            </a:r>
            <a:r>
              <a:rPr lang="en-US" sz="1867" i="1" kern="0" dirty="0">
                <a:solidFill>
                  <a:srgbClr val="FFFFFF"/>
                </a:solidFill>
                <a:latin typeface="Roboto Mono"/>
                <a:ea typeface="Roboto Mono"/>
                <a:cs typeface="Arial"/>
                <a:sym typeface="Roboto Mono"/>
              </a:rPr>
              <a:t>= it is assumed that you want the slice to end at the element with the index </a:t>
            </a:r>
            <a:r>
              <a:rPr lang="en-US" sz="1867" i="1" kern="0" dirty="0" err="1">
                <a:solidFill>
                  <a:srgbClr val="FFFFFF"/>
                </a:solidFill>
                <a:latin typeface="Roboto Mono"/>
                <a:ea typeface="Roboto Mono"/>
                <a:cs typeface="Arial"/>
                <a:sym typeface="Roboto Mono"/>
              </a:rPr>
              <a:t>len</a:t>
            </a:r>
            <a:r>
              <a:rPr lang="en-US" sz="1867" i="1" kern="0" dirty="0">
                <a:solidFill>
                  <a:srgbClr val="FFFFFF"/>
                </a:solidFill>
                <a:latin typeface="Roboto Mono"/>
                <a:ea typeface="Roboto Mono"/>
                <a:cs typeface="Arial"/>
                <a:sym typeface="Roboto Mono"/>
              </a:rPr>
              <a:t>(</a:t>
            </a:r>
            <a:r>
              <a:rPr lang="en-US" sz="1867" i="1" kern="0" dirty="0" err="1">
                <a:solidFill>
                  <a:srgbClr val="FFFFFF"/>
                </a:solidFill>
                <a:latin typeface="Roboto Mono"/>
                <a:ea typeface="Roboto Mono"/>
                <a:cs typeface="Arial"/>
                <a:sym typeface="Roboto Mono"/>
              </a:rPr>
              <a:t>my_list</a:t>
            </a:r>
            <a:r>
              <a:rPr lang="en-US" sz="1867" i="1" kern="0" dirty="0">
                <a:solidFill>
                  <a:srgbClr val="FFFFFF"/>
                </a:solidFill>
                <a:latin typeface="Roboto Mono"/>
                <a:ea typeface="Roboto Mono"/>
                <a:cs typeface="Arial"/>
                <a:sym typeface="Roboto Mono"/>
              </a:rPr>
              <a:t>).</a:t>
            </a:r>
          </a:p>
          <a:p>
            <a:pPr marL="304815" indent="-304815" defTabSz="609630">
              <a:lnSpc>
                <a:spcPct val="139958"/>
              </a:lnSpc>
              <a:buClr>
                <a:srgbClr val="FFFFFF"/>
              </a:buClr>
              <a:buFont typeface="Arial" panose="020B0604020202020204" pitchFamily="34" charset="0"/>
              <a:buChar char="•"/>
            </a:pPr>
            <a:r>
              <a:rPr lang="en-US" sz="1867" i="1" kern="0" dirty="0" err="1">
                <a:solidFill>
                  <a:srgbClr val="8C52FF"/>
                </a:solidFill>
                <a:latin typeface="Roboto Mono"/>
                <a:ea typeface="Roboto Mono"/>
                <a:cs typeface="Arial"/>
                <a:sym typeface="Roboto Mono"/>
              </a:rPr>
              <a:t>my_list</a:t>
            </a:r>
            <a:r>
              <a:rPr lang="en-US" sz="1867" i="1" kern="0" dirty="0">
                <a:solidFill>
                  <a:srgbClr val="8C52FF"/>
                </a:solidFill>
                <a:latin typeface="Roboto Mono"/>
                <a:ea typeface="Roboto Mono"/>
                <a:cs typeface="Arial"/>
                <a:sym typeface="Roboto Mono"/>
              </a:rPr>
              <a:t>[:] </a:t>
            </a:r>
            <a:r>
              <a:rPr lang="en-US" sz="1867" i="1" kern="0" dirty="0">
                <a:solidFill>
                  <a:srgbClr val="FFFFFF"/>
                </a:solidFill>
                <a:latin typeface="Roboto Mono"/>
                <a:ea typeface="Roboto Mono"/>
                <a:cs typeface="Arial"/>
                <a:sym typeface="Roboto Mono"/>
              </a:rPr>
              <a:t>= copy of the whole list:</a:t>
            </a:r>
          </a:p>
          <a:p>
            <a:pPr marL="304815" indent="-304815" defTabSz="609630">
              <a:lnSpc>
                <a:spcPct val="139958"/>
              </a:lnSpc>
              <a:buClr>
                <a:srgbClr val="FFFFFF"/>
              </a:buClr>
              <a:buFont typeface="Arial" panose="020B0604020202020204" pitchFamily="34" charset="0"/>
              <a:buChar char="•"/>
            </a:pPr>
            <a:r>
              <a:rPr lang="en-US" sz="1867" i="1" kern="0" dirty="0">
                <a:solidFill>
                  <a:srgbClr val="8C52FF"/>
                </a:solidFill>
                <a:latin typeface="Roboto Mono"/>
                <a:ea typeface="Roboto Mono"/>
                <a:cs typeface="Arial"/>
                <a:sym typeface="Roboto Mono"/>
              </a:rPr>
              <a:t>del </a:t>
            </a:r>
            <a:r>
              <a:rPr lang="en-US" sz="1867" i="1" kern="0" dirty="0" err="1">
                <a:solidFill>
                  <a:srgbClr val="8C52FF"/>
                </a:solidFill>
                <a:latin typeface="Roboto Mono"/>
                <a:ea typeface="Roboto Mono"/>
                <a:cs typeface="Arial"/>
                <a:sym typeface="Roboto Mono"/>
              </a:rPr>
              <a:t>my_list</a:t>
            </a:r>
            <a:r>
              <a:rPr lang="en-US" sz="1867" i="1" kern="0" dirty="0">
                <a:solidFill>
                  <a:srgbClr val="8C52FF"/>
                </a:solidFill>
                <a:latin typeface="Roboto Mono"/>
                <a:ea typeface="Roboto Mono"/>
                <a:cs typeface="Arial"/>
                <a:sym typeface="Roboto Mono"/>
              </a:rPr>
              <a:t>[</a:t>
            </a:r>
            <a:r>
              <a:rPr lang="en-US" sz="1867" i="1" kern="0" dirty="0" err="1">
                <a:solidFill>
                  <a:srgbClr val="8C52FF"/>
                </a:solidFill>
                <a:latin typeface="Roboto Mono"/>
                <a:ea typeface="Roboto Mono"/>
                <a:cs typeface="Arial"/>
                <a:sym typeface="Roboto Mono"/>
              </a:rPr>
              <a:t>start:end</a:t>
            </a:r>
            <a:r>
              <a:rPr lang="en-US" sz="1867" i="1" kern="0" dirty="0">
                <a:solidFill>
                  <a:srgbClr val="8C52FF"/>
                </a:solidFill>
                <a:latin typeface="Roboto Mono"/>
                <a:ea typeface="Roboto Mono"/>
                <a:cs typeface="Arial"/>
                <a:sym typeface="Roboto Mono"/>
              </a:rPr>
              <a:t>] </a:t>
            </a:r>
            <a:r>
              <a:rPr lang="en-US" sz="1867" i="1" kern="0" dirty="0">
                <a:solidFill>
                  <a:srgbClr val="FFFFFF"/>
                </a:solidFill>
                <a:latin typeface="Roboto Mono"/>
                <a:ea typeface="Roboto Mono"/>
                <a:cs typeface="Arial"/>
                <a:sym typeface="Roboto Mono"/>
              </a:rPr>
              <a:t>=  slice doesn't produce any new list!</a:t>
            </a:r>
          </a:p>
          <a:p>
            <a:pPr marL="304815" indent="-304815" defTabSz="609630">
              <a:lnSpc>
                <a:spcPct val="139958"/>
              </a:lnSpc>
              <a:buClr>
                <a:srgbClr val="FFFFFF"/>
              </a:buClr>
              <a:buFont typeface="Arial" panose="020B0604020202020204" pitchFamily="34" charset="0"/>
              <a:buChar char="•"/>
            </a:pPr>
            <a:r>
              <a:rPr lang="en-US" sz="1867" i="1" kern="0" dirty="0">
                <a:solidFill>
                  <a:srgbClr val="8C52FF"/>
                </a:solidFill>
                <a:latin typeface="Roboto Mono"/>
                <a:ea typeface="Roboto Mono"/>
                <a:cs typeface="Arial"/>
                <a:sym typeface="Roboto Mono"/>
              </a:rPr>
              <a:t>del </a:t>
            </a:r>
            <a:r>
              <a:rPr lang="en-US" sz="1867" i="1" kern="0" dirty="0" err="1">
                <a:solidFill>
                  <a:srgbClr val="8C52FF"/>
                </a:solidFill>
                <a:latin typeface="Roboto Mono"/>
                <a:ea typeface="Roboto Mono"/>
                <a:cs typeface="Arial"/>
                <a:sym typeface="Roboto Mono"/>
              </a:rPr>
              <a:t>my_list</a:t>
            </a:r>
            <a:r>
              <a:rPr lang="en-US" sz="1867" i="1" kern="0" dirty="0">
                <a:solidFill>
                  <a:srgbClr val="8C52FF"/>
                </a:solidFill>
                <a:latin typeface="Roboto Mono"/>
                <a:ea typeface="Roboto Mono"/>
                <a:cs typeface="Arial"/>
                <a:sym typeface="Roboto Mono"/>
              </a:rPr>
              <a:t>[:] </a:t>
            </a:r>
            <a:r>
              <a:rPr lang="en-US" sz="1867" i="1" kern="0" dirty="0">
                <a:solidFill>
                  <a:srgbClr val="FFFFFF"/>
                </a:solidFill>
                <a:latin typeface="Roboto Mono"/>
                <a:ea typeface="Roboto Mono"/>
                <a:cs typeface="Arial"/>
                <a:sym typeface="Roboto Mono"/>
              </a:rPr>
              <a:t>= Deleting all the elements at once give empty list []</a:t>
            </a:r>
          </a:p>
          <a:p>
            <a:pPr marL="304815" indent="-304815" defTabSz="609630">
              <a:lnSpc>
                <a:spcPct val="139958"/>
              </a:lnSpc>
              <a:buClr>
                <a:srgbClr val="FFFFFF"/>
              </a:buClr>
              <a:buFont typeface="Arial" panose="020B0604020202020204" pitchFamily="34" charset="0"/>
              <a:buChar char="•"/>
            </a:pPr>
            <a:r>
              <a:rPr lang="en-US" sz="1867" i="1" kern="0" dirty="0">
                <a:solidFill>
                  <a:srgbClr val="8C52FF"/>
                </a:solidFill>
                <a:latin typeface="Roboto Mono"/>
                <a:ea typeface="Roboto Mono"/>
                <a:cs typeface="Arial"/>
                <a:sym typeface="Roboto Mono"/>
              </a:rPr>
              <a:t>del </a:t>
            </a:r>
            <a:r>
              <a:rPr lang="en-US" sz="1867" i="1" kern="0" dirty="0" err="1">
                <a:solidFill>
                  <a:srgbClr val="8C52FF"/>
                </a:solidFill>
                <a:latin typeface="Roboto Mono"/>
                <a:ea typeface="Roboto Mono"/>
                <a:cs typeface="Arial"/>
                <a:sym typeface="Roboto Mono"/>
              </a:rPr>
              <a:t>my_list</a:t>
            </a:r>
            <a:r>
              <a:rPr lang="en-US" sz="1867" i="1" kern="0" dirty="0">
                <a:solidFill>
                  <a:srgbClr val="8C52FF"/>
                </a:solidFill>
                <a:latin typeface="Roboto Mono"/>
                <a:ea typeface="Roboto Mono"/>
                <a:cs typeface="Arial"/>
                <a:sym typeface="Roboto Mono"/>
              </a:rPr>
              <a:t> </a:t>
            </a:r>
            <a:r>
              <a:rPr lang="en-US" sz="1867" i="1" kern="0" dirty="0">
                <a:solidFill>
                  <a:srgbClr val="FFFFFF"/>
                </a:solidFill>
                <a:latin typeface="Roboto Mono"/>
                <a:ea typeface="Roboto Mono"/>
                <a:cs typeface="Arial"/>
                <a:sym typeface="Roboto Mono"/>
              </a:rPr>
              <a:t>= The del instruction will delete the list itself, not its content </a:t>
            </a:r>
          </a:p>
          <a:p>
            <a:pPr marL="304815" indent="-304815" defTabSz="609630">
              <a:lnSpc>
                <a:spcPct val="139958"/>
              </a:lnSpc>
              <a:buClr>
                <a:srgbClr val="FFFFFF"/>
              </a:buClr>
              <a:buFont typeface="Arial" panose="020B0604020202020204" pitchFamily="34" charset="0"/>
              <a:buChar char="•"/>
            </a:pPr>
            <a:endParaRPr lang="en-US" sz="1867" i="1" kern="0" dirty="0">
              <a:solidFill>
                <a:srgbClr val="FFFFFF"/>
              </a:solidFill>
              <a:latin typeface="Roboto Mono"/>
              <a:ea typeface="Roboto Mono"/>
              <a:cs typeface="Arial"/>
              <a:sym typeface="Roboto Mono"/>
            </a:endParaRPr>
          </a:p>
          <a:p>
            <a:pPr defTabSz="609630">
              <a:lnSpc>
                <a:spcPct val="139958"/>
              </a:lnSpc>
              <a:buClr>
                <a:srgbClr val="FFFFFF"/>
              </a:buClr>
            </a:pPr>
            <a:endParaRPr lang="en-US" sz="1867" i="1" kern="0" dirty="0">
              <a:solidFill>
                <a:srgbClr val="FFFFFF"/>
              </a:solidFill>
              <a:latin typeface="Roboto Mono"/>
              <a:ea typeface="Roboto Mono"/>
              <a:cs typeface="Arial"/>
              <a:sym typeface="Roboto Mono"/>
            </a:endParaRPr>
          </a:p>
          <a:p>
            <a:pPr marL="304815" indent="-304815" defTabSz="609630">
              <a:lnSpc>
                <a:spcPct val="139958"/>
              </a:lnSpc>
              <a:buClr>
                <a:srgbClr val="FFFFFF"/>
              </a:buClr>
              <a:buFont typeface="Arial" panose="020B0604020202020204" pitchFamily="34" charset="0"/>
              <a:buChar char="•"/>
            </a:pPr>
            <a:endParaRPr lang="en-US" sz="1867" i="1" kern="0" dirty="0">
              <a:solidFill>
                <a:srgbClr val="FFFFFF"/>
              </a:solidFill>
              <a:latin typeface="Roboto Mono"/>
              <a:ea typeface="Roboto Mono"/>
              <a:cs typeface="Arial"/>
              <a:sym typeface="Roboto Mono"/>
            </a:endParaRPr>
          </a:p>
          <a:p>
            <a:pPr marL="304815" indent="-304815" defTabSz="609630">
              <a:lnSpc>
                <a:spcPct val="139958"/>
              </a:lnSpc>
              <a:buClr>
                <a:srgbClr val="FFFFFF"/>
              </a:buClr>
              <a:buFont typeface="Arial" panose="020B0604020202020204" pitchFamily="34" charset="0"/>
              <a:buChar char="•"/>
            </a:pPr>
            <a:endParaRPr lang="en-US" sz="1867" i="1" kern="0" dirty="0">
              <a:solidFill>
                <a:srgbClr val="FFFFFF"/>
              </a:solidFill>
              <a:latin typeface="Roboto Mono"/>
              <a:ea typeface="Roboto Mono"/>
              <a:cs typeface="Arial"/>
              <a:sym typeface="Roboto Mono"/>
            </a:endParaRPr>
          </a:p>
          <a:p>
            <a:pPr defTabSz="609630">
              <a:lnSpc>
                <a:spcPct val="139958"/>
              </a:lnSpc>
              <a:buClr>
                <a:srgbClr val="FFFFFF"/>
              </a:buClr>
            </a:pPr>
            <a:endParaRPr lang="en-US" sz="1867" i="1" kern="0" dirty="0">
              <a:solidFill>
                <a:srgbClr val="8C52FF"/>
              </a:solidFill>
              <a:latin typeface="Roboto Mono"/>
              <a:ea typeface="Roboto Mono"/>
              <a:cs typeface="Arial"/>
              <a:sym typeface="Roboto Mono"/>
            </a:endParaRPr>
          </a:p>
        </p:txBody>
      </p:sp>
      <p:sp>
        <p:nvSpPr>
          <p:cNvPr id="31" name="Rectangle 1">
            <a:extLst>
              <a:ext uri="{FF2B5EF4-FFF2-40B4-BE49-F238E27FC236}">
                <a16:creationId xmlns:a16="http://schemas.microsoft.com/office/drawing/2014/main" id="{AC499423-7548-8E78-1EA7-7D4FBC7755B1}"/>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32" name="Rectangle 1">
            <a:extLst>
              <a:ext uri="{FF2B5EF4-FFF2-40B4-BE49-F238E27FC236}">
                <a16:creationId xmlns:a16="http://schemas.microsoft.com/office/drawing/2014/main" id="{47BD6B52-54C8-6648-84E1-1E3CE80981A3}"/>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33" name="Rectangle 1">
            <a:extLst>
              <a:ext uri="{FF2B5EF4-FFF2-40B4-BE49-F238E27FC236}">
                <a16:creationId xmlns:a16="http://schemas.microsoft.com/office/drawing/2014/main" id="{6E7EF90D-302F-7E1F-6DA8-F6CD8B10A1E8}"/>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35" name="Rectangle 2">
            <a:extLst>
              <a:ext uri="{FF2B5EF4-FFF2-40B4-BE49-F238E27FC236}">
                <a16:creationId xmlns:a16="http://schemas.microsoft.com/office/drawing/2014/main" id="{1D99BA85-2CE4-56A8-6760-CF7A49EA6A59}"/>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38" name="Rectangle 3">
            <a:extLst>
              <a:ext uri="{FF2B5EF4-FFF2-40B4-BE49-F238E27FC236}">
                <a16:creationId xmlns:a16="http://schemas.microsoft.com/office/drawing/2014/main" id="{098B8EF2-515E-E059-4703-1B6282CB2335}"/>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Tree>
    <p:extLst>
      <p:ext uri="{BB962C8B-B14F-4D97-AF65-F5344CB8AC3E}">
        <p14:creationId xmlns:p14="http://schemas.microsoft.com/office/powerpoint/2010/main" val="2078222799"/>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05422" y="175961"/>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a:solidFill>
            <a:schemeClr val="accent1"/>
          </a:solidFill>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60"/>
            <a:ext cx="10722297" cy="886397"/>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4800" kern="0" dirty="0">
                <a:solidFill>
                  <a:srgbClr val="FFFFFF"/>
                </a:solidFill>
                <a:latin typeface="Courier"/>
                <a:cs typeface="Arial"/>
                <a:sym typeface="Courier"/>
              </a:rPr>
              <a:t>In and not in operators</a:t>
            </a:r>
            <a:endParaRPr sz="4800"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7" name="Rectangle 1">
            <a:extLst>
              <a:ext uri="{FF2B5EF4-FFF2-40B4-BE49-F238E27FC236}">
                <a16:creationId xmlns:a16="http://schemas.microsoft.com/office/drawing/2014/main" id="{20F41085-CE44-7E37-23E2-A522BDCBBFCD}"/>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3" name="Rectangle 1">
            <a:extLst>
              <a:ext uri="{FF2B5EF4-FFF2-40B4-BE49-F238E27FC236}">
                <a16:creationId xmlns:a16="http://schemas.microsoft.com/office/drawing/2014/main" id="{0E9B0D59-3084-D5BA-88A0-D33BADA639E4}"/>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4" name="Rectangle 1">
            <a:extLst>
              <a:ext uri="{FF2B5EF4-FFF2-40B4-BE49-F238E27FC236}">
                <a16:creationId xmlns:a16="http://schemas.microsoft.com/office/drawing/2014/main" id="{23F2007E-42F7-9440-F3A0-FD42A273BA15}"/>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6" name="Rectangle 5">
            <a:extLst>
              <a:ext uri="{FF2B5EF4-FFF2-40B4-BE49-F238E27FC236}">
                <a16:creationId xmlns:a16="http://schemas.microsoft.com/office/drawing/2014/main" id="{9F5FADB2-91AF-D4FA-A045-82F997FBBD17}"/>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5" name="Rectangle 1">
            <a:extLst>
              <a:ext uri="{FF2B5EF4-FFF2-40B4-BE49-F238E27FC236}">
                <a16:creationId xmlns:a16="http://schemas.microsoft.com/office/drawing/2014/main" id="{E6496D04-2116-A83E-095C-4F80A7E97EC5}"/>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9" name="Rectangle 2">
            <a:extLst>
              <a:ext uri="{FF2B5EF4-FFF2-40B4-BE49-F238E27FC236}">
                <a16:creationId xmlns:a16="http://schemas.microsoft.com/office/drawing/2014/main" id="{3E458D6A-E9DB-1287-7EA5-E23645965E69}"/>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2" name="Rectangle 2">
            <a:extLst>
              <a:ext uri="{FF2B5EF4-FFF2-40B4-BE49-F238E27FC236}">
                <a16:creationId xmlns:a16="http://schemas.microsoft.com/office/drawing/2014/main" id="{FBB22B93-F8CC-6F00-52DE-0350807328D2}"/>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3" name="Rectangle 3">
            <a:extLst>
              <a:ext uri="{FF2B5EF4-FFF2-40B4-BE49-F238E27FC236}">
                <a16:creationId xmlns:a16="http://schemas.microsoft.com/office/drawing/2014/main" id="{18B7A569-70FF-9BCA-F988-F9B46A585DE3}"/>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4" name="Rectangle 4">
            <a:extLst>
              <a:ext uri="{FF2B5EF4-FFF2-40B4-BE49-F238E27FC236}">
                <a16:creationId xmlns:a16="http://schemas.microsoft.com/office/drawing/2014/main" id="{2FCDB2EA-91A1-15F5-FC81-BD234CFC7F07}"/>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19" name="Rectangle 6">
            <a:extLst>
              <a:ext uri="{FF2B5EF4-FFF2-40B4-BE49-F238E27FC236}">
                <a16:creationId xmlns:a16="http://schemas.microsoft.com/office/drawing/2014/main" id="{2F3AD926-407F-EEE3-312F-6508C2090088}"/>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10" name="Rectangle 1">
            <a:extLst>
              <a:ext uri="{FF2B5EF4-FFF2-40B4-BE49-F238E27FC236}">
                <a16:creationId xmlns:a16="http://schemas.microsoft.com/office/drawing/2014/main" id="{1BAFC905-C921-C17F-4371-8676B22A355F}"/>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5" name="Rectangle 2">
            <a:extLst>
              <a:ext uri="{FF2B5EF4-FFF2-40B4-BE49-F238E27FC236}">
                <a16:creationId xmlns:a16="http://schemas.microsoft.com/office/drawing/2014/main" id="{42B2D507-D7C8-F4AC-8B5C-F66E1E45FD4E}"/>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1" name="Rectangle 1">
            <a:extLst>
              <a:ext uri="{FF2B5EF4-FFF2-40B4-BE49-F238E27FC236}">
                <a16:creationId xmlns:a16="http://schemas.microsoft.com/office/drawing/2014/main" id="{84CDB709-48D2-0F17-010F-F9EF0D211656}"/>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8" name="Rectangle 1">
            <a:extLst>
              <a:ext uri="{FF2B5EF4-FFF2-40B4-BE49-F238E27FC236}">
                <a16:creationId xmlns:a16="http://schemas.microsoft.com/office/drawing/2014/main" id="{ECA85013-5870-9A07-4A6E-E04E024EBBA7}"/>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20" name="Rectangle 1">
            <a:extLst>
              <a:ext uri="{FF2B5EF4-FFF2-40B4-BE49-F238E27FC236}">
                <a16:creationId xmlns:a16="http://schemas.microsoft.com/office/drawing/2014/main" id="{DFCAA1DE-8A89-7C46-BA33-77AE98C997BD}"/>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7" name="Rectangle 1">
            <a:extLst>
              <a:ext uri="{FF2B5EF4-FFF2-40B4-BE49-F238E27FC236}">
                <a16:creationId xmlns:a16="http://schemas.microsoft.com/office/drawing/2014/main" id="{9F2B029A-4A48-BE13-D6AE-4679E72AC677}"/>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22" name="Rectangle 1">
            <a:extLst>
              <a:ext uri="{FF2B5EF4-FFF2-40B4-BE49-F238E27FC236}">
                <a16:creationId xmlns:a16="http://schemas.microsoft.com/office/drawing/2014/main" id="{79A0D87F-B56F-BA65-A9E9-B625C6AC5EFE}"/>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18" name="Rectangle 1">
            <a:extLst>
              <a:ext uri="{FF2B5EF4-FFF2-40B4-BE49-F238E27FC236}">
                <a16:creationId xmlns:a16="http://schemas.microsoft.com/office/drawing/2014/main" id="{CC9C2FB1-5121-D52A-F568-1F7755757F03}"/>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25" name="Rectangle 1">
            <a:extLst>
              <a:ext uri="{FF2B5EF4-FFF2-40B4-BE49-F238E27FC236}">
                <a16:creationId xmlns:a16="http://schemas.microsoft.com/office/drawing/2014/main" id="{75450D93-33B9-D9E6-4681-EC99E0081995}"/>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6" name="Rectangle 1">
            <a:extLst>
              <a:ext uri="{FF2B5EF4-FFF2-40B4-BE49-F238E27FC236}">
                <a16:creationId xmlns:a16="http://schemas.microsoft.com/office/drawing/2014/main" id="{E621F3DF-1D7E-9281-3368-F984B74591C4}"/>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28" name="Rectangle 1">
            <a:extLst>
              <a:ext uri="{FF2B5EF4-FFF2-40B4-BE49-F238E27FC236}">
                <a16:creationId xmlns:a16="http://schemas.microsoft.com/office/drawing/2014/main" id="{5FAD5EEE-7C47-B058-FB7E-2E9E034003C6}"/>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21" name="Rectangle 1">
            <a:extLst>
              <a:ext uri="{FF2B5EF4-FFF2-40B4-BE49-F238E27FC236}">
                <a16:creationId xmlns:a16="http://schemas.microsoft.com/office/drawing/2014/main" id="{CC7E7438-D1C2-9733-52F6-7E6A5CDD8969}"/>
              </a:ext>
            </a:extLst>
          </p:cNvPr>
          <p:cNvSpPr>
            <a:spLocks noChangeArrowheads="1"/>
          </p:cNvSpPr>
          <p:nvPr/>
        </p:nvSpPr>
        <p:spPr bwMode="auto">
          <a:xfrm>
            <a:off x="0" y="29290"/>
            <a:ext cx="123175" cy="246221"/>
          </a:xfrm>
          <a:prstGeom prst="rect">
            <a:avLst/>
          </a:prstGeom>
          <a:solidFill>
            <a:srgbClr val="1E1F2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24" name="Rectangle 1">
            <a:extLst>
              <a:ext uri="{FF2B5EF4-FFF2-40B4-BE49-F238E27FC236}">
                <a16:creationId xmlns:a16="http://schemas.microsoft.com/office/drawing/2014/main" id="{678C5369-274B-94A6-05AC-672C99043272}"/>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30" name="Rectangle 2">
            <a:extLst>
              <a:ext uri="{FF2B5EF4-FFF2-40B4-BE49-F238E27FC236}">
                <a16:creationId xmlns:a16="http://schemas.microsoft.com/office/drawing/2014/main" id="{02E2298F-D595-F83D-909F-0CAD6D74391E}"/>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23" name="Rectangle 1">
            <a:extLst>
              <a:ext uri="{FF2B5EF4-FFF2-40B4-BE49-F238E27FC236}">
                <a16:creationId xmlns:a16="http://schemas.microsoft.com/office/drawing/2014/main" id="{5EA97464-7255-0383-EBF0-5E8C29BE7DE7}"/>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26" name="Rectangle 1">
            <a:extLst>
              <a:ext uri="{FF2B5EF4-FFF2-40B4-BE49-F238E27FC236}">
                <a16:creationId xmlns:a16="http://schemas.microsoft.com/office/drawing/2014/main" id="{2DAAE953-7187-4C37-7312-045C3A7B0280}"/>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29" name="Rectangle 1">
            <a:extLst>
              <a:ext uri="{FF2B5EF4-FFF2-40B4-BE49-F238E27FC236}">
                <a16:creationId xmlns:a16="http://schemas.microsoft.com/office/drawing/2014/main" id="{5861F236-DF9A-DBE7-4F0B-B9030C6C859D}"/>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39" name="Rectangle 3">
            <a:extLst>
              <a:ext uri="{FF2B5EF4-FFF2-40B4-BE49-F238E27FC236}">
                <a16:creationId xmlns:a16="http://schemas.microsoft.com/office/drawing/2014/main" id="{024DD2B1-341B-E221-A0C3-1426CA8558DC}"/>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37" name="Rectangle 1">
            <a:extLst>
              <a:ext uri="{FF2B5EF4-FFF2-40B4-BE49-F238E27FC236}">
                <a16:creationId xmlns:a16="http://schemas.microsoft.com/office/drawing/2014/main" id="{F4989574-3BDC-E882-10A7-2F7901EF9F21}"/>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27" name="Google Shape;649;p14">
            <a:extLst>
              <a:ext uri="{FF2B5EF4-FFF2-40B4-BE49-F238E27FC236}">
                <a16:creationId xmlns:a16="http://schemas.microsoft.com/office/drawing/2014/main" id="{D46A860B-D5EB-2126-C1C1-662F52C41D78}"/>
              </a:ext>
            </a:extLst>
          </p:cNvPr>
          <p:cNvSpPr txBox="1"/>
          <p:nvPr/>
        </p:nvSpPr>
        <p:spPr>
          <a:xfrm>
            <a:off x="817537" y="2303024"/>
            <a:ext cx="10885700" cy="2413353"/>
          </a:xfrm>
          <a:prstGeom prst="rect">
            <a:avLst/>
          </a:prstGeom>
          <a:noFill/>
          <a:ln>
            <a:noFill/>
          </a:ln>
        </p:spPr>
        <p:txBody>
          <a:bodyPr spcFirstLastPara="1" wrap="square" lIns="0" tIns="0" rIns="0" bIns="0" anchor="t" anchorCtr="0">
            <a:spAutoFit/>
          </a:bodyPr>
          <a:lstStyle/>
          <a:p>
            <a:pPr marL="304815" indent="-304815" defTabSz="609630">
              <a:lnSpc>
                <a:spcPct val="139958"/>
              </a:lnSpc>
              <a:buClr>
                <a:srgbClr val="FFFFFF"/>
              </a:buClr>
              <a:buFont typeface="Arial" panose="020B0604020202020204" pitchFamily="34" charset="0"/>
              <a:buChar char="•"/>
            </a:pPr>
            <a:r>
              <a:rPr lang="en-US" sz="1867" i="1" kern="0" dirty="0">
                <a:solidFill>
                  <a:srgbClr val="FFFFFF"/>
                </a:solidFill>
                <a:latin typeface="Roboto Mono"/>
                <a:ea typeface="Roboto Mono"/>
                <a:cs typeface="Arial"/>
                <a:sym typeface="Roboto Mono"/>
              </a:rPr>
              <a:t>Python offers two very powerful operators, able to </a:t>
            </a:r>
            <a:r>
              <a:rPr lang="en-US" sz="1867" i="1" kern="0" dirty="0">
                <a:solidFill>
                  <a:srgbClr val="8C52FF"/>
                </a:solidFill>
                <a:latin typeface="Roboto Mono"/>
                <a:ea typeface="Roboto Mono"/>
                <a:cs typeface="Arial"/>
                <a:sym typeface="Roboto Mono"/>
              </a:rPr>
              <a:t>look through the list in order to check whether a specific value is stored inside the list or not</a:t>
            </a:r>
          </a:p>
          <a:p>
            <a:pPr defTabSz="609630">
              <a:lnSpc>
                <a:spcPct val="139958"/>
              </a:lnSpc>
              <a:buClr>
                <a:srgbClr val="FFFFFF"/>
              </a:buClr>
            </a:pPr>
            <a:endParaRPr lang="en-US" sz="1867" i="1" kern="0" dirty="0">
              <a:solidFill>
                <a:srgbClr val="FFFFFF"/>
              </a:solidFill>
              <a:latin typeface="Roboto Mono"/>
              <a:ea typeface="Roboto Mono"/>
              <a:cs typeface="Arial"/>
              <a:sym typeface="Roboto Mono"/>
            </a:endParaRPr>
          </a:p>
          <a:p>
            <a:pPr marL="304815" indent="-304815" defTabSz="609630">
              <a:lnSpc>
                <a:spcPct val="139958"/>
              </a:lnSpc>
              <a:buClr>
                <a:srgbClr val="FFFFFF"/>
              </a:buClr>
              <a:buFont typeface="Arial" panose="020B0604020202020204" pitchFamily="34" charset="0"/>
              <a:buChar char="•"/>
            </a:pPr>
            <a:endParaRPr lang="en-US" sz="1867" i="1" kern="0" dirty="0">
              <a:solidFill>
                <a:srgbClr val="FFFFFF"/>
              </a:solidFill>
              <a:latin typeface="Roboto Mono"/>
              <a:ea typeface="Roboto Mono"/>
              <a:cs typeface="Arial"/>
              <a:sym typeface="Roboto Mono"/>
            </a:endParaRPr>
          </a:p>
          <a:p>
            <a:pPr marL="304815" indent="-304815" defTabSz="609630">
              <a:lnSpc>
                <a:spcPct val="139958"/>
              </a:lnSpc>
              <a:buClr>
                <a:srgbClr val="FFFFFF"/>
              </a:buClr>
              <a:buFont typeface="Arial" panose="020B0604020202020204" pitchFamily="34" charset="0"/>
              <a:buChar char="•"/>
            </a:pPr>
            <a:endParaRPr lang="en-US" sz="1867" i="1" kern="0" dirty="0">
              <a:solidFill>
                <a:srgbClr val="FFFFFF"/>
              </a:solidFill>
              <a:latin typeface="Roboto Mono"/>
              <a:ea typeface="Roboto Mono"/>
              <a:cs typeface="Arial"/>
              <a:sym typeface="Roboto Mono"/>
            </a:endParaRPr>
          </a:p>
          <a:p>
            <a:pPr defTabSz="609630">
              <a:lnSpc>
                <a:spcPct val="139958"/>
              </a:lnSpc>
              <a:buClr>
                <a:srgbClr val="FFFFFF"/>
              </a:buClr>
            </a:pPr>
            <a:endParaRPr lang="en-US" sz="1867" i="1" kern="0" dirty="0">
              <a:solidFill>
                <a:srgbClr val="8C52FF"/>
              </a:solidFill>
              <a:latin typeface="Roboto Mono"/>
              <a:ea typeface="Roboto Mono"/>
              <a:cs typeface="Arial"/>
              <a:sym typeface="Roboto Mono"/>
            </a:endParaRPr>
          </a:p>
        </p:txBody>
      </p:sp>
      <p:sp>
        <p:nvSpPr>
          <p:cNvPr id="31" name="Rectangle 1">
            <a:extLst>
              <a:ext uri="{FF2B5EF4-FFF2-40B4-BE49-F238E27FC236}">
                <a16:creationId xmlns:a16="http://schemas.microsoft.com/office/drawing/2014/main" id="{AC499423-7548-8E78-1EA7-7D4FBC7755B1}"/>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32" name="Rectangle 1">
            <a:extLst>
              <a:ext uri="{FF2B5EF4-FFF2-40B4-BE49-F238E27FC236}">
                <a16:creationId xmlns:a16="http://schemas.microsoft.com/office/drawing/2014/main" id="{47BD6B52-54C8-6648-84E1-1E3CE80981A3}"/>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33" name="Rectangle 1">
            <a:extLst>
              <a:ext uri="{FF2B5EF4-FFF2-40B4-BE49-F238E27FC236}">
                <a16:creationId xmlns:a16="http://schemas.microsoft.com/office/drawing/2014/main" id="{6E7EF90D-302F-7E1F-6DA8-F6CD8B10A1E8}"/>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35" name="Rectangle 2">
            <a:extLst>
              <a:ext uri="{FF2B5EF4-FFF2-40B4-BE49-F238E27FC236}">
                <a16:creationId xmlns:a16="http://schemas.microsoft.com/office/drawing/2014/main" id="{1D99BA85-2CE4-56A8-6760-CF7A49EA6A59}"/>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38" name="Rectangle 3">
            <a:extLst>
              <a:ext uri="{FF2B5EF4-FFF2-40B4-BE49-F238E27FC236}">
                <a16:creationId xmlns:a16="http://schemas.microsoft.com/office/drawing/2014/main" id="{098B8EF2-515E-E059-4703-1B6282CB2335}"/>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pic>
        <p:nvPicPr>
          <p:cNvPr id="36" name="Picture 35" descr="A screenshot of a computer&#10;&#10;Description automatically generated">
            <a:extLst>
              <a:ext uri="{FF2B5EF4-FFF2-40B4-BE49-F238E27FC236}">
                <a16:creationId xmlns:a16="http://schemas.microsoft.com/office/drawing/2014/main" id="{BA4B6C39-5539-3996-7095-C6BCFD3AF98C}"/>
              </a:ext>
            </a:extLst>
          </p:cNvPr>
          <p:cNvPicPr>
            <a:picLocks noChangeAspect="1"/>
          </p:cNvPicPr>
          <p:nvPr/>
        </p:nvPicPr>
        <p:blipFill>
          <a:blip r:embed="rId3"/>
          <a:stretch>
            <a:fillRect/>
          </a:stretch>
        </p:blipFill>
        <p:spPr>
          <a:xfrm>
            <a:off x="3155735" y="3530601"/>
            <a:ext cx="5841334" cy="2114007"/>
          </a:xfrm>
          <a:prstGeom prst="rect">
            <a:avLst/>
          </a:prstGeom>
        </p:spPr>
      </p:pic>
    </p:spTree>
    <p:extLst>
      <p:ext uri="{BB962C8B-B14F-4D97-AF65-F5344CB8AC3E}">
        <p14:creationId xmlns:p14="http://schemas.microsoft.com/office/powerpoint/2010/main" val="1183708940"/>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05422" y="175961"/>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a:solidFill>
            <a:schemeClr val="accent1"/>
          </a:solidFill>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60"/>
            <a:ext cx="10722297" cy="886397"/>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4800" kern="0" dirty="0">
                <a:solidFill>
                  <a:srgbClr val="FFFFFF"/>
                </a:solidFill>
                <a:latin typeface="Courier"/>
                <a:cs typeface="Arial"/>
                <a:sym typeface="Courier"/>
              </a:rPr>
              <a:t>List Comprehension</a:t>
            </a:r>
            <a:endParaRPr sz="4800"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7" name="Rectangle 1">
            <a:extLst>
              <a:ext uri="{FF2B5EF4-FFF2-40B4-BE49-F238E27FC236}">
                <a16:creationId xmlns:a16="http://schemas.microsoft.com/office/drawing/2014/main" id="{20F41085-CE44-7E37-23E2-A522BDCBBFCD}"/>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3" name="Rectangle 1">
            <a:extLst>
              <a:ext uri="{FF2B5EF4-FFF2-40B4-BE49-F238E27FC236}">
                <a16:creationId xmlns:a16="http://schemas.microsoft.com/office/drawing/2014/main" id="{0E9B0D59-3084-D5BA-88A0-D33BADA639E4}"/>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4" name="Rectangle 1">
            <a:extLst>
              <a:ext uri="{FF2B5EF4-FFF2-40B4-BE49-F238E27FC236}">
                <a16:creationId xmlns:a16="http://schemas.microsoft.com/office/drawing/2014/main" id="{23F2007E-42F7-9440-F3A0-FD42A273BA15}"/>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6" name="Rectangle 5">
            <a:extLst>
              <a:ext uri="{FF2B5EF4-FFF2-40B4-BE49-F238E27FC236}">
                <a16:creationId xmlns:a16="http://schemas.microsoft.com/office/drawing/2014/main" id="{9F5FADB2-91AF-D4FA-A045-82F997FBBD17}"/>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5" name="Rectangle 1">
            <a:extLst>
              <a:ext uri="{FF2B5EF4-FFF2-40B4-BE49-F238E27FC236}">
                <a16:creationId xmlns:a16="http://schemas.microsoft.com/office/drawing/2014/main" id="{E6496D04-2116-A83E-095C-4F80A7E97EC5}"/>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9" name="Rectangle 2">
            <a:extLst>
              <a:ext uri="{FF2B5EF4-FFF2-40B4-BE49-F238E27FC236}">
                <a16:creationId xmlns:a16="http://schemas.microsoft.com/office/drawing/2014/main" id="{3E458D6A-E9DB-1287-7EA5-E23645965E69}"/>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2" name="Rectangle 2">
            <a:extLst>
              <a:ext uri="{FF2B5EF4-FFF2-40B4-BE49-F238E27FC236}">
                <a16:creationId xmlns:a16="http://schemas.microsoft.com/office/drawing/2014/main" id="{FBB22B93-F8CC-6F00-52DE-0350807328D2}"/>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3" name="Rectangle 3">
            <a:extLst>
              <a:ext uri="{FF2B5EF4-FFF2-40B4-BE49-F238E27FC236}">
                <a16:creationId xmlns:a16="http://schemas.microsoft.com/office/drawing/2014/main" id="{18B7A569-70FF-9BCA-F988-F9B46A585DE3}"/>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4" name="Rectangle 4">
            <a:extLst>
              <a:ext uri="{FF2B5EF4-FFF2-40B4-BE49-F238E27FC236}">
                <a16:creationId xmlns:a16="http://schemas.microsoft.com/office/drawing/2014/main" id="{2FCDB2EA-91A1-15F5-FC81-BD234CFC7F07}"/>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19" name="Rectangle 6">
            <a:extLst>
              <a:ext uri="{FF2B5EF4-FFF2-40B4-BE49-F238E27FC236}">
                <a16:creationId xmlns:a16="http://schemas.microsoft.com/office/drawing/2014/main" id="{2F3AD926-407F-EEE3-312F-6508C2090088}"/>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10" name="Rectangle 1">
            <a:extLst>
              <a:ext uri="{FF2B5EF4-FFF2-40B4-BE49-F238E27FC236}">
                <a16:creationId xmlns:a16="http://schemas.microsoft.com/office/drawing/2014/main" id="{1BAFC905-C921-C17F-4371-8676B22A355F}"/>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5" name="Rectangle 2">
            <a:extLst>
              <a:ext uri="{FF2B5EF4-FFF2-40B4-BE49-F238E27FC236}">
                <a16:creationId xmlns:a16="http://schemas.microsoft.com/office/drawing/2014/main" id="{42B2D507-D7C8-F4AC-8B5C-F66E1E45FD4E}"/>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1" name="Rectangle 1">
            <a:extLst>
              <a:ext uri="{FF2B5EF4-FFF2-40B4-BE49-F238E27FC236}">
                <a16:creationId xmlns:a16="http://schemas.microsoft.com/office/drawing/2014/main" id="{84CDB709-48D2-0F17-010F-F9EF0D211656}"/>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8" name="Rectangle 1">
            <a:extLst>
              <a:ext uri="{FF2B5EF4-FFF2-40B4-BE49-F238E27FC236}">
                <a16:creationId xmlns:a16="http://schemas.microsoft.com/office/drawing/2014/main" id="{ECA85013-5870-9A07-4A6E-E04E024EBBA7}"/>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20" name="Rectangle 1">
            <a:extLst>
              <a:ext uri="{FF2B5EF4-FFF2-40B4-BE49-F238E27FC236}">
                <a16:creationId xmlns:a16="http://schemas.microsoft.com/office/drawing/2014/main" id="{DFCAA1DE-8A89-7C46-BA33-77AE98C997BD}"/>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7" name="Rectangle 1">
            <a:extLst>
              <a:ext uri="{FF2B5EF4-FFF2-40B4-BE49-F238E27FC236}">
                <a16:creationId xmlns:a16="http://schemas.microsoft.com/office/drawing/2014/main" id="{9F2B029A-4A48-BE13-D6AE-4679E72AC677}"/>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22" name="Rectangle 1">
            <a:extLst>
              <a:ext uri="{FF2B5EF4-FFF2-40B4-BE49-F238E27FC236}">
                <a16:creationId xmlns:a16="http://schemas.microsoft.com/office/drawing/2014/main" id="{79A0D87F-B56F-BA65-A9E9-B625C6AC5EFE}"/>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18" name="Rectangle 1">
            <a:extLst>
              <a:ext uri="{FF2B5EF4-FFF2-40B4-BE49-F238E27FC236}">
                <a16:creationId xmlns:a16="http://schemas.microsoft.com/office/drawing/2014/main" id="{CC9C2FB1-5121-D52A-F568-1F7755757F03}"/>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25" name="Rectangle 1">
            <a:extLst>
              <a:ext uri="{FF2B5EF4-FFF2-40B4-BE49-F238E27FC236}">
                <a16:creationId xmlns:a16="http://schemas.microsoft.com/office/drawing/2014/main" id="{75450D93-33B9-D9E6-4681-EC99E0081995}"/>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6" name="Rectangle 1">
            <a:extLst>
              <a:ext uri="{FF2B5EF4-FFF2-40B4-BE49-F238E27FC236}">
                <a16:creationId xmlns:a16="http://schemas.microsoft.com/office/drawing/2014/main" id="{E621F3DF-1D7E-9281-3368-F984B74591C4}"/>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28" name="Rectangle 1">
            <a:extLst>
              <a:ext uri="{FF2B5EF4-FFF2-40B4-BE49-F238E27FC236}">
                <a16:creationId xmlns:a16="http://schemas.microsoft.com/office/drawing/2014/main" id="{5FAD5EEE-7C47-B058-FB7E-2E9E034003C6}"/>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21" name="Rectangle 1">
            <a:extLst>
              <a:ext uri="{FF2B5EF4-FFF2-40B4-BE49-F238E27FC236}">
                <a16:creationId xmlns:a16="http://schemas.microsoft.com/office/drawing/2014/main" id="{CC7E7438-D1C2-9733-52F6-7E6A5CDD8969}"/>
              </a:ext>
            </a:extLst>
          </p:cNvPr>
          <p:cNvSpPr>
            <a:spLocks noChangeArrowheads="1"/>
          </p:cNvSpPr>
          <p:nvPr/>
        </p:nvSpPr>
        <p:spPr bwMode="auto">
          <a:xfrm>
            <a:off x="0" y="29290"/>
            <a:ext cx="123175" cy="246221"/>
          </a:xfrm>
          <a:prstGeom prst="rect">
            <a:avLst/>
          </a:prstGeom>
          <a:solidFill>
            <a:srgbClr val="1E1F2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24" name="Rectangle 1">
            <a:extLst>
              <a:ext uri="{FF2B5EF4-FFF2-40B4-BE49-F238E27FC236}">
                <a16:creationId xmlns:a16="http://schemas.microsoft.com/office/drawing/2014/main" id="{678C5369-274B-94A6-05AC-672C99043272}"/>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30" name="Rectangle 2">
            <a:extLst>
              <a:ext uri="{FF2B5EF4-FFF2-40B4-BE49-F238E27FC236}">
                <a16:creationId xmlns:a16="http://schemas.microsoft.com/office/drawing/2014/main" id="{02E2298F-D595-F83D-909F-0CAD6D74391E}"/>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23" name="Rectangle 1">
            <a:extLst>
              <a:ext uri="{FF2B5EF4-FFF2-40B4-BE49-F238E27FC236}">
                <a16:creationId xmlns:a16="http://schemas.microsoft.com/office/drawing/2014/main" id="{5EA97464-7255-0383-EBF0-5E8C29BE7DE7}"/>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26" name="Rectangle 1">
            <a:extLst>
              <a:ext uri="{FF2B5EF4-FFF2-40B4-BE49-F238E27FC236}">
                <a16:creationId xmlns:a16="http://schemas.microsoft.com/office/drawing/2014/main" id="{2DAAE953-7187-4C37-7312-045C3A7B0280}"/>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29" name="Rectangle 1">
            <a:extLst>
              <a:ext uri="{FF2B5EF4-FFF2-40B4-BE49-F238E27FC236}">
                <a16:creationId xmlns:a16="http://schemas.microsoft.com/office/drawing/2014/main" id="{5861F236-DF9A-DBE7-4F0B-B9030C6C859D}"/>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39" name="Rectangle 3">
            <a:extLst>
              <a:ext uri="{FF2B5EF4-FFF2-40B4-BE49-F238E27FC236}">
                <a16:creationId xmlns:a16="http://schemas.microsoft.com/office/drawing/2014/main" id="{024DD2B1-341B-E221-A0C3-1426CA8558DC}"/>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37" name="Rectangle 1">
            <a:extLst>
              <a:ext uri="{FF2B5EF4-FFF2-40B4-BE49-F238E27FC236}">
                <a16:creationId xmlns:a16="http://schemas.microsoft.com/office/drawing/2014/main" id="{F4989574-3BDC-E882-10A7-2F7901EF9F21}"/>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27" name="Google Shape;649;p14">
            <a:extLst>
              <a:ext uri="{FF2B5EF4-FFF2-40B4-BE49-F238E27FC236}">
                <a16:creationId xmlns:a16="http://schemas.microsoft.com/office/drawing/2014/main" id="{D46A860B-D5EB-2126-C1C1-662F52C41D78}"/>
              </a:ext>
            </a:extLst>
          </p:cNvPr>
          <p:cNvSpPr txBox="1"/>
          <p:nvPr/>
        </p:nvSpPr>
        <p:spPr>
          <a:xfrm>
            <a:off x="817537" y="2303024"/>
            <a:ext cx="10885700" cy="1608902"/>
          </a:xfrm>
          <a:prstGeom prst="rect">
            <a:avLst/>
          </a:prstGeom>
          <a:noFill/>
          <a:ln>
            <a:noFill/>
          </a:ln>
        </p:spPr>
        <p:txBody>
          <a:bodyPr spcFirstLastPara="1" wrap="square" lIns="0" tIns="0" rIns="0" bIns="0" anchor="t" anchorCtr="0">
            <a:spAutoFit/>
          </a:bodyPr>
          <a:lstStyle/>
          <a:p>
            <a:pPr marL="304815" indent="-304815" defTabSz="609630">
              <a:lnSpc>
                <a:spcPct val="139958"/>
              </a:lnSpc>
              <a:buClr>
                <a:srgbClr val="FFFFFF"/>
              </a:buClr>
              <a:buFont typeface="Arial" panose="020B0604020202020204" pitchFamily="34" charset="0"/>
              <a:buChar char="•"/>
            </a:pPr>
            <a:r>
              <a:rPr lang="en-US" sz="1867" i="1" kern="0" dirty="0">
                <a:solidFill>
                  <a:srgbClr val="FFFFFF"/>
                </a:solidFill>
                <a:latin typeface="Roboto Mono"/>
                <a:ea typeface="Roboto Mono"/>
                <a:cs typeface="Arial"/>
                <a:sym typeface="Roboto Mono"/>
              </a:rPr>
              <a:t>The special syntax used by Python in order to fill massive lists.</a:t>
            </a:r>
          </a:p>
          <a:p>
            <a:pPr marL="304815" indent="-304815" defTabSz="609630">
              <a:lnSpc>
                <a:spcPct val="139958"/>
              </a:lnSpc>
              <a:buClr>
                <a:srgbClr val="FFFFFF"/>
              </a:buClr>
              <a:buFont typeface="Arial" panose="020B0604020202020204" pitchFamily="34" charset="0"/>
              <a:buChar char="•"/>
            </a:pPr>
            <a:endParaRPr lang="en-US" sz="1867" i="1" kern="0" dirty="0">
              <a:solidFill>
                <a:srgbClr val="FFFFFF"/>
              </a:solidFill>
              <a:latin typeface="Roboto Mono"/>
              <a:ea typeface="Roboto Mono"/>
              <a:cs typeface="Arial"/>
              <a:sym typeface="Roboto Mono"/>
            </a:endParaRPr>
          </a:p>
          <a:p>
            <a:pPr marL="304815" indent="-304815" defTabSz="609630">
              <a:lnSpc>
                <a:spcPct val="139958"/>
              </a:lnSpc>
              <a:buClr>
                <a:srgbClr val="FFFFFF"/>
              </a:buClr>
              <a:buFont typeface="Arial" panose="020B0604020202020204" pitchFamily="34" charset="0"/>
              <a:buChar char="•"/>
            </a:pPr>
            <a:r>
              <a:rPr lang="en-US" sz="1867" i="1" kern="0" dirty="0">
                <a:solidFill>
                  <a:srgbClr val="FFFFFF"/>
                </a:solidFill>
                <a:latin typeface="Roboto Mono"/>
                <a:ea typeface="Roboto Mono"/>
                <a:cs typeface="Arial"/>
                <a:sym typeface="Roboto Mono"/>
              </a:rPr>
              <a:t>A list comprehension is actually a list, but </a:t>
            </a:r>
            <a:r>
              <a:rPr lang="en-US" sz="1867" i="1" kern="0" dirty="0">
                <a:solidFill>
                  <a:srgbClr val="8C52FF"/>
                </a:solidFill>
                <a:latin typeface="Roboto Mono"/>
                <a:ea typeface="Roboto Mono"/>
                <a:cs typeface="Arial"/>
                <a:sym typeface="Roboto Mono"/>
              </a:rPr>
              <a:t>created on-the-fly during program execution, and is not described statically.</a:t>
            </a:r>
          </a:p>
        </p:txBody>
      </p:sp>
      <p:sp>
        <p:nvSpPr>
          <p:cNvPr id="31" name="Rectangle 1">
            <a:extLst>
              <a:ext uri="{FF2B5EF4-FFF2-40B4-BE49-F238E27FC236}">
                <a16:creationId xmlns:a16="http://schemas.microsoft.com/office/drawing/2014/main" id="{AC499423-7548-8E78-1EA7-7D4FBC7755B1}"/>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32" name="Rectangle 1">
            <a:extLst>
              <a:ext uri="{FF2B5EF4-FFF2-40B4-BE49-F238E27FC236}">
                <a16:creationId xmlns:a16="http://schemas.microsoft.com/office/drawing/2014/main" id="{47BD6B52-54C8-6648-84E1-1E3CE80981A3}"/>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33" name="Rectangle 1">
            <a:extLst>
              <a:ext uri="{FF2B5EF4-FFF2-40B4-BE49-F238E27FC236}">
                <a16:creationId xmlns:a16="http://schemas.microsoft.com/office/drawing/2014/main" id="{6E7EF90D-302F-7E1F-6DA8-F6CD8B10A1E8}"/>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35" name="Rectangle 2">
            <a:extLst>
              <a:ext uri="{FF2B5EF4-FFF2-40B4-BE49-F238E27FC236}">
                <a16:creationId xmlns:a16="http://schemas.microsoft.com/office/drawing/2014/main" id="{1D99BA85-2CE4-56A8-6760-CF7A49EA6A59}"/>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38" name="Rectangle 3">
            <a:extLst>
              <a:ext uri="{FF2B5EF4-FFF2-40B4-BE49-F238E27FC236}">
                <a16:creationId xmlns:a16="http://schemas.microsoft.com/office/drawing/2014/main" id="{098B8EF2-515E-E059-4703-1B6282CB2335}"/>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pic>
        <p:nvPicPr>
          <p:cNvPr id="40" name="Picture 39">
            <a:extLst>
              <a:ext uri="{FF2B5EF4-FFF2-40B4-BE49-F238E27FC236}">
                <a16:creationId xmlns:a16="http://schemas.microsoft.com/office/drawing/2014/main" id="{0BF9BF55-D125-235A-6B29-2EB81C2D0838}"/>
              </a:ext>
            </a:extLst>
          </p:cNvPr>
          <p:cNvPicPr>
            <a:picLocks noChangeAspect="1"/>
          </p:cNvPicPr>
          <p:nvPr/>
        </p:nvPicPr>
        <p:blipFill>
          <a:blip r:embed="rId3"/>
          <a:stretch>
            <a:fillRect/>
          </a:stretch>
        </p:blipFill>
        <p:spPr>
          <a:xfrm>
            <a:off x="1008592" y="4051466"/>
            <a:ext cx="6158827" cy="736954"/>
          </a:xfrm>
          <a:prstGeom prst="rect">
            <a:avLst/>
          </a:prstGeom>
        </p:spPr>
      </p:pic>
      <p:pic>
        <p:nvPicPr>
          <p:cNvPr id="42" name="Picture 41">
            <a:extLst>
              <a:ext uri="{FF2B5EF4-FFF2-40B4-BE49-F238E27FC236}">
                <a16:creationId xmlns:a16="http://schemas.microsoft.com/office/drawing/2014/main" id="{B0EB8C8B-97F4-3721-4446-BC6F1C66175C}"/>
              </a:ext>
            </a:extLst>
          </p:cNvPr>
          <p:cNvPicPr>
            <a:picLocks noChangeAspect="1"/>
          </p:cNvPicPr>
          <p:nvPr/>
        </p:nvPicPr>
        <p:blipFill>
          <a:blip r:embed="rId4"/>
          <a:stretch>
            <a:fillRect/>
          </a:stretch>
        </p:blipFill>
        <p:spPr>
          <a:xfrm>
            <a:off x="1008592" y="4856098"/>
            <a:ext cx="6158827" cy="777530"/>
          </a:xfrm>
          <a:prstGeom prst="rect">
            <a:avLst/>
          </a:prstGeom>
        </p:spPr>
      </p:pic>
      <p:pic>
        <p:nvPicPr>
          <p:cNvPr id="44" name="Picture 43">
            <a:extLst>
              <a:ext uri="{FF2B5EF4-FFF2-40B4-BE49-F238E27FC236}">
                <a16:creationId xmlns:a16="http://schemas.microsoft.com/office/drawing/2014/main" id="{CBECE482-BDCD-AD9F-427D-FBF9C5BBB6EB}"/>
              </a:ext>
            </a:extLst>
          </p:cNvPr>
          <p:cNvPicPr>
            <a:picLocks noChangeAspect="1"/>
          </p:cNvPicPr>
          <p:nvPr/>
        </p:nvPicPr>
        <p:blipFill>
          <a:blip r:embed="rId5"/>
          <a:stretch>
            <a:fillRect/>
          </a:stretch>
        </p:blipFill>
        <p:spPr>
          <a:xfrm>
            <a:off x="997345" y="5717005"/>
            <a:ext cx="6170074" cy="736587"/>
          </a:xfrm>
          <a:prstGeom prst="rect">
            <a:avLst/>
          </a:prstGeom>
        </p:spPr>
      </p:pic>
    </p:spTree>
    <p:extLst>
      <p:ext uri="{BB962C8B-B14F-4D97-AF65-F5344CB8AC3E}">
        <p14:creationId xmlns:p14="http://schemas.microsoft.com/office/powerpoint/2010/main" val="726441162"/>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05422" y="175961"/>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a:solidFill>
            <a:schemeClr val="accent1"/>
          </a:solidFill>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60"/>
            <a:ext cx="10722297" cy="886397"/>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4800" kern="0" dirty="0">
                <a:solidFill>
                  <a:srgbClr val="FFFFFF"/>
                </a:solidFill>
                <a:latin typeface="Courier"/>
                <a:cs typeface="Arial"/>
                <a:sym typeface="Courier"/>
              </a:rPr>
              <a:t>List Comprehension</a:t>
            </a:r>
            <a:endParaRPr sz="4800"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7" name="Rectangle 1">
            <a:extLst>
              <a:ext uri="{FF2B5EF4-FFF2-40B4-BE49-F238E27FC236}">
                <a16:creationId xmlns:a16="http://schemas.microsoft.com/office/drawing/2014/main" id="{20F41085-CE44-7E37-23E2-A522BDCBBFCD}"/>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3" name="Rectangle 1">
            <a:extLst>
              <a:ext uri="{FF2B5EF4-FFF2-40B4-BE49-F238E27FC236}">
                <a16:creationId xmlns:a16="http://schemas.microsoft.com/office/drawing/2014/main" id="{0E9B0D59-3084-D5BA-88A0-D33BADA639E4}"/>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4" name="Rectangle 1">
            <a:extLst>
              <a:ext uri="{FF2B5EF4-FFF2-40B4-BE49-F238E27FC236}">
                <a16:creationId xmlns:a16="http://schemas.microsoft.com/office/drawing/2014/main" id="{23F2007E-42F7-9440-F3A0-FD42A273BA15}"/>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6" name="Rectangle 5">
            <a:extLst>
              <a:ext uri="{FF2B5EF4-FFF2-40B4-BE49-F238E27FC236}">
                <a16:creationId xmlns:a16="http://schemas.microsoft.com/office/drawing/2014/main" id="{9F5FADB2-91AF-D4FA-A045-82F997FBBD17}"/>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5" name="Rectangle 1">
            <a:extLst>
              <a:ext uri="{FF2B5EF4-FFF2-40B4-BE49-F238E27FC236}">
                <a16:creationId xmlns:a16="http://schemas.microsoft.com/office/drawing/2014/main" id="{E6496D04-2116-A83E-095C-4F80A7E97EC5}"/>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9" name="Rectangle 2">
            <a:extLst>
              <a:ext uri="{FF2B5EF4-FFF2-40B4-BE49-F238E27FC236}">
                <a16:creationId xmlns:a16="http://schemas.microsoft.com/office/drawing/2014/main" id="{3E458D6A-E9DB-1287-7EA5-E23645965E69}"/>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2" name="Rectangle 2">
            <a:extLst>
              <a:ext uri="{FF2B5EF4-FFF2-40B4-BE49-F238E27FC236}">
                <a16:creationId xmlns:a16="http://schemas.microsoft.com/office/drawing/2014/main" id="{FBB22B93-F8CC-6F00-52DE-0350807328D2}"/>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3" name="Rectangle 3">
            <a:extLst>
              <a:ext uri="{FF2B5EF4-FFF2-40B4-BE49-F238E27FC236}">
                <a16:creationId xmlns:a16="http://schemas.microsoft.com/office/drawing/2014/main" id="{18B7A569-70FF-9BCA-F988-F9B46A585DE3}"/>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4" name="Rectangle 4">
            <a:extLst>
              <a:ext uri="{FF2B5EF4-FFF2-40B4-BE49-F238E27FC236}">
                <a16:creationId xmlns:a16="http://schemas.microsoft.com/office/drawing/2014/main" id="{2FCDB2EA-91A1-15F5-FC81-BD234CFC7F07}"/>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19" name="Rectangle 6">
            <a:extLst>
              <a:ext uri="{FF2B5EF4-FFF2-40B4-BE49-F238E27FC236}">
                <a16:creationId xmlns:a16="http://schemas.microsoft.com/office/drawing/2014/main" id="{2F3AD926-407F-EEE3-312F-6508C2090088}"/>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10" name="Rectangle 1">
            <a:extLst>
              <a:ext uri="{FF2B5EF4-FFF2-40B4-BE49-F238E27FC236}">
                <a16:creationId xmlns:a16="http://schemas.microsoft.com/office/drawing/2014/main" id="{1BAFC905-C921-C17F-4371-8676B22A355F}"/>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5" name="Rectangle 2">
            <a:extLst>
              <a:ext uri="{FF2B5EF4-FFF2-40B4-BE49-F238E27FC236}">
                <a16:creationId xmlns:a16="http://schemas.microsoft.com/office/drawing/2014/main" id="{42B2D507-D7C8-F4AC-8B5C-F66E1E45FD4E}"/>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1" name="Rectangle 1">
            <a:extLst>
              <a:ext uri="{FF2B5EF4-FFF2-40B4-BE49-F238E27FC236}">
                <a16:creationId xmlns:a16="http://schemas.microsoft.com/office/drawing/2014/main" id="{84CDB709-48D2-0F17-010F-F9EF0D211656}"/>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8" name="Rectangle 1">
            <a:extLst>
              <a:ext uri="{FF2B5EF4-FFF2-40B4-BE49-F238E27FC236}">
                <a16:creationId xmlns:a16="http://schemas.microsoft.com/office/drawing/2014/main" id="{ECA85013-5870-9A07-4A6E-E04E024EBBA7}"/>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20" name="Rectangle 1">
            <a:extLst>
              <a:ext uri="{FF2B5EF4-FFF2-40B4-BE49-F238E27FC236}">
                <a16:creationId xmlns:a16="http://schemas.microsoft.com/office/drawing/2014/main" id="{DFCAA1DE-8A89-7C46-BA33-77AE98C997BD}"/>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7" name="Rectangle 1">
            <a:extLst>
              <a:ext uri="{FF2B5EF4-FFF2-40B4-BE49-F238E27FC236}">
                <a16:creationId xmlns:a16="http://schemas.microsoft.com/office/drawing/2014/main" id="{9F2B029A-4A48-BE13-D6AE-4679E72AC677}"/>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22" name="Rectangle 1">
            <a:extLst>
              <a:ext uri="{FF2B5EF4-FFF2-40B4-BE49-F238E27FC236}">
                <a16:creationId xmlns:a16="http://schemas.microsoft.com/office/drawing/2014/main" id="{79A0D87F-B56F-BA65-A9E9-B625C6AC5EFE}"/>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18" name="Rectangle 1">
            <a:extLst>
              <a:ext uri="{FF2B5EF4-FFF2-40B4-BE49-F238E27FC236}">
                <a16:creationId xmlns:a16="http://schemas.microsoft.com/office/drawing/2014/main" id="{CC9C2FB1-5121-D52A-F568-1F7755757F03}"/>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25" name="Rectangle 1">
            <a:extLst>
              <a:ext uri="{FF2B5EF4-FFF2-40B4-BE49-F238E27FC236}">
                <a16:creationId xmlns:a16="http://schemas.microsoft.com/office/drawing/2014/main" id="{75450D93-33B9-D9E6-4681-EC99E0081995}"/>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6" name="Rectangle 1">
            <a:extLst>
              <a:ext uri="{FF2B5EF4-FFF2-40B4-BE49-F238E27FC236}">
                <a16:creationId xmlns:a16="http://schemas.microsoft.com/office/drawing/2014/main" id="{E621F3DF-1D7E-9281-3368-F984B74591C4}"/>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28" name="Rectangle 1">
            <a:extLst>
              <a:ext uri="{FF2B5EF4-FFF2-40B4-BE49-F238E27FC236}">
                <a16:creationId xmlns:a16="http://schemas.microsoft.com/office/drawing/2014/main" id="{5FAD5EEE-7C47-B058-FB7E-2E9E034003C6}"/>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21" name="Rectangle 1">
            <a:extLst>
              <a:ext uri="{FF2B5EF4-FFF2-40B4-BE49-F238E27FC236}">
                <a16:creationId xmlns:a16="http://schemas.microsoft.com/office/drawing/2014/main" id="{CC7E7438-D1C2-9733-52F6-7E6A5CDD8969}"/>
              </a:ext>
            </a:extLst>
          </p:cNvPr>
          <p:cNvSpPr>
            <a:spLocks noChangeArrowheads="1"/>
          </p:cNvSpPr>
          <p:nvPr/>
        </p:nvSpPr>
        <p:spPr bwMode="auto">
          <a:xfrm>
            <a:off x="0" y="29290"/>
            <a:ext cx="123175" cy="246221"/>
          </a:xfrm>
          <a:prstGeom prst="rect">
            <a:avLst/>
          </a:prstGeom>
          <a:solidFill>
            <a:srgbClr val="1E1F2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24" name="Rectangle 1">
            <a:extLst>
              <a:ext uri="{FF2B5EF4-FFF2-40B4-BE49-F238E27FC236}">
                <a16:creationId xmlns:a16="http://schemas.microsoft.com/office/drawing/2014/main" id="{678C5369-274B-94A6-05AC-672C99043272}"/>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30" name="Rectangle 2">
            <a:extLst>
              <a:ext uri="{FF2B5EF4-FFF2-40B4-BE49-F238E27FC236}">
                <a16:creationId xmlns:a16="http://schemas.microsoft.com/office/drawing/2014/main" id="{02E2298F-D595-F83D-909F-0CAD6D74391E}"/>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23" name="Rectangle 1">
            <a:extLst>
              <a:ext uri="{FF2B5EF4-FFF2-40B4-BE49-F238E27FC236}">
                <a16:creationId xmlns:a16="http://schemas.microsoft.com/office/drawing/2014/main" id="{5EA97464-7255-0383-EBF0-5E8C29BE7DE7}"/>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26" name="Rectangle 1">
            <a:extLst>
              <a:ext uri="{FF2B5EF4-FFF2-40B4-BE49-F238E27FC236}">
                <a16:creationId xmlns:a16="http://schemas.microsoft.com/office/drawing/2014/main" id="{2DAAE953-7187-4C37-7312-045C3A7B0280}"/>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29" name="Rectangle 1">
            <a:extLst>
              <a:ext uri="{FF2B5EF4-FFF2-40B4-BE49-F238E27FC236}">
                <a16:creationId xmlns:a16="http://schemas.microsoft.com/office/drawing/2014/main" id="{5861F236-DF9A-DBE7-4F0B-B9030C6C859D}"/>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39" name="Rectangle 3">
            <a:extLst>
              <a:ext uri="{FF2B5EF4-FFF2-40B4-BE49-F238E27FC236}">
                <a16:creationId xmlns:a16="http://schemas.microsoft.com/office/drawing/2014/main" id="{024DD2B1-341B-E221-A0C3-1426CA8558DC}"/>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37" name="Rectangle 1">
            <a:extLst>
              <a:ext uri="{FF2B5EF4-FFF2-40B4-BE49-F238E27FC236}">
                <a16:creationId xmlns:a16="http://schemas.microsoft.com/office/drawing/2014/main" id="{F4989574-3BDC-E882-10A7-2F7901EF9F21}"/>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31" name="Rectangle 1">
            <a:extLst>
              <a:ext uri="{FF2B5EF4-FFF2-40B4-BE49-F238E27FC236}">
                <a16:creationId xmlns:a16="http://schemas.microsoft.com/office/drawing/2014/main" id="{AC499423-7548-8E78-1EA7-7D4FBC7755B1}"/>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32" name="Rectangle 1">
            <a:extLst>
              <a:ext uri="{FF2B5EF4-FFF2-40B4-BE49-F238E27FC236}">
                <a16:creationId xmlns:a16="http://schemas.microsoft.com/office/drawing/2014/main" id="{47BD6B52-54C8-6648-84E1-1E3CE80981A3}"/>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33" name="Rectangle 1">
            <a:extLst>
              <a:ext uri="{FF2B5EF4-FFF2-40B4-BE49-F238E27FC236}">
                <a16:creationId xmlns:a16="http://schemas.microsoft.com/office/drawing/2014/main" id="{6E7EF90D-302F-7E1F-6DA8-F6CD8B10A1E8}"/>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35" name="Rectangle 2">
            <a:extLst>
              <a:ext uri="{FF2B5EF4-FFF2-40B4-BE49-F238E27FC236}">
                <a16:creationId xmlns:a16="http://schemas.microsoft.com/office/drawing/2014/main" id="{1D99BA85-2CE4-56A8-6760-CF7A49EA6A59}"/>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38" name="Rectangle 3">
            <a:extLst>
              <a:ext uri="{FF2B5EF4-FFF2-40B4-BE49-F238E27FC236}">
                <a16:creationId xmlns:a16="http://schemas.microsoft.com/office/drawing/2014/main" id="{098B8EF2-515E-E059-4703-1B6282CB2335}"/>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41" name="Rectangle 1">
            <a:extLst>
              <a:ext uri="{FF2B5EF4-FFF2-40B4-BE49-F238E27FC236}">
                <a16:creationId xmlns:a16="http://schemas.microsoft.com/office/drawing/2014/main" id="{98E246C2-FD76-2BDC-13AB-170129D01FA5}"/>
              </a:ext>
            </a:extLst>
          </p:cNvPr>
          <p:cNvSpPr>
            <a:spLocks noChangeArrowheads="1"/>
          </p:cNvSpPr>
          <p:nvPr/>
        </p:nvSpPr>
        <p:spPr bwMode="auto">
          <a:xfrm>
            <a:off x="1999040" y="2520720"/>
            <a:ext cx="7936429" cy="718017"/>
          </a:xfrm>
          <a:prstGeom prst="rect">
            <a:avLst/>
          </a:prstGeom>
          <a:solidFill>
            <a:srgbClr val="1E1F2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r>
              <a:rPr lang="en-US" altLang="en-US" sz="2133" kern="0" dirty="0" err="1">
                <a:solidFill>
                  <a:srgbClr val="BCBEC4"/>
                </a:solidFill>
                <a:latin typeface="JetBrains Mono"/>
                <a:cs typeface="Arial"/>
                <a:sym typeface="Arial"/>
              </a:rPr>
              <a:t>two_d_squares</a:t>
            </a:r>
            <a:r>
              <a:rPr lang="en-US" altLang="en-US" sz="2133" kern="0" dirty="0">
                <a:solidFill>
                  <a:srgbClr val="BCBEC4"/>
                </a:solidFill>
                <a:latin typeface="JetBrains Mono"/>
                <a:cs typeface="Arial"/>
                <a:sym typeface="Arial"/>
              </a:rPr>
              <a:t> = [[j ** </a:t>
            </a:r>
            <a:r>
              <a:rPr lang="en-US" altLang="en-US" sz="2133" kern="0" dirty="0">
                <a:solidFill>
                  <a:srgbClr val="2AACB8"/>
                </a:solidFill>
                <a:latin typeface="JetBrains Mono"/>
                <a:cs typeface="Arial"/>
                <a:sym typeface="Arial"/>
              </a:rPr>
              <a:t>2 </a:t>
            </a:r>
            <a:r>
              <a:rPr lang="en-US" altLang="en-US" sz="2133" kern="0" dirty="0">
                <a:solidFill>
                  <a:srgbClr val="CF8E6D"/>
                </a:solidFill>
                <a:latin typeface="JetBrains Mono"/>
                <a:cs typeface="Arial"/>
                <a:sym typeface="Arial"/>
              </a:rPr>
              <a:t>for </a:t>
            </a:r>
            <a:r>
              <a:rPr lang="en-US" altLang="en-US" sz="2133" kern="0" dirty="0">
                <a:solidFill>
                  <a:srgbClr val="BCBEC4"/>
                </a:solidFill>
                <a:latin typeface="JetBrains Mono"/>
                <a:cs typeface="Arial"/>
                <a:sym typeface="Arial"/>
              </a:rPr>
              <a:t>j </a:t>
            </a:r>
            <a:r>
              <a:rPr lang="en-US" altLang="en-US" sz="2133" kern="0" dirty="0">
                <a:solidFill>
                  <a:srgbClr val="CF8E6D"/>
                </a:solidFill>
                <a:latin typeface="JetBrains Mono"/>
                <a:cs typeface="Arial"/>
                <a:sym typeface="Arial"/>
              </a:rPr>
              <a:t>in </a:t>
            </a:r>
            <a:r>
              <a:rPr lang="en-US" altLang="en-US" sz="2133" kern="0" dirty="0">
                <a:solidFill>
                  <a:srgbClr val="8888C6"/>
                </a:solidFill>
                <a:latin typeface="JetBrains Mono"/>
                <a:cs typeface="Arial"/>
                <a:sym typeface="Arial"/>
              </a:rPr>
              <a:t>range</a:t>
            </a:r>
            <a:r>
              <a:rPr lang="en-US" altLang="en-US" sz="2133" kern="0" dirty="0">
                <a:solidFill>
                  <a:srgbClr val="BCBEC4"/>
                </a:solidFill>
                <a:latin typeface="JetBrains Mono"/>
                <a:cs typeface="Arial"/>
                <a:sym typeface="Arial"/>
              </a:rPr>
              <a:t>(</a:t>
            </a:r>
            <a:r>
              <a:rPr lang="en-US" altLang="en-US" sz="2133" kern="0" dirty="0">
                <a:solidFill>
                  <a:srgbClr val="2AACB8"/>
                </a:solidFill>
                <a:latin typeface="JetBrains Mono"/>
                <a:cs typeface="Arial"/>
                <a:sym typeface="Arial"/>
              </a:rPr>
              <a:t>4</a:t>
            </a:r>
            <a:r>
              <a:rPr lang="en-US" altLang="en-US" sz="2133" kern="0" dirty="0">
                <a:solidFill>
                  <a:srgbClr val="BCBEC4"/>
                </a:solidFill>
                <a:latin typeface="JetBrains Mono"/>
                <a:cs typeface="Arial"/>
                <a:sym typeface="Arial"/>
              </a:rPr>
              <a:t>)] </a:t>
            </a:r>
            <a:r>
              <a:rPr lang="en-US" altLang="en-US" sz="2133" kern="0" dirty="0">
                <a:solidFill>
                  <a:srgbClr val="CF8E6D"/>
                </a:solidFill>
                <a:latin typeface="JetBrains Mono"/>
                <a:cs typeface="Arial"/>
                <a:sym typeface="Arial"/>
              </a:rPr>
              <a:t>for </a:t>
            </a:r>
            <a:r>
              <a:rPr lang="en-US" altLang="en-US" sz="2133" kern="0" dirty="0">
                <a:solidFill>
                  <a:srgbClr val="BCBEC4"/>
                </a:solidFill>
                <a:latin typeface="JetBrains Mono"/>
                <a:cs typeface="Arial"/>
                <a:sym typeface="Arial"/>
              </a:rPr>
              <a:t>_ </a:t>
            </a:r>
            <a:r>
              <a:rPr lang="en-US" altLang="en-US" sz="2133" kern="0" dirty="0">
                <a:solidFill>
                  <a:srgbClr val="CF8E6D"/>
                </a:solidFill>
                <a:latin typeface="JetBrains Mono"/>
                <a:cs typeface="Arial"/>
                <a:sym typeface="Arial"/>
              </a:rPr>
              <a:t>in </a:t>
            </a:r>
            <a:r>
              <a:rPr lang="en-US" altLang="en-US" sz="2133" kern="0" dirty="0">
                <a:solidFill>
                  <a:srgbClr val="8888C6"/>
                </a:solidFill>
                <a:latin typeface="JetBrains Mono"/>
                <a:cs typeface="Arial"/>
                <a:sym typeface="Arial"/>
              </a:rPr>
              <a:t>range</a:t>
            </a:r>
            <a:r>
              <a:rPr lang="en-US" altLang="en-US" sz="2133" kern="0" dirty="0">
                <a:solidFill>
                  <a:srgbClr val="BCBEC4"/>
                </a:solidFill>
                <a:latin typeface="JetBrains Mono"/>
                <a:cs typeface="Arial"/>
                <a:sym typeface="Arial"/>
              </a:rPr>
              <a:t>(</a:t>
            </a:r>
            <a:r>
              <a:rPr lang="en-US" altLang="en-US" sz="2133" kern="0" dirty="0">
                <a:solidFill>
                  <a:srgbClr val="2AACB8"/>
                </a:solidFill>
                <a:latin typeface="JetBrains Mono"/>
                <a:cs typeface="Arial"/>
                <a:sym typeface="Arial"/>
              </a:rPr>
              <a:t>4</a:t>
            </a:r>
            <a:r>
              <a:rPr lang="en-US" altLang="en-US" sz="2133" kern="0" dirty="0">
                <a:solidFill>
                  <a:srgbClr val="BCBEC4"/>
                </a:solidFill>
                <a:latin typeface="JetBrains Mono"/>
                <a:cs typeface="Arial"/>
                <a:sym typeface="Arial"/>
              </a:rPr>
              <a:t>)]</a:t>
            </a:r>
            <a:br>
              <a:rPr lang="en-US" altLang="en-US" sz="2133" kern="0" dirty="0">
                <a:solidFill>
                  <a:srgbClr val="BCBEC4"/>
                </a:solidFill>
                <a:latin typeface="JetBrains Mono"/>
                <a:cs typeface="Arial"/>
                <a:sym typeface="Arial"/>
              </a:rPr>
            </a:br>
            <a:r>
              <a:rPr lang="en-US" altLang="en-US" sz="2133" kern="0" dirty="0">
                <a:solidFill>
                  <a:srgbClr val="8888C6"/>
                </a:solidFill>
                <a:latin typeface="JetBrains Mono"/>
                <a:cs typeface="Arial"/>
                <a:sym typeface="Arial"/>
              </a:rPr>
              <a:t>print</a:t>
            </a:r>
            <a:r>
              <a:rPr lang="en-US" altLang="en-US" sz="2133" kern="0" dirty="0">
                <a:solidFill>
                  <a:srgbClr val="BCBEC4"/>
                </a:solidFill>
                <a:latin typeface="JetBrains Mono"/>
                <a:cs typeface="Arial"/>
                <a:sym typeface="Arial"/>
              </a:rPr>
              <a:t>(</a:t>
            </a:r>
            <a:r>
              <a:rPr lang="en-US" altLang="en-US" sz="2133" kern="0" dirty="0" err="1">
                <a:solidFill>
                  <a:srgbClr val="BCBEC4"/>
                </a:solidFill>
                <a:latin typeface="JetBrains Mono"/>
                <a:cs typeface="Arial"/>
                <a:sym typeface="Arial"/>
              </a:rPr>
              <a:t>two_d_squares</a:t>
            </a:r>
            <a:r>
              <a:rPr lang="en-US" altLang="en-US" sz="2133" kern="0" dirty="0">
                <a:solidFill>
                  <a:srgbClr val="BCBEC4"/>
                </a:solidFill>
                <a:latin typeface="JetBrains Mono"/>
                <a:cs typeface="Arial"/>
                <a:sym typeface="Arial"/>
              </a:rPr>
              <a:t>)</a:t>
            </a:r>
            <a:endParaRPr lang="en-US" altLang="en-US" sz="2133" kern="0" dirty="0">
              <a:solidFill>
                <a:srgbClr val="000000"/>
              </a:solidFill>
              <a:latin typeface="Arial" panose="020B0604020202020204" pitchFamily="34" charset="0"/>
              <a:cs typeface="Arial"/>
              <a:sym typeface="Arial"/>
            </a:endParaRPr>
          </a:p>
        </p:txBody>
      </p:sp>
      <p:sp>
        <p:nvSpPr>
          <p:cNvPr id="45" name="TextBox 44">
            <a:extLst>
              <a:ext uri="{FF2B5EF4-FFF2-40B4-BE49-F238E27FC236}">
                <a16:creationId xmlns:a16="http://schemas.microsoft.com/office/drawing/2014/main" id="{5959468D-9A42-DC39-1894-4D2744804B59}"/>
              </a:ext>
            </a:extLst>
          </p:cNvPr>
          <p:cNvSpPr txBox="1"/>
          <p:nvPr/>
        </p:nvSpPr>
        <p:spPr>
          <a:xfrm>
            <a:off x="2104511" y="3801932"/>
            <a:ext cx="7936429" cy="543675"/>
          </a:xfrm>
          <a:prstGeom prst="rect">
            <a:avLst/>
          </a:prstGeom>
          <a:noFill/>
        </p:spPr>
        <p:txBody>
          <a:bodyPr wrap="square">
            <a:spAutoFit/>
          </a:bodyPr>
          <a:lstStyle/>
          <a:p>
            <a:pPr defTabSz="609630">
              <a:buClr>
                <a:srgbClr val="000000"/>
              </a:buClr>
            </a:pPr>
            <a:r>
              <a:rPr lang="en-MY" sz="2933" kern="0" dirty="0">
                <a:solidFill>
                  <a:srgbClr val="FFFFFF"/>
                </a:solidFill>
                <a:latin typeface="Arial"/>
                <a:cs typeface="Arial"/>
                <a:sym typeface="Arial"/>
              </a:rPr>
              <a:t>[[0, 1, 4, 9], [0, 1, 4, 9], [0, 1, 4, 9], [0, 1, 4, 9]]</a:t>
            </a:r>
          </a:p>
        </p:txBody>
      </p:sp>
    </p:spTree>
    <p:extLst>
      <p:ext uri="{BB962C8B-B14F-4D97-AF65-F5344CB8AC3E}">
        <p14:creationId xmlns:p14="http://schemas.microsoft.com/office/powerpoint/2010/main" val="670170311"/>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Shape 624">
          <a:extLst>
            <a:ext uri="{FF2B5EF4-FFF2-40B4-BE49-F238E27FC236}">
              <a16:creationId xmlns:a16="http://schemas.microsoft.com/office/drawing/2014/main" id="{30EF94D5-A6A4-EC9E-A552-5AF7D8608B3F}"/>
            </a:ext>
          </a:extLst>
        </p:cNvPr>
        <p:cNvGrpSpPr/>
        <p:nvPr/>
      </p:nvGrpSpPr>
      <p:grpSpPr>
        <a:xfrm>
          <a:off x="0" y="0"/>
          <a:ext cx="0" cy="0"/>
          <a:chOff x="0" y="0"/>
          <a:chExt cx="0" cy="0"/>
        </a:xfrm>
      </p:grpSpPr>
      <p:grpSp>
        <p:nvGrpSpPr>
          <p:cNvPr id="625" name="Google Shape;625;p14">
            <a:extLst>
              <a:ext uri="{FF2B5EF4-FFF2-40B4-BE49-F238E27FC236}">
                <a16:creationId xmlns:a16="http://schemas.microsoft.com/office/drawing/2014/main" id="{8704C7B5-ED40-BF3F-09E0-9EB900E097E9}"/>
              </a:ext>
            </a:extLst>
          </p:cNvPr>
          <p:cNvGrpSpPr/>
          <p:nvPr/>
        </p:nvGrpSpPr>
        <p:grpSpPr>
          <a:xfrm>
            <a:off x="305423" y="175962"/>
            <a:ext cx="11543917" cy="6302879"/>
            <a:chOff x="0" y="-241102"/>
            <a:chExt cx="23087835" cy="12605759"/>
          </a:xfrm>
        </p:grpSpPr>
        <p:grpSp>
          <p:nvGrpSpPr>
            <p:cNvPr id="626" name="Google Shape;626;p14">
              <a:extLst>
                <a:ext uri="{FF2B5EF4-FFF2-40B4-BE49-F238E27FC236}">
                  <a16:creationId xmlns:a16="http://schemas.microsoft.com/office/drawing/2014/main" id="{98DF7476-D56E-8877-5DE9-0FA5E0A79CD4}"/>
                </a:ext>
              </a:extLst>
            </p:cNvPr>
            <p:cNvGrpSpPr/>
            <p:nvPr/>
          </p:nvGrpSpPr>
          <p:grpSpPr>
            <a:xfrm>
              <a:off x="0" y="-241102"/>
              <a:ext cx="23069216" cy="12605759"/>
              <a:chOff x="0" y="-47625"/>
              <a:chExt cx="4556882" cy="2490026"/>
            </a:xfrm>
          </p:grpSpPr>
          <p:sp>
            <p:nvSpPr>
              <p:cNvPr id="627" name="Google Shape;627;p14">
                <a:extLst>
                  <a:ext uri="{FF2B5EF4-FFF2-40B4-BE49-F238E27FC236}">
                    <a16:creationId xmlns:a16="http://schemas.microsoft.com/office/drawing/2014/main" id="{AF6B12B5-E516-537C-0B87-29948C491167}"/>
                  </a:ext>
                </a:extLst>
              </p:cNvPr>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1200" kern="0">
                  <a:solidFill>
                    <a:srgbClr val="000000"/>
                  </a:solidFill>
                  <a:latin typeface="Arial"/>
                  <a:cs typeface="Arial"/>
                  <a:sym typeface="Arial"/>
                </a:endParaRPr>
              </a:p>
            </p:txBody>
          </p:sp>
          <p:sp>
            <p:nvSpPr>
              <p:cNvPr id="628" name="Google Shape;628;p14">
                <a:extLst>
                  <a:ext uri="{FF2B5EF4-FFF2-40B4-BE49-F238E27FC236}">
                    <a16:creationId xmlns:a16="http://schemas.microsoft.com/office/drawing/2014/main" id="{6643B2B8-2958-EDF1-5748-5422052260E8}"/>
                  </a:ext>
                </a:extLst>
              </p:cNvPr>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a:extLst>
                <a:ext uri="{FF2B5EF4-FFF2-40B4-BE49-F238E27FC236}">
                  <a16:creationId xmlns:a16="http://schemas.microsoft.com/office/drawing/2014/main" id="{FB72294B-B22B-7888-64BC-3F416C774775}"/>
                </a:ext>
              </a:extLst>
            </p:cNvPr>
            <p:cNvGrpSpPr/>
            <p:nvPr/>
          </p:nvGrpSpPr>
          <p:grpSpPr>
            <a:xfrm>
              <a:off x="18619" y="-241102"/>
              <a:ext cx="23069216" cy="12605759"/>
              <a:chOff x="0" y="-47625"/>
              <a:chExt cx="4556882" cy="2490026"/>
            </a:xfrm>
          </p:grpSpPr>
          <p:sp>
            <p:nvSpPr>
              <p:cNvPr id="630" name="Google Shape;630;p14">
                <a:extLst>
                  <a:ext uri="{FF2B5EF4-FFF2-40B4-BE49-F238E27FC236}">
                    <a16:creationId xmlns:a16="http://schemas.microsoft.com/office/drawing/2014/main" id="{C4A20C4E-89D2-D2AF-78CF-0BB8E84CE28A}"/>
                  </a:ext>
                </a:extLst>
              </p:cNvPr>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1200" kern="0">
                  <a:solidFill>
                    <a:srgbClr val="000000"/>
                  </a:solidFill>
                  <a:latin typeface="Arial"/>
                  <a:cs typeface="Arial"/>
                  <a:sym typeface="Arial"/>
                </a:endParaRPr>
              </a:p>
            </p:txBody>
          </p:sp>
          <p:sp>
            <p:nvSpPr>
              <p:cNvPr id="631" name="Google Shape;631;p14">
                <a:extLst>
                  <a:ext uri="{FF2B5EF4-FFF2-40B4-BE49-F238E27FC236}">
                    <a16:creationId xmlns:a16="http://schemas.microsoft.com/office/drawing/2014/main" id="{94E54ED5-335C-E033-9934-D394968BA600}"/>
                  </a:ext>
                </a:extLst>
              </p:cNvPr>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a:extLst>
                <a:ext uri="{FF2B5EF4-FFF2-40B4-BE49-F238E27FC236}">
                  <a16:creationId xmlns:a16="http://schemas.microsoft.com/office/drawing/2014/main" id="{69EE57B0-6164-2F3A-86B6-85477923426F}"/>
                </a:ext>
              </a:extLst>
            </p:cNvPr>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a:extLst>
                <a:ext uri="{FF2B5EF4-FFF2-40B4-BE49-F238E27FC236}">
                  <a16:creationId xmlns:a16="http://schemas.microsoft.com/office/drawing/2014/main" id="{8758B2D6-F659-0F59-FF2A-88FEAFDCA667}"/>
                </a:ext>
              </a:extLst>
            </p:cNvPr>
            <p:cNvGrpSpPr/>
            <p:nvPr/>
          </p:nvGrpSpPr>
          <p:grpSpPr>
            <a:xfrm>
              <a:off x="318466" y="201915"/>
              <a:ext cx="394763" cy="394763"/>
              <a:chOff x="0" y="0"/>
              <a:chExt cx="812800" cy="812800"/>
            </a:xfrm>
          </p:grpSpPr>
          <p:sp>
            <p:nvSpPr>
              <p:cNvPr id="634" name="Google Shape;634;p14">
                <a:extLst>
                  <a:ext uri="{FF2B5EF4-FFF2-40B4-BE49-F238E27FC236}">
                    <a16:creationId xmlns:a16="http://schemas.microsoft.com/office/drawing/2014/main" id="{60698B5E-2612-F2AA-D23A-9AECE985D8F5}"/>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1200" kern="0">
                  <a:solidFill>
                    <a:srgbClr val="000000"/>
                  </a:solidFill>
                  <a:latin typeface="Arial"/>
                  <a:cs typeface="Arial"/>
                  <a:sym typeface="Arial"/>
                </a:endParaRPr>
              </a:p>
            </p:txBody>
          </p:sp>
          <p:sp>
            <p:nvSpPr>
              <p:cNvPr id="635" name="Google Shape;635;p14">
                <a:extLst>
                  <a:ext uri="{FF2B5EF4-FFF2-40B4-BE49-F238E27FC236}">
                    <a16:creationId xmlns:a16="http://schemas.microsoft.com/office/drawing/2014/main" id="{7E775F9B-DF0D-9F28-D2CB-99F1346C79C8}"/>
                  </a:ext>
                </a:extLst>
              </p:cNvPr>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a:extLst>
                <a:ext uri="{FF2B5EF4-FFF2-40B4-BE49-F238E27FC236}">
                  <a16:creationId xmlns:a16="http://schemas.microsoft.com/office/drawing/2014/main" id="{8FE75042-CB75-E0C0-B375-7390332546E7}"/>
                </a:ext>
              </a:extLst>
            </p:cNvPr>
            <p:cNvGrpSpPr/>
            <p:nvPr/>
          </p:nvGrpSpPr>
          <p:grpSpPr>
            <a:xfrm>
              <a:off x="989083" y="201915"/>
              <a:ext cx="394763" cy="394763"/>
              <a:chOff x="0" y="0"/>
              <a:chExt cx="812800" cy="812800"/>
            </a:xfrm>
          </p:grpSpPr>
          <p:sp>
            <p:nvSpPr>
              <p:cNvPr id="637" name="Google Shape;637;p14">
                <a:extLst>
                  <a:ext uri="{FF2B5EF4-FFF2-40B4-BE49-F238E27FC236}">
                    <a16:creationId xmlns:a16="http://schemas.microsoft.com/office/drawing/2014/main" id="{13E473DC-7ECD-197D-9A1D-967EC010764C}"/>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1200" kern="0">
                  <a:solidFill>
                    <a:srgbClr val="000000"/>
                  </a:solidFill>
                  <a:latin typeface="Arial"/>
                  <a:cs typeface="Arial"/>
                  <a:sym typeface="Arial"/>
                </a:endParaRPr>
              </a:p>
            </p:txBody>
          </p:sp>
          <p:sp>
            <p:nvSpPr>
              <p:cNvPr id="638" name="Google Shape;638;p14">
                <a:extLst>
                  <a:ext uri="{FF2B5EF4-FFF2-40B4-BE49-F238E27FC236}">
                    <a16:creationId xmlns:a16="http://schemas.microsoft.com/office/drawing/2014/main" id="{D2897812-7A3F-367F-5535-AF07C4233FA2}"/>
                  </a:ext>
                </a:extLst>
              </p:cNvPr>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a:extLst>
                <a:ext uri="{FF2B5EF4-FFF2-40B4-BE49-F238E27FC236}">
                  <a16:creationId xmlns:a16="http://schemas.microsoft.com/office/drawing/2014/main" id="{F120AC6F-E3DE-33B7-5985-D4F736C06461}"/>
                </a:ext>
              </a:extLst>
            </p:cNvPr>
            <p:cNvGrpSpPr/>
            <p:nvPr/>
          </p:nvGrpSpPr>
          <p:grpSpPr>
            <a:xfrm>
              <a:off x="1663247" y="201915"/>
              <a:ext cx="394763" cy="394763"/>
              <a:chOff x="0" y="0"/>
              <a:chExt cx="812800" cy="812800"/>
            </a:xfrm>
          </p:grpSpPr>
          <p:sp>
            <p:nvSpPr>
              <p:cNvPr id="640" name="Google Shape;640;p14">
                <a:extLst>
                  <a:ext uri="{FF2B5EF4-FFF2-40B4-BE49-F238E27FC236}">
                    <a16:creationId xmlns:a16="http://schemas.microsoft.com/office/drawing/2014/main" id="{75123C62-23C0-D3BF-FA4B-FBB6BEB4A4BA}"/>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1200" kern="0">
                  <a:solidFill>
                    <a:srgbClr val="000000"/>
                  </a:solidFill>
                  <a:latin typeface="Arial"/>
                  <a:cs typeface="Arial"/>
                  <a:sym typeface="Arial"/>
                </a:endParaRPr>
              </a:p>
            </p:txBody>
          </p:sp>
          <p:sp>
            <p:nvSpPr>
              <p:cNvPr id="641" name="Google Shape;641;p14">
                <a:extLst>
                  <a:ext uri="{FF2B5EF4-FFF2-40B4-BE49-F238E27FC236}">
                    <a16:creationId xmlns:a16="http://schemas.microsoft.com/office/drawing/2014/main" id="{B7F17BDC-86AC-D5A2-80CF-FF458AFEA211}"/>
                  </a:ext>
                </a:extLst>
              </p:cNvPr>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a:extLst>
              <a:ext uri="{FF2B5EF4-FFF2-40B4-BE49-F238E27FC236}">
                <a16:creationId xmlns:a16="http://schemas.microsoft.com/office/drawing/2014/main" id="{94A90BD9-B997-B169-74B7-47FB7C349FCF}"/>
              </a:ext>
            </a:extLst>
          </p:cNvPr>
          <p:cNvGrpSpPr/>
          <p:nvPr/>
        </p:nvGrpSpPr>
        <p:grpSpPr>
          <a:xfrm>
            <a:off x="685800" y="879049"/>
            <a:ext cx="10562908" cy="1109071"/>
            <a:chOff x="0" y="-47625"/>
            <a:chExt cx="4517902" cy="474365"/>
          </a:xfrm>
          <a:solidFill>
            <a:schemeClr val="accent1"/>
          </a:solidFill>
        </p:grpSpPr>
        <p:sp>
          <p:nvSpPr>
            <p:cNvPr id="643" name="Google Shape;643;p14">
              <a:extLst>
                <a:ext uri="{FF2B5EF4-FFF2-40B4-BE49-F238E27FC236}">
                  <a16:creationId xmlns:a16="http://schemas.microsoft.com/office/drawing/2014/main" id="{82F09C09-A737-58C0-6F65-24651B3EF872}"/>
                </a:ext>
              </a:extLst>
            </p:cNvPr>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1200" kern="0">
                <a:solidFill>
                  <a:srgbClr val="000000"/>
                </a:solidFill>
                <a:latin typeface="Arial"/>
                <a:cs typeface="Arial"/>
                <a:sym typeface="Arial"/>
              </a:endParaRPr>
            </a:p>
          </p:txBody>
        </p:sp>
        <p:sp>
          <p:nvSpPr>
            <p:cNvPr id="644" name="Google Shape;644;p14">
              <a:extLst>
                <a:ext uri="{FF2B5EF4-FFF2-40B4-BE49-F238E27FC236}">
                  <a16:creationId xmlns:a16="http://schemas.microsoft.com/office/drawing/2014/main" id="{0514F2FA-D43B-8955-49A6-7FC21071579D}"/>
                </a:ext>
              </a:extLst>
            </p:cNvPr>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a:extLst>
              <a:ext uri="{FF2B5EF4-FFF2-40B4-BE49-F238E27FC236}">
                <a16:creationId xmlns:a16="http://schemas.microsoft.com/office/drawing/2014/main" id="{4D9E5B7C-1CF2-7FBA-BCD2-9D623969B8E4}"/>
              </a:ext>
            </a:extLst>
          </p:cNvPr>
          <p:cNvGrpSpPr/>
          <p:nvPr/>
        </p:nvGrpSpPr>
        <p:grpSpPr>
          <a:xfrm>
            <a:off x="1008592" y="1041879"/>
            <a:ext cx="10562908" cy="1109071"/>
            <a:chOff x="0" y="-47625"/>
            <a:chExt cx="4517902" cy="474365"/>
          </a:xfrm>
        </p:grpSpPr>
        <p:sp>
          <p:nvSpPr>
            <p:cNvPr id="646" name="Google Shape;646;p14">
              <a:extLst>
                <a:ext uri="{FF2B5EF4-FFF2-40B4-BE49-F238E27FC236}">
                  <a16:creationId xmlns:a16="http://schemas.microsoft.com/office/drawing/2014/main" id="{5684D7BC-5D16-FD88-C41D-E0CB963912B9}"/>
                </a:ext>
              </a:extLst>
            </p:cNvPr>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1200" kern="0">
                <a:solidFill>
                  <a:srgbClr val="000000"/>
                </a:solidFill>
                <a:latin typeface="Arial"/>
                <a:cs typeface="Arial"/>
                <a:sym typeface="Arial"/>
              </a:endParaRPr>
            </a:p>
          </p:txBody>
        </p:sp>
        <p:sp>
          <p:nvSpPr>
            <p:cNvPr id="647" name="Google Shape;647;p14">
              <a:extLst>
                <a:ext uri="{FF2B5EF4-FFF2-40B4-BE49-F238E27FC236}">
                  <a16:creationId xmlns:a16="http://schemas.microsoft.com/office/drawing/2014/main" id="{A715019C-A7A7-3342-F9F2-469CC14DB983}"/>
                </a:ext>
              </a:extLst>
            </p:cNvPr>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a:extLst>
              <a:ext uri="{FF2B5EF4-FFF2-40B4-BE49-F238E27FC236}">
                <a16:creationId xmlns:a16="http://schemas.microsoft.com/office/drawing/2014/main" id="{BA93AB98-09CD-B912-2AB3-9A5E01B469C8}"/>
              </a:ext>
            </a:extLst>
          </p:cNvPr>
          <p:cNvSpPr txBox="1"/>
          <p:nvPr/>
        </p:nvSpPr>
        <p:spPr>
          <a:xfrm>
            <a:off x="1127043" y="1162461"/>
            <a:ext cx="10722297" cy="886397"/>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4800" kern="0" dirty="0">
                <a:solidFill>
                  <a:srgbClr val="FFFFFF"/>
                </a:solidFill>
                <a:latin typeface="Courier"/>
                <a:cs typeface="Arial"/>
                <a:sym typeface="Courier"/>
              </a:rPr>
              <a:t>Built-in Sequence Functions</a:t>
            </a:r>
            <a:endParaRPr sz="4800"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25E98138-7410-F1E9-FE1E-BAD31C6FDE65}"/>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1200" kern="0">
              <a:solidFill>
                <a:srgbClr val="000000"/>
              </a:solidFill>
              <a:latin typeface="Arial"/>
              <a:cs typeface="Arial"/>
              <a:sym typeface="Arial"/>
            </a:endParaRPr>
          </a:p>
        </p:txBody>
      </p:sp>
      <p:sp>
        <p:nvSpPr>
          <p:cNvPr id="7" name="Rectangle 1">
            <a:extLst>
              <a:ext uri="{FF2B5EF4-FFF2-40B4-BE49-F238E27FC236}">
                <a16:creationId xmlns:a16="http://schemas.microsoft.com/office/drawing/2014/main" id="{F8CF1A12-9BB2-085E-7EDA-42B2D9A3BF82}"/>
              </a:ext>
            </a:extLst>
          </p:cNvPr>
          <p:cNvSpPr>
            <a:spLocks noChangeArrowheads="1"/>
          </p:cNvSpPr>
          <p:nvPr/>
        </p:nvSpPr>
        <p:spPr bwMode="auto">
          <a:xfrm>
            <a:off x="1" y="29291"/>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60" eaLnBrk="0" fontAlgn="base" hangingPunct="0">
              <a:spcBef>
                <a:spcPct val="0"/>
              </a:spcBef>
              <a:spcAft>
                <a:spcPct val="0"/>
              </a:spcAft>
              <a:buClr>
                <a:srgbClr val="000000"/>
              </a:buClr>
            </a:pPr>
            <a:endParaRPr lang="en-US" altLang="en-US" sz="1200" kern="0" dirty="0">
              <a:solidFill>
                <a:srgbClr val="000000"/>
              </a:solidFill>
              <a:latin typeface="Arial" panose="020B0604020202020204" pitchFamily="34" charset="0"/>
              <a:cs typeface="Arial"/>
              <a:sym typeface="Arial"/>
            </a:endParaRPr>
          </a:p>
        </p:txBody>
      </p:sp>
      <p:sp>
        <p:nvSpPr>
          <p:cNvPr id="3" name="Rectangle 1">
            <a:extLst>
              <a:ext uri="{FF2B5EF4-FFF2-40B4-BE49-F238E27FC236}">
                <a16:creationId xmlns:a16="http://schemas.microsoft.com/office/drawing/2014/main" id="{875DE7DA-B721-C22D-8AB0-C7D1891BB62F}"/>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60" eaLnBrk="0" fontAlgn="base" hangingPunct="0">
              <a:spcBef>
                <a:spcPct val="0"/>
              </a:spcBef>
              <a:spcAft>
                <a:spcPct val="0"/>
              </a:spcAft>
              <a:buClr>
                <a:srgbClr val="000000"/>
              </a:buClr>
            </a:pPr>
            <a:endParaRPr lang="en-US" altLang="en-US" sz="1200" kern="0" dirty="0">
              <a:solidFill>
                <a:srgbClr val="000000"/>
              </a:solidFill>
              <a:latin typeface="Arial" panose="020B0604020202020204" pitchFamily="34" charset="0"/>
              <a:cs typeface="Arial"/>
              <a:sym typeface="Arial"/>
            </a:endParaRPr>
          </a:p>
        </p:txBody>
      </p:sp>
      <p:sp>
        <p:nvSpPr>
          <p:cNvPr id="4" name="Rectangle 1">
            <a:extLst>
              <a:ext uri="{FF2B5EF4-FFF2-40B4-BE49-F238E27FC236}">
                <a16:creationId xmlns:a16="http://schemas.microsoft.com/office/drawing/2014/main" id="{61C14CBD-E54F-59E4-D325-8A9C66331C67}"/>
              </a:ext>
            </a:extLst>
          </p:cNvPr>
          <p:cNvSpPr>
            <a:spLocks noChangeArrowheads="1"/>
          </p:cNvSpPr>
          <p:nvPr/>
        </p:nvSpPr>
        <p:spPr bwMode="auto">
          <a:xfrm>
            <a:off x="1" y="29291"/>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16" name="Rectangle 5">
            <a:extLst>
              <a:ext uri="{FF2B5EF4-FFF2-40B4-BE49-F238E27FC236}">
                <a16:creationId xmlns:a16="http://schemas.microsoft.com/office/drawing/2014/main" id="{773B1F76-7F88-EA8C-F76B-C32B7A6A95CE}"/>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5" name="Rectangle 1">
            <a:extLst>
              <a:ext uri="{FF2B5EF4-FFF2-40B4-BE49-F238E27FC236}">
                <a16:creationId xmlns:a16="http://schemas.microsoft.com/office/drawing/2014/main" id="{0A47796D-1C18-E7F0-295C-F9C39C2E7EFA}"/>
              </a:ext>
            </a:extLst>
          </p:cNvPr>
          <p:cNvSpPr>
            <a:spLocks noChangeArrowheads="1"/>
          </p:cNvSpPr>
          <p:nvPr/>
        </p:nvSpPr>
        <p:spPr bwMode="auto">
          <a:xfrm>
            <a:off x="1" y="-123109"/>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9" name="Rectangle 2">
            <a:extLst>
              <a:ext uri="{FF2B5EF4-FFF2-40B4-BE49-F238E27FC236}">
                <a16:creationId xmlns:a16="http://schemas.microsoft.com/office/drawing/2014/main" id="{0C9E2C49-12E5-052B-F149-0C63E953BA6E}"/>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12" name="Rectangle 2">
            <a:extLst>
              <a:ext uri="{FF2B5EF4-FFF2-40B4-BE49-F238E27FC236}">
                <a16:creationId xmlns:a16="http://schemas.microsoft.com/office/drawing/2014/main" id="{CD0AE679-9DD8-D718-CE0D-2793DE45A402}"/>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13" name="Rectangle 3">
            <a:extLst>
              <a:ext uri="{FF2B5EF4-FFF2-40B4-BE49-F238E27FC236}">
                <a16:creationId xmlns:a16="http://schemas.microsoft.com/office/drawing/2014/main" id="{21109B38-A6C7-01C3-0792-0AF1BCA91F9A}"/>
              </a:ext>
            </a:extLst>
          </p:cNvPr>
          <p:cNvSpPr>
            <a:spLocks noChangeArrowheads="1"/>
          </p:cNvSpPr>
          <p:nvPr/>
        </p:nvSpPr>
        <p:spPr bwMode="auto">
          <a:xfrm>
            <a:off x="1" y="-123109"/>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14" name="Rectangle 4">
            <a:extLst>
              <a:ext uri="{FF2B5EF4-FFF2-40B4-BE49-F238E27FC236}">
                <a16:creationId xmlns:a16="http://schemas.microsoft.com/office/drawing/2014/main" id="{A453C77A-26C0-45C8-BE68-CB0D6CCDC910}"/>
              </a:ext>
            </a:extLst>
          </p:cNvPr>
          <p:cNvSpPr>
            <a:spLocks noChangeArrowheads="1"/>
          </p:cNvSpPr>
          <p:nvPr/>
        </p:nvSpPr>
        <p:spPr bwMode="auto">
          <a:xfrm>
            <a:off x="1" y="29291"/>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60" eaLnBrk="0" fontAlgn="base" hangingPunct="0">
              <a:spcBef>
                <a:spcPct val="0"/>
              </a:spcBef>
              <a:spcAft>
                <a:spcPct val="0"/>
              </a:spcAft>
              <a:buClr>
                <a:srgbClr val="000000"/>
              </a:buClr>
            </a:pPr>
            <a:endParaRPr lang="en-US" altLang="en-US" sz="1200" kern="0" dirty="0">
              <a:solidFill>
                <a:srgbClr val="000000"/>
              </a:solidFill>
              <a:latin typeface="Arial" panose="020B0604020202020204" pitchFamily="34" charset="0"/>
              <a:cs typeface="Arial"/>
              <a:sym typeface="Arial"/>
            </a:endParaRPr>
          </a:p>
        </p:txBody>
      </p:sp>
      <p:sp>
        <p:nvSpPr>
          <p:cNvPr id="19" name="Rectangle 6">
            <a:extLst>
              <a:ext uri="{FF2B5EF4-FFF2-40B4-BE49-F238E27FC236}">
                <a16:creationId xmlns:a16="http://schemas.microsoft.com/office/drawing/2014/main" id="{02113998-CE6C-21E5-18D0-E612DA9FEC37}"/>
              </a:ext>
            </a:extLst>
          </p:cNvPr>
          <p:cNvSpPr>
            <a:spLocks noChangeArrowheads="1"/>
          </p:cNvSpPr>
          <p:nvPr/>
        </p:nvSpPr>
        <p:spPr bwMode="auto">
          <a:xfrm>
            <a:off x="1" y="-123109"/>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60" eaLnBrk="0" fontAlgn="base" hangingPunct="0">
              <a:spcBef>
                <a:spcPct val="0"/>
              </a:spcBef>
              <a:spcAft>
                <a:spcPct val="0"/>
              </a:spcAft>
              <a:buClr>
                <a:srgbClr val="000000"/>
              </a:buClr>
            </a:pPr>
            <a:endParaRPr lang="en-US" altLang="en-US" sz="1200" kern="0" dirty="0">
              <a:solidFill>
                <a:srgbClr val="000000"/>
              </a:solidFill>
              <a:latin typeface="Arial" panose="020B0604020202020204" pitchFamily="34" charset="0"/>
              <a:cs typeface="Arial"/>
              <a:sym typeface="Arial"/>
            </a:endParaRPr>
          </a:p>
        </p:txBody>
      </p:sp>
      <p:sp>
        <p:nvSpPr>
          <p:cNvPr id="10" name="Rectangle 1">
            <a:extLst>
              <a:ext uri="{FF2B5EF4-FFF2-40B4-BE49-F238E27FC236}">
                <a16:creationId xmlns:a16="http://schemas.microsoft.com/office/drawing/2014/main" id="{E1DB52B4-9812-AFC3-5FA2-F83AC5376083}"/>
              </a:ext>
            </a:extLst>
          </p:cNvPr>
          <p:cNvSpPr>
            <a:spLocks noChangeArrowheads="1"/>
          </p:cNvSpPr>
          <p:nvPr/>
        </p:nvSpPr>
        <p:spPr bwMode="auto">
          <a:xfrm>
            <a:off x="1" y="29291"/>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15" name="Rectangle 2">
            <a:extLst>
              <a:ext uri="{FF2B5EF4-FFF2-40B4-BE49-F238E27FC236}">
                <a16:creationId xmlns:a16="http://schemas.microsoft.com/office/drawing/2014/main" id="{E8301EBB-942C-860E-F352-7EB59A4846FC}"/>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11" name="Rectangle 1">
            <a:extLst>
              <a:ext uri="{FF2B5EF4-FFF2-40B4-BE49-F238E27FC236}">
                <a16:creationId xmlns:a16="http://schemas.microsoft.com/office/drawing/2014/main" id="{EBF923A2-7C83-10B1-362D-3C594E13A963}"/>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60" eaLnBrk="0" fontAlgn="base" hangingPunct="0">
              <a:spcBef>
                <a:spcPct val="0"/>
              </a:spcBef>
              <a:spcAft>
                <a:spcPct val="0"/>
              </a:spcAft>
              <a:buClr>
                <a:srgbClr val="000000"/>
              </a:buClr>
            </a:pPr>
            <a:endParaRPr lang="en-US" altLang="en-US" sz="1200" kern="0" dirty="0">
              <a:solidFill>
                <a:srgbClr val="000000"/>
              </a:solidFill>
              <a:latin typeface="Arial" panose="020B0604020202020204" pitchFamily="34" charset="0"/>
              <a:cs typeface="Arial"/>
              <a:sym typeface="Arial"/>
            </a:endParaRPr>
          </a:p>
        </p:txBody>
      </p:sp>
      <p:sp>
        <p:nvSpPr>
          <p:cNvPr id="8" name="Rectangle 1">
            <a:extLst>
              <a:ext uri="{FF2B5EF4-FFF2-40B4-BE49-F238E27FC236}">
                <a16:creationId xmlns:a16="http://schemas.microsoft.com/office/drawing/2014/main" id="{794AE0C3-99A3-53C3-27E3-D790FEA495A4}"/>
              </a:ext>
            </a:extLst>
          </p:cNvPr>
          <p:cNvSpPr>
            <a:spLocks noChangeArrowheads="1"/>
          </p:cNvSpPr>
          <p:nvPr/>
        </p:nvSpPr>
        <p:spPr bwMode="auto">
          <a:xfrm>
            <a:off x="1" y="-123109"/>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20" name="Rectangle 1">
            <a:extLst>
              <a:ext uri="{FF2B5EF4-FFF2-40B4-BE49-F238E27FC236}">
                <a16:creationId xmlns:a16="http://schemas.microsoft.com/office/drawing/2014/main" id="{13A44F73-C10C-0F51-84A9-F4402A79C386}"/>
              </a:ext>
            </a:extLst>
          </p:cNvPr>
          <p:cNvSpPr>
            <a:spLocks noChangeArrowheads="1"/>
          </p:cNvSpPr>
          <p:nvPr/>
        </p:nvSpPr>
        <p:spPr bwMode="auto">
          <a:xfrm>
            <a:off x="1" y="29291"/>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17" name="Rectangle 1">
            <a:extLst>
              <a:ext uri="{FF2B5EF4-FFF2-40B4-BE49-F238E27FC236}">
                <a16:creationId xmlns:a16="http://schemas.microsoft.com/office/drawing/2014/main" id="{10CFBDB2-5743-325F-9DE6-48CCD6F5C54F}"/>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60" eaLnBrk="0" fontAlgn="base" hangingPunct="0">
              <a:spcBef>
                <a:spcPct val="0"/>
              </a:spcBef>
              <a:spcAft>
                <a:spcPct val="0"/>
              </a:spcAft>
              <a:buClr>
                <a:srgbClr val="000000"/>
              </a:buClr>
            </a:pPr>
            <a:endParaRPr lang="en-US" altLang="en-US" sz="1200" kern="0" dirty="0">
              <a:solidFill>
                <a:srgbClr val="000000"/>
              </a:solidFill>
              <a:latin typeface="Arial" panose="020B0604020202020204" pitchFamily="34" charset="0"/>
              <a:cs typeface="Arial"/>
              <a:sym typeface="Arial"/>
            </a:endParaRPr>
          </a:p>
        </p:txBody>
      </p:sp>
      <p:sp>
        <p:nvSpPr>
          <p:cNvPr id="22" name="Rectangle 1">
            <a:extLst>
              <a:ext uri="{FF2B5EF4-FFF2-40B4-BE49-F238E27FC236}">
                <a16:creationId xmlns:a16="http://schemas.microsoft.com/office/drawing/2014/main" id="{EB13F15A-2EAE-FC4C-3885-B074D0973768}"/>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60" eaLnBrk="0" fontAlgn="base" hangingPunct="0">
              <a:spcBef>
                <a:spcPct val="0"/>
              </a:spcBef>
              <a:spcAft>
                <a:spcPct val="0"/>
              </a:spcAft>
              <a:buClr>
                <a:srgbClr val="000000"/>
              </a:buClr>
            </a:pPr>
            <a:endParaRPr lang="en-US" altLang="en-US" sz="1200" kern="0" dirty="0">
              <a:solidFill>
                <a:srgbClr val="000000"/>
              </a:solidFill>
              <a:latin typeface="Arial" panose="020B0604020202020204" pitchFamily="34" charset="0"/>
              <a:cs typeface="Arial"/>
              <a:sym typeface="Arial"/>
            </a:endParaRPr>
          </a:p>
        </p:txBody>
      </p:sp>
      <p:sp>
        <p:nvSpPr>
          <p:cNvPr id="18" name="Rectangle 1">
            <a:extLst>
              <a:ext uri="{FF2B5EF4-FFF2-40B4-BE49-F238E27FC236}">
                <a16:creationId xmlns:a16="http://schemas.microsoft.com/office/drawing/2014/main" id="{93AB466D-CEAE-B683-056D-B904082E2C47}"/>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60" eaLnBrk="0" fontAlgn="base" hangingPunct="0">
              <a:spcBef>
                <a:spcPct val="0"/>
              </a:spcBef>
              <a:spcAft>
                <a:spcPct val="0"/>
              </a:spcAft>
              <a:buClr>
                <a:srgbClr val="000000"/>
              </a:buClr>
            </a:pPr>
            <a:endParaRPr lang="en-US" altLang="en-US" sz="1200" kern="0" dirty="0">
              <a:solidFill>
                <a:srgbClr val="000000"/>
              </a:solidFill>
              <a:latin typeface="Arial" panose="020B0604020202020204" pitchFamily="34" charset="0"/>
              <a:cs typeface="Arial"/>
              <a:sym typeface="Arial"/>
            </a:endParaRPr>
          </a:p>
        </p:txBody>
      </p:sp>
      <p:sp>
        <p:nvSpPr>
          <p:cNvPr id="25" name="Rectangle 1">
            <a:extLst>
              <a:ext uri="{FF2B5EF4-FFF2-40B4-BE49-F238E27FC236}">
                <a16:creationId xmlns:a16="http://schemas.microsoft.com/office/drawing/2014/main" id="{C224A51A-681F-C707-62D4-F0A49DEEBA6C}"/>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60" eaLnBrk="0" fontAlgn="base" hangingPunct="0">
              <a:spcBef>
                <a:spcPct val="0"/>
              </a:spcBef>
              <a:spcAft>
                <a:spcPct val="0"/>
              </a:spcAft>
              <a:buClr>
                <a:srgbClr val="000000"/>
              </a:buClr>
            </a:pPr>
            <a:endParaRPr lang="en-US" altLang="en-US" sz="1200" kern="0" dirty="0">
              <a:solidFill>
                <a:srgbClr val="000000"/>
              </a:solidFill>
              <a:latin typeface="Arial" panose="020B0604020202020204" pitchFamily="34" charset="0"/>
              <a:cs typeface="Arial"/>
              <a:sym typeface="Arial"/>
            </a:endParaRPr>
          </a:p>
        </p:txBody>
      </p:sp>
      <p:sp>
        <p:nvSpPr>
          <p:cNvPr id="6" name="Rectangle 1">
            <a:extLst>
              <a:ext uri="{FF2B5EF4-FFF2-40B4-BE49-F238E27FC236}">
                <a16:creationId xmlns:a16="http://schemas.microsoft.com/office/drawing/2014/main" id="{6DC4E7A3-FBC2-E0D1-A7F2-EB300E99D8CE}"/>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28" name="Rectangle 1">
            <a:extLst>
              <a:ext uri="{FF2B5EF4-FFF2-40B4-BE49-F238E27FC236}">
                <a16:creationId xmlns:a16="http://schemas.microsoft.com/office/drawing/2014/main" id="{F4D57B67-B22D-76AA-AF9C-C5CC83FD61FA}"/>
              </a:ext>
            </a:extLst>
          </p:cNvPr>
          <p:cNvSpPr>
            <a:spLocks noChangeArrowheads="1"/>
          </p:cNvSpPr>
          <p:nvPr/>
        </p:nvSpPr>
        <p:spPr bwMode="auto">
          <a:xfrm>
            <a:off x="1" y="29291"/>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21" name="Rectangle 1">
            <a:extLst>
              <a:ext uri="{FF2B5EF4-FFF2-40B4-BE49-F238E27FC236}">
                <a16:creationId xmlns:a16="http://schemas.microsoft.com/office/drawing/2014/main" id="{EC3989BF-DD54-A54A-9D4C-A3C08DF51A83}"/>
              </a:ext>
            </a:extLst>
          </p:cNvPr>
          <p:cNvSpPr>
            <a:spLocks noChangeArrowheads="1"/>
          </p:cNvSpPr>
          <p:nvPr/>
        </p:nvSpPr>
        <p:spPr bwMode="auto">
          <a:xfrm>
            <a:off x="1" y="29291"/>
            <a:ext cx="123175" cy="246221"/>
          </a:xfrm>
          <a:prstGeom prst="rect">
            <a:avLst/>
          </a:prstGeom>
          <a:solidFill>
            <a:srgbClr val="1E1F2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60" eaLnBrk="0" fontAlgn="base" hangingPunct="0">
              <a:spcBef>
                <a:spcPct val="0"/>
              </a:spcBef>
              <a:spcAft>
                <a:spcPct val="0"/>
              </a:spcAft>
              <a:buClr>
                <a:srgbClr val="000000"/>
              </a:buClr>
            </a:pPr>
            <a:endParaRPr lang="en-US" altLang="en-US" sz="1200" kern="0" dirty="0">
              <a:solidFill>
                <a:srgbClr val="000000"/>
              </a:solidFill>
              <a:latin typeface="Arial" panose="020B0604020202020204" pitchFamily="34" charset="0"/>
              <a:cs typeface="Arial"/>
              <a:sym typeface="Arial"/>
            </a:endParaRPr>
          </a:p>
        </p:txBody>
      </p:sp>
      <p:sp>
        <p:nvSpPr>
          <p:cNvPr id="24" name="Rectangle 1">
            <a:extLst>
              <a:ext uri="{FF2B5EF4-FFF2-40B4-BE49-F238E27FC236}">
                <a16:creationId xmlns:a16="http://schemas.microsoft.com/office/drawing/2014/main" id="{1A6BF585-A51E-E5E3-FB5B-397E7C58DD8C}"/>
              </a:ext>
            </a:extLst>
          </p:cNvPr>
          <p:cNvSpPr>
            <a:spLocks noChangeArrowheads="1"/>
          </p:cNvSpPr>
          <p:nvPr/>
        </p:nvSpPr>
        <p:spPr bwMode="auto">
          <a:xfrm>
            <a:off x="1" y="-123109"/>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30" name="Rectangle 2">
            <a:extLst>
              <a:ext uri="{FF2B5EF4-FFF2-40B4-BE49-F238E27FC236}">
                <a16:creationId xmlns:a16="http://schemas.microsoft.com/office/drawing/2014/main" id="{9FBF81DC-FBE3-D0E6-DAC5-252CCC6A2A6D}"/>
              </a:ext>
            </a:extLst>
          </p:cNvPr>
          <p:cNvSpPr>
            <a:spLocks noChangeArrowheads="1"/>
          </p:cNvSpPr>
          <p:nvPr/>
        </p:nvSpPr>
        <p:spPr bwMode="auto">
          <a:xfrm>
            <a:off x="1" y="-123109"/>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23" name="Rectangle 1">
            <a:extLst>
              <a:ext uri="{FF2B5EF4-FFF2-40B4-BE49-F238E27FC236}">
                <a16:creationId xmlns:a16="http://schemas.microsoft.com/office/drawing/2014/main" id="{4D518BF5-C6A8-07D4-53DE-B9568DDC84C4}"/>
              </a:ext>
            </a:extLst>
          </p:cNvPr>
          <p:cNvSpPr>
            <a:spLocks noChangeArrowheads="1"/>
          </p:cNvSpPr>
          <p:nvPr/>
        </p:nvSpPr>
        <p:spPr bwMode="auto">
          <a:xfrm>
            <a:off x="1" y="-123109"/>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26" name="Rectangle 1">
            <a:extLst>
              <a:ext uri="{FF2B5EF4-FFF2-40B4-BE49-F238E27FC236}">
                <a16:creationId xmlns:a16="http://schemas.microsoft.com/office/drawing/2014/main" id="{B5D3F37B-8374-CA5E-8C27-8B56F1712A8F}"/>
              </a:ext>
            </a:extLst>
          </p:cNvPr>
          <p:cNvSpPr>
            <a:spLocks noChangeArrowheads="1"/>
          </p:cNvSpPr>
          <p:nvPr/>
        </p:nvSpPr>
        <p:spPr bwMode="auto">
          <a:xfrm>
            <a:off x="1" y="-123109"/>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29" name="Rectangle 1">
            <a:extLst>
              <a:ext uri="{FF2B5EF4-FFF2-40B4-BE49-F238E27FC236}">
                <a16:creationId xmlns:a16="http://schemas.microsoft.com/office/drawing/2014/main" id="{13F68E72-F9AB-37FC-51E1-30976EAD2A3D}"/>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39" name="Rectangle 3">
            <a:extLst>
              <a:ext uri="{FF2B5EF4-FFF2-40B4-BE49-F238E27FC236}">
                <a16:creationId xmlns:a16="http://schemas.microsoft.com/office/drawing/2014/main" id="{298DD441-B9BB-BAA5-1117-EC60FA8FFD47}"/>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37" name="Rectangle 1">
            <a:extLst>
              <a:ext uri="{FF2B5EF4-FFF2-40B4-BE49-F238E27FC236}">
                <a16:creationId xmlns:a16="http://schemas.microsoft.com/office/drawing/2014/main" id="{8ABF607A-0EFB-23CA-AECC-060513920742}"/>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31" name="Rectangle 1">
            <a:extLst>
              <a:ext uri="{FF2B5EF4-FFF2-40B4-BE49-F238E27FC236}">
                <a16:creationId xmlns:a16="http://schemas.microsoft.com/office/drawing/2014/main" id="{74F47466-CE4A-7280-9E5E-0129A9ACD6C5}"/>
              </a:ext>
            </a:extLst>
          </p:cNvPr>
          <p:cNvSpPr>
            <a:spLocks noChangeArrowheads="1"/>
          </p:cNvSpPr>
          <p:nvPr/>
        </p:nvSpPr>
        <p:spPr bwMode="auto">
          <a:xfrm>
            <a:off x="1" y="29291"/>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60" eaLnBrk="0" fontAlgn="base" hangingPunct="0">
              <a:spcBef>
                <a:spcPct val="0"/>
              </a:spcBef>
              <a:spcAft>
                <a:spcPct val="0"/>
              </a:spcAft>
              <a:buClr>
                <a:srgbClr val="000000"/>
              </a:buClr>
            </a:pPr>
            <a:endParaRPr lang="en-US" altLang="en-US" sz="1200" kern="0" dirty="0">
              <a:solidFill>
                <a:srgbClr val="000000"/>
              </a:solidFill>
              <a:latin typeface="Arial" panose="020B0604020202020204" pitchFamily="34" charset="0"/>
              <a:cs typeface="Arial"/>
              <a:sym typeface="Arial"/>
            </a:endParaRPr>
          </a:p>
        </p:txBody>
      </p:sp>
      <p:sp>
        <p:nvSpPr>
          <p:cNvPr id="32" name="Rectangle 1">
            <a:extLst>
              <a:ext uri="{FF2B5EF4-FFF2-40B4-BE49-F238E27FC236}">
                <a16:creationId xmlns:a16="http://schemas.microsoft.com/office/drawing/2014/main" id="{608025DA-08B5-AC85-5A63-CDD6F071DFAF}"/>
              </a:ext>
            </a:extLst>
          </p:cNvPr>
          <p:cNvSpPr>
            <a:spLocks noChangeArrowheads="1"/>
          </p:cNvSpPr>
          <p:nvPr/>
        </p:nvSpPr>
        <p:spPr bwMode="auto">
          <a:xfrm>
            <a:off x="1" y="-123109"/>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33" name="Rectangle 1">
            <a:extLst>
              <a:ext uri="{FF2B5EF4-FFF2-40B4-BE49-F238E27FC236}">
                <a16:creationId xmlns:a16="http://schemas.microsoft.com/office/drawing/2014/main" id="{FE728D6E-07A2-9F27-0D31-D9AE68C7F7E2}"/>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35" name="Rectangle 2">
            <a:extLst>
              <a:ext uri="{FF2B5EF4-FFF2-40B4-BE49-F238E27FC236}">
                <a16:creationId xmlns:a16="http://schemas.microsoft.com/office/drawing/2014/main" id="{34C0B2C9-F6B9-ECE4-ECEB-918C0B5F88F5}"/>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38" name="Rectangle 3">
            <a:extLst>
              <a:ext uri="{FF2B5EF4-FFF2-40B4-BE49-F238E27FC236}">
                <a16:creationId xmlns:a16="http://schemas.microsoft.com/office/drawing/2014/main" id="{40395E0C-48CF-C6BE-F60B-396B6FAB2B1C}"/>
              </a:ext>
            </a:extLst>
          </p:cNvPr>
          <p:cNvSpPr>
            <a:spLocks noChangeArrowheads="1"/>
          </p:cNvSpPr>
          <p:nvPr/>
        </p:nvSpPr>
        <p:spPr bwMode="auto">
          <a:xfrm>
            <a:off x="1" y="-123109"/>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27" name="Google Shape;649;p14">
            <a:extLst>
              <a:ext uri="{FF2B5EF4-FFF2-40B4-BE49-F238E27FC236}">
                <a16:creationId xmlns:a16="http://schemas.microsoft.com/office/drawing/2014/main" id="{73CE5647-345B-9541-EFF0-7DB7F4D0451C}"/>
              </a:ext>
            </a:extLst>
          </p:cNvPr>
          <p:cNvSpPr txBox="1"/>
          <p:nvPr/>
        </p:nvSpPr>
        <p:spPr>
          <a:xfrm>
            <a:off x="817537" y="2303025"/>
            <a:ext cx="10885700" cy="3620030"/>
          </a:xfrm>
          <a:prstGeom prst="rect">
            <a:avLst/>
          </a:prstGeom>
          <a:noFill/>
          <a:ln>
            <a:noFill/>
          </a:ln>
        </p:spPr>
        <p:txBody>
          <a:bodyPr spcFirstLastPara="1" wrap="square" lIns="0" tIns="0" rIns="0" bIns="0" anchor="t" anchorCtr="0">
            <a:spAutoFit/>
          </a:bodyPr>
          <a:lstStyle/>
          <a:p>
            <a:pPr defTabSz="609630">
              <a:lnSpc>
                <a:spcPct val="139958"/>
              </a:lnSpc>
              <a:buClr>
                <a:srgbClr val="FFFFFF"/>
              </a:buClr>
            </a:pPr>
            <a:r>
              <a:rPr lang="en-US" sz="1867" i="1" kern="0" dirty="0">
                <a:solidFill>
                  <a:srgbClr val="FFFFFF"/>
                </a:solidFill>
                <a:latin typeface="Roboto Mono"/>
                <a:ea typeface="Roboto Mono"/>
                <a:cs typeface="Arial"/>
                <a:sym typeface="Roboto Mono"/>
              </a:rPr>
              <a:t>They are </a:t>
            </a:r>
            <a:r>
              <a:rPr lang="en-US" sz="1867" i="1" kern="0" dirty="0">
                <a:solidFill>
                  <a:srgbClr val="8C52FF"/>
                </a:solidFill>
                <a:latin typeface="Roboto Mono"/>
                <a:ea typeface="Roboto Mono"/>
                <a:cs typeface="Arial"/>
                <a:sym typeface="Roboto Mono"/>
              </a:rPr>
              <a:t>Python built-in functions </a:t>
            </a:r>
            <a:r>
              <a:rPr lang="en-US" sz="1867" i="1" kern="0" dirty="0">
                <a:solidFill>
                  <a:srgbClr val="FFFFFF"/>
                </a:solidFill>
                <a:latin typeface="Roboto Mono"/>
                <a:ea typeface="Roboto Mono"/>
                <a:cs typeface="Arial"/>
                <a:sym typeface="Roboto Mono"/>
              </a:rPr>
              <a:t>that work on </a:t>
            </a:r>
            <a:r>
              <a:rPr lang="en-US" sz="1867" i="1" kern="0" dirty="0">
                <a:solidFill>
                  <a:srgbClr val="8C52FF"/>
                </a:solidFill>
                <a:latin typeface="Roboto Mono"/>
                <a:ea typeface="Roboto Mono"/>
                <a:cs typeface="Arial"/>
                <a:sym typeface="Roboto Mono"/>
              </a:rPr>
              <a:t>sequence types</a:t>
            </a:r>
            <a:r>
              <a:rPr lang="en-US" sz="1867" i="1" kern="0" dirty="0">
                <a:solidFill>
                  <a:srgbClr val="FFFFFF"/>
                </a:solidFill>
                <a:latin typeface="Roboto Mono"/>
                <a:ea typeface="Roboto Mono"/>
                <a:cs typeface="Arial"/>
                <a:sym typeface="Roboto Mono"/>
              </a:rPr>
              <a:t>, such as:</a:t>
            </a:r>
          </a:p>
          <a:p>
            <a:pPr marL="342917" indent="-342917" defTabSz="609630">
              <a:lnSpc>
                <a:spcPct val="139958"/>
              </a:lnSpc>
              <a:buClr>
                <a:srgbClr val="FFFFFF"/>
              </a:buClr>
              <a:buFont typeface="Arial" panose="020B0604020202020204" pitchFamily="34" charset="0"/>
              <a:buChar char="•"/>
            </a:pPr>
            <a:r>
              <a:rPr lang="en-US" sz="1867" i="1" kern="0" dirty="0">
                <a:solidFill>
                  <a:srgbClr val="FFFFFF"/>
                </a:solidFill>
                <a:latin typeface="Roboto Mono"/>
                <a:ea typeface="Roboto Mono"/>
                <a:cs typeface="Arial"/>
                <a:sym typeface="Roboto Mono"/>
              </a:rPr>
              <a:t>list</a:t>
            </a:r>
          </a:p>
          <a:p>
            <a:pPr marL="342917" indent="-342917" defTabSz="609630">
              <a:lnSpc>
                <a:spcPct val="139958"/>
              </a:lnSpc>
              <a:buClr>
                <a:srgbClr val="FFFFFF"/>
              </a:buClr>
              <a:buFont typeface="Arial" panose="020B0604020202020204" pitchFamily="34" charset="0"/>
              <a:buChar char="•"/>
            </a:pPr>
            <a:r>
              <a:rPr lang="en-US" sz="1867" i="1" kern="0" dirty="0">
                <a:solidFill>
                  <a:srgbClr val="FFFFFF"/>
                </a:solidFill>
                <a:latin typeface="Roboto Mono"/>
                <a:ea typeface="Roboto Mono"/>
                <a:cs typeface="Arial"/>
                <a:sym typeface="Roboto Mono"/>
              </a:rPr>
              <a:t>tuple</a:t>
            </a:r>
          </a:p>
          <a:p>
            <a:pPr marL="342917" indent="-342917" defTabSz="609630">
              <a:lnSpc>
                <a:spcPct val="139958"/>
              </a:lnSpc>
              <a:buClr>
                <a:srgbClr val="FFFFFF"/>
              </a:buClr>
              <a:buFont typeface="Arial" panose="020B0604020202020204" pitchFamily="34" charset="0"/>
              <a:buChar char="•"/>
            </a:pPr>
            <a:r>
              <a:rPr lang="en-US" sz="1867" i="1" kern="0" dirty="0">
                <a:solidFill>
                  <a:srgbClr val="FFFFFF"/>
                </a:solidFill>
                <a:latin typeface="Roboto Mono"/>
                <a:ea typeface="Roboto Mono"/>
                <a:cs typeface="Arial"/>
                <a:sym typeface="Roboto Mono"/>
              </a:rPr>
              <a:t>string</a:t>
            </a:r>
          </a:p>
          <a:p>
            <a:pPr marL="342917" indent="-342917" defTabSz="609630">
              <a:lnSpc>
                <a:spcPct val="139958"/>
              </a:lnSpc>
              <a:buClr>
                <a:srgbClr val="FFFFFF"/>
              </a:buClr>
              <a:buFont typeface="Arial" panose="020B0604020202020204" pitchFamily="34" charset="0"/>
              <a:buChar char="•"/>
            </a:pPr>
            <a:r>
              <a:rPr lang="en-US" sz="1867" i="1" kern="0" dirty="0">
                <a:solidFill>
                  <a:srgbClr val="FFFFFF"/>
                </a:solidFill>
                <a:latin typeface="Roboto Mono"/>
                <a:ea typeface="Roboto Mono"/>
                <a:cs typeface="Arial"/>
                <a:sym typeface="Roboto Mono"/>
              </a:rPr>
              <a:t>range</a:t>
            </a:r>
          </a:p>
          <a:p>
            <a:pPr marL="342917" indent="-342917" defTabSz="609630">
              <a:lnSpc>
                <a:spcPct val="139958"/>
              </a:lnSpc>
              <a:buClr>
                <a:srgbClr val="FFFFFF"/>
              </a:buClr>
              <a:buFont typeface="Arial" panose="020B0604020202020204" pitchFamily="34" charset="0"/>
              <a:buChar char="•"/>
            </a:pPr>
            <a:r>
              <a:rPr lang="en-US" sz="1867" i="1" kern="0" dirty="0">
                <a:solidFill>
                  <a:srgbClr val="FFFFFF"/>
                </a:solidFill>
                <a:latin typeface="Roboto Mono"/>
                <a:ea typeface="Roboto Mono"/>
                <a:cs typeface="Arial"/>
                <a:sym typeface="Roboto Mono"/>
              </a:rPr>
              <a:t>(also works on other </a:t>
            </a:r>
            <a:r>
              <a:rPr lang="en-US" sz="1867" i="1" kern="0" dirty="0" err="1">
                <a:solidFill>
                  <a:srgbClr val="FFFFFF"/>
                </a:solidFill>
                <a:latin typeface="Roboto Mono"/>
                <a:ea typeface="Roboto Mono"/>
                <a:cs typeface="Arial"/>
                <a:sym typeface="Roboto Mono"/>
              </a:rPr>
              <a:t>iterables</a:t>
            </a:r>
            <a:r>
              <a:rPr lang="en-US" sz="1867" i="1" kern="0" dirty="0">
                <a:solidFill>
                  <a:srgbClr val="FFFFFF"/>
                </a:solidFill>
                <a:latin typeface="Roboto Mono"/>
                <a:ea typeface="Roboto Mono"/>
                <a:cs typeface="Arial"/>
                <a:sym typeface="Roboto Mono"/>
              </a:rPr>
              <a:t> like set, </a:t>
            </a:r>
            <a:r>
              <a:rPr lang="en-US" sz="1867" i="1" kern="0" dirty="0" err="1">
                <a:solidFill>
                  <a:srgbClr val="FFFFFF"/>
                </a:solidFill>
                <a:latin typeface="Roboto Mono"/>
                <a:ea typeface="Roboto Mono"/>
                <a:cs typeface="Arial"/>
                <a:sym typeface="Roboto Mono"/>
              </a:rPr>
              <a:t>dict</a:t>
            </a:r>
            <a:r>
              <a:rPr lang="en-US" sz="1867" i="1" kern="0" dirty="0">
                <a:solidFill>
                  <a:srgbClr val="FFFFFF"/>
                </a:solidFill>
                <a:latin typeface="Roboto Mono"/>
                <a:ea typeface="Roboto Mono"/>
                <a:cs typeface="Arial"/>
                <a:sym typeface="Roboto Mono"/>
              </a:rPr>
              <a:t> keys)</a:t>
            </a:r>
          </a:p>
          <a:p>
            <a:pPr defTabSz="609630">
              <a:lnSpc>
                <a:spcPct val="139958"/>
              </a:lnSpc>
              <a:buClr>
                <a:srgbClr val="FFFFFF"/>
              </a:buClr>
            </a:pPr>
            <a:r>
              <a:rPr lang="en-US" sz="1867" i="1" kern="0" dirty="0">
                <a:solidFill>
                  <a:srgbClr val="FFFFFF"/>
                </a:solidFill>
                <a:latin typeface="Roboto Mono"/>
                <a:ea typeface="Roboto Mono"/>
                <a:cs typeface="Arial"/>
                <a:sym typeface="Roboto Mono"/>
              </a:rPr>
              <a:t>These functions </a:t>
            </a:r>
            <a:r>
              <a:rPr lang="en-US" sz="1867" i="1" kern="0" dirty="0">
                <a:solidFill>
                  <a:srgbClr val="8C52FF"/>
                </a:solidFill>
                <a:latin typeface="Roboto Mono"/>
                <a:ea typeface="Roboto Mono"/>
                <a:cs typeface="Arial"/>
                <a:sym typeface="Roboto Mono"/>
              </a:rPr>
              <a:t>don’t belong to the sequence </a:t>
            </a:r>
            <a:r>
              <a:rPr lang="en-US" sz="1867" i="1" kern="0" dirty="0">
                <a:solidFill>
                  <a:srgbClr val="FFFFFF"/>
                </a:solidFill>
                <a:latin typeface="Roboto Mono"/>
                <a:ea typeface="Roboto Mono"/>
                <a:cs typeface="Arial"/>
                <a:sym typeface="Roboto Mono"/>
              </a:rPr>
              <a:t>(unlike methods such as .append()), but can be used </a:t>
            </a:r>
            <a:r>
              <a:rPr lang="en-US" sz="1867" i="1" kern="0" dirty="0">
                <a:solidFill>
                  <a:srgbClr val="8C52FF"/>
                </a:solidFill>
                <a:latin typeface="Roboto Mono"/>
                <a:ea typeface="Roboto Mono"/>
                <a:cs typeface="Arial"/>
                <a:sym typeface="Roboto Mono"/>
              </a:rPr>
              <a:t>on any sequence.</a:t>
            </a:r>
          </a:p>
          <a:p>
            <a:pPr defTabSz="609630">
              <a:lnSpc>
                <a:spcPct val="139958"/>
              </a:lnSpc>
              <a:buClr>
                <a:srgbClr val="FFFFFF"/>
              </a:buClr>
            </a:pPr>
            <a:endParaRPr lang="en-US" sz="1867" i="1" kern="0" dirty="0">
              <a:solidFill>
                <a:srgbClr val="FFFFFF"/>
              </a:solidFill>
              <a:latin typeface="Roboto Mono"/>
              <a:ea typeface="Roboto Mono"/>
              <a:cs typeface="Arial"/>
              <a:sym typeface="Roboto Mono"/>
            </a:endParaRPr>
          </a:p>
        </p:txBody>
      </p:sp>
    </p:spTree>
    <p:extLst>
      <p:ext uri="{BB962C8B-B14F-4D97-AF65-F5344CB8AC3E}">
        <p14:creationId xmlns:p14="http://schemas.microsoft.com/office/powerpoint/2010/main" val="1265788029"/>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Shape 624">
          <a:extLst>
            <a:ext uri="{FF2B5EF4-FFF2-40B4-BE49-F238E27FC236}">
              <a16:creationId xmlns:a16="http://schemas.microsoft.com/office/drawing/2014/main" id="{D346B298-082C-82D7-36A6-638D7A11A8FD}"/>
            </a:ext>
          </a:extLst>
        </p:cNvPr>
        <p:cNvGrpSpPr/>
        <p:nvPr/>
      </p:nvGrpSpPr>
      <p:grpSpPr>
        <a:xfrm>
          <a:off x="0" y="0"/>
          <a:ext cx="0" cy="0"/>
          <a:chOff x="0" y="0"/>
          <a:chExt cx="0" cy="0"/>
        </a:xfrm>
      </p:grpSpPr>
      <p:grpSp>
        <p:nvGrpSpPr>
          <p:cNvPr id="625" name="Google Shape;625;p14">
            <a:extLst>
              <a:ext uri="{FF2B5EF4-FFF2-40B4-BE49-F238E27FC236}">
                <a16:creationId xmlns:a16="http://schemas.microsoft.com/office/drawing/2014/main" id="{FACD5482-EC3B-0E6B-9C5D-2CBC303B6896}"/>
              </a:ext>
            </a:extLst>
          </p:cNvPr>
          <p:cNvGrpSpPr/>
          <p:nvPr/>
        </p:nvGrpSpPr>
        <p:grpSpPr>
          <a:xfrm>
            <a:off x="305423" y="175962"/>
            <a:ext cx="11543917" cy="6302879"/>
            <a:chOff x="0" y="-241102"/>
            <a:chExt cx="23087835" cy="12605759"/>
          </a:xfrm>
        </p:grpSpPr>
        <p:grpSp>
          <p:nvGrpSpPr>
            <p:cNvPr id="626" name="Google Shape;626;p14">
              <a:extLst>
                <a:ext uri="{FF2B5EF4-FFF2-40B4-BE49-F238E27FC236}">
                  <a16:creationId xmlns:a16="http://schemas.microsoft.com/office/drawing/2014/main" id="{ED8AB048-8E4B-EB26-1A63-ACB9FA7273EB}"/>
                </a:ext>
              </a:extLst>
            </p:cNvPr>
            <p:cNvGrpSpPr/>
            <p:nvPr/>
          </p:nvGrpSpPr>
          <p:grpSpPr>
            <a:xfrm>
              <a:off x="0" y="-241102"/>
              <a:ext cx="23069216" cy="12605759"/>
              <a:chOff x="0" y="-47625"/>
              <a:chExt cx="4556882" cy="2490026"/>
            </a:xfrm>
          </p:grpSpPr>
          <p:sp>
            <p:nvSpPr>
              <p:cNvPr id="627" name="Google Shape;627;p14">
                <a:extLst>
                  <a:ext uri="{FF2B5EF4-FFF2-40B4-BE49-F238E27FC236}">
                    <a16:creationId xmlns:a16="http://schemas.microsoft.com/office/drawing/2014/main" id="{1D9E2385-C64C-B56A-9086-F947FEAFA8B0}"/>
                  </a:ext>
                </a:extLst>
              </p:cNvPr>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1200" kern="0">
                  <a:solidFill>
                    <a:srgbClr val="000000"/>
                  </a:solidFill>
                  <a:latin typeface="Arial"/>
                  <a:cs typeface="Arial"/>
                  <a:sym typeface="Arial"/>
                </a:endParaRPr>
              </a:p>
            </p:txBody>
          </p:sp>
          <p:sp>
            <p:nvSpPr>
              <p:cNvPr id="628" name="Google Shape;628;p14">
                <a:extLst>
                  <a:ext uri="{FF2B5EF4-FFF2-40B4-BE49-F238E27FC236}">
                    <a16:creationId xmlns:a16="http://schemas.microsoft.com/office/drawing/2014/main" id="{35F05C38-4FDA-C245-FB4C-64876C76C01E}"/>
                  </a:ext>
                </a:extLst>
              </p:cNvPr>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a:extLst>
                <a:ext uri="{FF2B5EF4-FFF2-40B4-BE49-F238E27FC236}">
                  <a16:creationId xmlns:a16="http://schemas.microsoft.com/office/drawing/2014/main" id="{ADEA7BBB-FE1F-C7BC-B064-A57F53B358BB}"/>
                </a:ext>
              </a:extLst>
            </p:cNvPr>
            <p:cNvGrpSpPr/>
            <p:nvPr/>
          </p:nvGrpSpPr>
          <p:grpSpPr>
            <a:xfrm>
              <a:off x="18619" y="-241102"/>
              <a:ext cx="23069216" cy="12605759"/>
              <a:chOff x="0" y="-47625"/>
              <a:chExt cx="4556882" cy="2490026"/>
            </a:xfrm>
          </p:grpSpPr>
          <p:sp>
            <p:nvSpPr>
              <p:cNvPr id="630" name="Google Shape;630;p14">
                <a:extLst>
                  <a:ext uri="{FF2B5EF4-FFF2-40B4-BE49-F238E27FC236}">
                    <a16:creationId xmlns:a16="http://schemas.microsoft.com/office/drawing/2014/main" id="{7BAAE8EB-F126-3387-DEE4-CEE35DDFD444}"/>
                  </a:ext>
                </a:extLst>
              </p:cNvPr>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1200" kern="0">
                  <a:solidFill>
                    <a:srgbClr val="000000"/>
                  </a:solidFill>
                  <a:latin typeface="Arial"/>
                  <a:cs typeface="Arial"/>
                  <a:sym typeface="Arial"/>
                </a:endParaRPr>
              </a:p>
            </p:txBody>
          </p:sp>
          <p:sp>
            <p:nvSpPr>
              <p:cNvPr id="631" name="Google Shape;631;p14">
                <a:extLst>
                  <a:ext uri="{FF2B5EF4-FFF2-40B4-BE49-F238E27FC236}">
                    <a16:creationId xmlns:a16="http://schemas.microsoft.com/office/drawing/2014/main" id="{3788E635-E0B0-9462-7E87-6FC124082442}"/>
                  </a:ext>
                </a:extLst>
              </p:cNvPr>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a:extLst>
                <a:ext uri="{FF2B5EF4-FFF2-40B4-BE49-F238E27FC236}">
                  <a16:creationId xmlns:a16="http://schemas.microsoft.com/office/drawing/2014/main" id="{2581CA3A-C6C3-B66F-2C35-B9BB6F24F8A4}"/>
                </a:ext>
              </a:extLst>
            </p:cNvPr>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a:extLst>
                <a:ext uri="{FF2B5EF4-FFF2-40B4-BE49-F238E27FC236}">
                  <a16:creationId xmlns:a16="http://schemas.microsoft.com/office/drawing/2014/main" id="{69E84235-2468-17D2-24B2-B8760FD96ACC}"/>
                </a:ext>
              </a:extLst>
            </p:cNvPr>
            <p:cNvGrpSpPr/>
            <p:nvPr/>
          </p:nvGrpSpPr>
          <p:grpSpPr>
            <a:xfrm>
              <a:off x="318466" y="201915"/>
              <a:ext cx="394763" cy="394763"/>
              <a:chOff x="0" y="0"/>
              <a:chExt cx="812800" cy="812800"/>
            </a:xfrm>
          </p:grpSpPr>
          <p:sp>
            <p:nvSpPr>
              <p:cNvPr id="634" name="Google Shape;634;p14">
                <a:extLst>
                  <a:ext uri="{FF2B5EF4-FFF2-40B4-BE49-F238E27FC236}">
                    <a16:creationId xmlns:a16="http://schemas.microsoft.com/office/drawing/2014/main" id="{9DE8D6C8-C649-4CB1-CB4F-F586BA2AA0D0}"/>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1200" kern="0">
                  <a:solidFill>
                    <a:srgbClr val="000000"/>
                  </a:solidFill>
                  <a:latin typeface="Arial"/>
                  <a:cs typeface="Arial"/>
                  <a:sym typeface="Arial"/>
                </a:endParaRPr>
              </a:p>
            </p:txBody>
          </p:sp>
          <p:sp>
            <p:nvSpPr>
              <p:cNvPr id="635" name="Google Shape;635;p14">
                <a:extLst>
                  <a:ext uri="{FF2B5EF4-FFF2-40B4-BE49-F238E27FC236}">
                    <a16:creationId xmlns:a16="http://schemas.microsoft.com/office/drawing/2014/main" id="{44102E54-93B8-23BD-0786-5A1D6EA73036}"/>
                  </a:ext>
                </a:extLst>
              </p:cNvPr>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a:extLst>
                <a:ext uri="{FF2B5EF4-FFF2-40B4-BE49-F238E27FC236}">
                  <a16:creationId xmlns:a16="http://schemas.microsoft.com/office/drawing/2014/main" id="{BA33B32E-AC6C-E120-C24E-42F0BD6C80E0}"/>
                </a:ext>
              </a:extLst>
            </p:cNvPr>
            <p:cNvGrpSpPr/>
            <p:nvPr/>
          </p:nvGrpSpPr>
          <p:grpSpPr>
            <a:xfrm>
              <a:off x="989083" y="201915"/>
              <a:ext cx="394763" cy="394763"/>
              <a:chOff x="0" y="0"/>
              <a:chExt cx="812800" cy="812800"/>
            </a:xfrm>
          </p:grpSpPr>
          <p:sp>
            <p:nvSpPr>
              <p:cNvPr id="637" name="Google Shape;637;p14">
                <a:extLst>
                  <a:ext uri="{FF2B5EF4-FFF2-40B4-BE49-F238E27FC236}">
                    <a16:creationId xmlns:a16="http://schemas.microsoft.com/office/drawing/2014/main" id="{22E8CC3E-C233-0438-634E-A18547459BA5}"/>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1200" kern="0">
                  <a:solidFill>
                    <a:srgbClr val="000000"/>
                  </a:solidFill>
                  <a:latin typeface="Arial"/>
                  <a:cs typeface="Arial"/>
                  <a:sym typeface="Arial"/>
                </a:endParaRPr>
              </a:p>
            </p:txBody>
          </p:sp>
          <p:sp>
            <p:nvSpPr>
              <p:cNvPr id="638" name="Google Shape;638;p14">
                <a:extLst>
                  <a:ext uri="{FF2B5EF4-FFF2-40B4-BE49-F238E27FC236}">
                    <a16:creationId xmlns:a16="http://schemas.microsoft.com/office/drawing/2014/main" id="{7289033D-3B68-43BF-4F3E-E70E23CE10F4}"/>
                  </a:ext>
                </a:extLst>
              </p:cNvPr>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a:extLst>
                <a:ext uri="{FF2B5EF4-FFF2-40B4-BE49-F238E27FC236}">
                  <a16:creationId xmlns:a16="http://schemas.microsoft.com/office/drawing/2014/main" id="{6289A818-8E1C-C969-A2CF-5FFFBF8302FC}"/>
                </a:ext>
              </a:extLst>
            </p:cNvPr>
            <p:cNvGrpSpPr/>
            <p:nvPr/>
          </p:nvGrpSpPr>
          <p:grpSpPr>
            <a:xfrm>
              <a:off x="1663247" y="201915"/>
              <a:ext cx="394763" cy="394763"/>
              <a:chOff x="0" y="0"/>
              <a:chExt cx="812800" cy="812800"/>
            </a:xfrm>
          </p:grpSpPr>
          <p:sp>
            <p:nvSpPr>
              <p:cNvPr id="640" name="Google Shape;640;p14">
                <a:extLst>
                  <a:ext uri="{FF2B5EF4-FFF2-40B4-BE49-F238E27FC236}">
                    <a16:creationId xmlns:a16="http://schemas.microsoft.com/office/drawing/2014/main" id="{92BDB4D7-9428-F63F-21D8-FD62D8C2E684}"/>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1200" kern="0">
                  <a:solidFill>
                    <a:srgbClr val="000000"/>
                  </a:solidFill>
                  <a:latin typeface="Arial"/>
                  <a:cs typeface="Arial"/>
                  <a:sym typeface="Arial"/>
                </a:endParaRPr>
              </a:p>
            </p:txBody>
          </p:sp>
          <p:sp>
            <p:nvSpPr>
              <p:cNvPr id="641" name="Google Shape;641;p14">
                <a:extLst>
                  <a:ext uri="{FF2B5EF4-FFF2-40B4-BE49-F238E27FC236}">
                    <a16:creationId xmlns:a16="http://schemas.microsoft.com/office/drawing/2014/main" id="{DAEFC50F-DA00-6F13-FCE0-ACEDE7DC3249}"/>
                  </a:ext>
                </a:extLst>
              </p:cNvPr>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a:extLst>
              <a:ext uri="{FF2B5EF4-FFF2-40B4-BE49-F238E27FC236}">
                <a16:creationId xmlns:a16="http://schemas.microsoft.com/office/drawing/2014/main" id="{C456FAC2-4996-6FE1-169A-69764B615476}"/>
              </a:ext>
            </a:extLst>
          </p:cNvPr>
          <p:cNvGrpSpPr/>
          <p:nvPr/>
        </p:nvGrpSpPr>
        <p:grpSpPr>
          <a:xfrm>
            <a:off x="685800" y="879049"/>
            <a:ext cx="10562908" cy="1109071"/>
            <a:chOff x="0" y="-47625"/>
            <a:chExt cx="4517902" cy="474365"/>
          </a:xfrm>
          <a:solidFill>
            <a:schemeClr val="accent1"/>
          </a:solidFill>
        </p:grpSpPr>
        <p:sp>
          <p:nvSpPr>
            <p:cNvPr id="643" name="Google Shape;643;p14">
              <a:extLst>
                <a:ext uri="{FF2B5EF4-FFF2-40B4-BE49-F238E27FC236}">
                  <a16:creationId xmlns:a16="http://schemas.microsoft.com/office/drawing/2014/main" id="{80C0B532-CEEA-A9F3-9F3A-9127406FA8A4}"/>
                </a:ext>
              </a:extLst>
            </p:cNvPr>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1200" kern="0">
                <a:solidFill>
                  <a:srgbClr val="000000"/>
                </a:solidFill>
                <a:latin typeface="Arial"/>
                <a:cs typeface="Arial"/>
                <a:sym typeface="Arial"/>
              </a:endParaRPr>
            </a:p>
          </p:txBody>
        </p:sp>
        <p:sp>
          <p:nvSpPr>
            <p:cNvPr id="644" name="Google Shape;644;p14">
              <a:extLst>
                <a:ext uri="{FF2B5EF4-FFF2-40B4-BE49-F238E27FC236}">
                  <a16:creationId xmlns:a16="http://schemas.microsoft.com/office/drawing/2014/main" id="{BAD1D8F5-950E-0160-7C92-CD3C5B11C1BF}"/>
                </a:ext>
              </a:extLst>
            </p:cNvPr>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a:extLst>
              <a:ext uri="{FF2B5EF4-FFF2-40B4-BE49-F238E27FC236}">
                <a16:creationId xmlns:a16="http://schemas.microsoft.com/office/drawing/2014/main" id="{AD5AB743-89AD-8A1F-8513-71BE8C1940BC}"/>
              </a:ext>
            </a:extLst>
          </p:cNvPr>
          <p:cNvGrpSpPr/>
          <p:nvPr/>
        </p:nvGrpSpPr>
        <p:grpSpPr>
          <a:xfrm>
            <a:off x="1008592" y="1041879"/>
            <a:ext cx="10562908" cy="1109071"/>
            <a:chOff x="0" y="-47625"/>
            <a:chExt cx="4517902" cy="474365"/>
          </a:xfrm>
        </p:grpSpPr>
        <p:sp>
          <p:nvSpPr>
            <p:cNvPr id="646" name="Google Shape;646;p14">
              <a:extLst>
                <a:ext uri="{FF2B5EF4-FFF2-40B4-BE49-F238E27FC236}">
                  <a16:creationId xmlns:a16="http://schemas.microsoft.com/office/drawing/2014/main" id="{EE4893C5-27FE-99B4-0562-74190BC78F54}"/>
                </a:ext>
              </a:extLst>
            </p:cNvPr>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1200" kern="0">
                <a:solidFill>
                  <a:srgbClr val="000000"/>
                </a:solidFill>
                <a:latin typeface="Arial"/>
                <a:cs typeface="Arial"/>
                <a:sym typeface="Arial"/>
              </a:endParaRPr>
            </a:p>
          </p:txBody>
        </p:sp>
        <p:sp>
          <p:nvSpPr>
            <p:cNvPr id="647" name="Google Shape;647;p14">
              <a:extLst>
                <a:ext uri="{FF2B5EF4-FFF2-40B4-BE49-F238E27FC236}">
                  <a16:creationId xmlns:a16="http://schemas.microsoft.com/office/drawing/2014/main" id="{FD626CE6-3DDD-911B-A604-1825B450EE82}"/>
                </a:ext>
              </a:extLst>
            </p:cNvPr>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a:extLst>
              <a:ext uri="{FF2B5EF4-FFF2-40B4-BE49-F238E27FC236}">
                <a16:creationId xmlns:a16="http://schemas.microsoft.com/office/drawing/2014/main" id="{5B820972-129B-8572-CB1F-0AFFDE6CA87A}"/>
              </a:ext>
            </a:extLst>
          </p:cNvPr>
          <p:cNvSpPr txBox="1"/>
          <p:nvPr/>
        </p:nvSpPr>
        <p:spPr>
          <a:xfrm>
            <a:off x="1127043" y="1162461"/>
            <a:ext cx="10722297" cy="886397"/>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4800" kern="0" dirty="0">
                <a:solidFill>
                  <a:srgbClr val="FFFFFF"/>
                </a:solidFill>
                <a:latin typeface="Courier"/>
                <a:cs typeface="Arial"/>
                <a:sym typeface="Courier"/>
              </a:rPr>
              <a:t>Built-in Sequence Functions</a:t>
            </a:r>
            <a:endParaRPr sz="4800"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C09854C2-64B9-965D-EC8E-79B6F9314F51}"/>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1200" kern="0">
              <a:solidFill>
                <a:srgbClr val="000000"/>
              </a:solidFill>
              <a:latin typeface="Arial"/>
              <a:cs typeface="Arial"/>
              <a:sym typeface="Arial"/>
            </a:endParaRPr>
          </a:p>
        </p:txBody>
      </p:sp>
      <p:sp>
        <p:nvSpPr>
          <p:cNvPr id="7" name="Rectangle 1">
            <a:extLst>
              <a:ext uri="{FF2B5EF4-FFF2-40B4-BE49-F238E27FC236}">
                <a16:creationId xmlns:a16="http://schemas.microsoft.com/office/drawing/2014/main" id="{BBF2C708-6435-EF04-8104-4DEDBDD555C5}"/>
              </a:ext>
            </a:extLst>
          </p:cNvPr>
          <p:cNvSpPr>
            <a:spLocks noChangeArrowheads="1"/>
          </p:cNvSpPr>
          <p:nvPr/>
        </p:nvSpPr>
        <p:spPr bwMode="auto">
          <a:xfrm>
            <a:off x="1" y="29291"/>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60" eaLnBrk="0" fontAlgn="base" hangingPunct="0">
              <a:spcBef>
                <a:spcPct val="0"/>
              </a:spcBef>
              <a:spcAft>
                <a:spcPct val="0"/>
              </a:spcAft>
              <a:buClr>
                <a:srgbClr val="000000"/>
              </a:buClr>
            </a:pPr>
            <a:endParaRPr lang="en-US" altLang="en-US" sz="1200" kern="0" dirty="0">
              <a:solidFill>
                <a:srgbClr val="000000"/>
              </a:solidFill>
              <a:latin typeface="Arial" panose="020B0604020202020204" pitchFamily="34" charset="0"/>
              <a:cs typeface="Arial"/>
              <a:sym typeface="Arial"/>
            </a:endParaRPr>
          </a:p>
        </p:txBody>
      </p:sp>
      <p:sp>
        <p:nvSpPr>
          <p:cNvPr id="3" name="Rectangle 1">
            <a:extLst>
              <a:ext uri="{FF2B5EF4-FFF2-40B4-BE49-F238E27FC236}">
                <a16:creationId xmlns:a16="http://schemas.microsoft.com/office/drawing/2014/main" id="{53D122B5-ABF5-707A-E0CC-0991974BF64F}"/>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60" eaLnBrk="0" fontAlgn="base" hangingPunct="0">
              <a:spcBef>
                <a:spcPct val="0"/>
              </a:spcBef>
              <a:spcAft>
                <a:spcPct val="0"/>
              </a:spcAft>
              <a:buClr>
                <a:srgbClr val="000000"/>
              </a:buClr>
            </a:pPr>
            <a:endParaRPr lang="en-US" altLang="en-US" sz="1200" kern="0" dirty="0">
              <a:solidFill>
                <a:srgbClr val="000000"/>
              </a:solidFill>
              <a:latin typeface="Arial" panose="020B0604020202020204" pitchFamily="34" charset="0"/>
              <a:cs typeface="Arial"/>
              <a:sym typeface="Arial"/>
            </a:endParaRPr>
          </a:p>
        </p:txBody>
      </p:sp>
      <p:sp>
        <p:nvSpPr>
          <p:cNvPr id="4" name="Rectangle 1">
            <a:extLst>
              <a:ext uri="{FF2B5EF4-FFF2-40B4-BE49-F238E27FC236}">
                <a16:creationId xmlns:a16="http://schemas.microsoft.com/office/drawing/2014/main" id="{033C8A5A-1486-954C-8C3C-CD52134709A6}"/>
              </a:ext>
            </a:extLst>
          </p:cNvPr>
          <p:cNvSpPr>
            <a:spLocks noChangeArrowheads="1"/>
          </p:cNvSpPr>
          <p:nvPr/>
        </p:nvSpPr>
        <p:spPr bwMode="auto">
          <a:xfrm>
            <a:off x="1" y="29291"/>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16" name="Rectangle 5">
            <a:extLst>
              <a:ext uri="{FF2B5EF4-FFF2-40B4-BE49-F238E27FC236}">
                <a16:creationId xmlns:a16="http://schemas.microsoft.com/office/drawing/2014/main" id="{B8775D49-5582-409F-A9D6-9D63B5E8ACDA}"/>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5" name="Rectangle 1">
            <a:extLst>
              <a:ext uri="{FF2B5EF4-FFF2-40B4-BE49-F238E27FC236}">
                <a16:creationId xmlns:a16="http://schemas.microsoft.com/office/drawing/2014/main" id="{FA3163B4-451B-8769-FD7E-5C6CA0D2D198}"/>
              </a:ext>
            </a:extLst>
          </p:cNvPr>
          <p:cNvSpPr>
            <a:spLocks noChangeArrowheads="1"/>
          </p:cNvSpPr>
          <p:nvPr/>
        </p:nvSpPr>
        <p:spPr bwMode="auto">
          <a:xfrm>
            <a:off x="1" y="-123109"/>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9" name="Rectangle 2">
            <a:extLst>
              <a:ext uri="{FF2B5EF4-FFF2-40B4-BE49-F238E27FC236}">
                <a16:creationId xmlns:a16="http://schemas.microsoft.com/office/drawing/2014/main" id="{2B7CDC40-DC89-1A2D-5C69-2CAEC6A51898}"/>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12" name="Rectangle 2">
            <a:extLst>
              <a:ext uri="{FF2B5EF4-FFF2-40B4-BE49-F238E27FC236}">
                <a16:creationId xmlns:a16="http://schemas.microsoft.com/office/drawing/2014/main" id="{CA13ED83-6E1E-A83E-9F0E-7664D0E6CAD8}"/>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13" name="Rectangle 3">
            <a:extLst>
              <a:ext uri="{FF2B5EF4-FFF2-40B4-BE49-F238E27FC236}">
                <a16:creationId xmlns:a16="http://schemas.microsoft.com/office/drawing/2014/main" id="{943BEC48-B784-8EF6-90BB-1D697CBCAF25}"/>
              </a:ext>
            </a:extLst>
          </p:cNvPr>
          <p:cNvSpPr>
            <a:spLocks noChangeArrowheads="1"/>
          </p:cNvSpPr>
          <p:nvPr/>
        </p:nvSpPr>
        <p:spPr bwMode="auto">
          <a:xfrm>
            <a:off x="1" y="-123109"/>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14" name="Rectangle 4">
            <a:extLst>
              <a:ext uri="{FF2B5EF4-FFF2-40B4-BE49-F238E27FC236}">
                <a16:creationId xmlns:a16="http://schemas.microsoft.com/office/drawing/2014/main" id="{B255479F-46FD-A52F-5A83-5F20851FF0E7}"/>
              </a:ext>
            </a:extLst>
          </p:cNvPr>
          <p:cNvSpPr>
            <a:spLocks noChangeArrowheads="1"/>
          </p:cNvSpPr>
          <p:nvPr/>
        </p:nvSpPr>
        <p:spPr bwMode="auto">
          <a:xfrm>
            <a:off x="1" y="29291"/>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60" eaLnBrk="0" fontAlgn="base" hangingPunct="0">
              <a:spcBef>
                <a:spcPct val="0"/>
              </a:spcBef>
              <a:spcAft>
                <a:spcPct val="0"/>
              </a:spcAft>
              <a:buClr>
                <a:srgbClr val="000000"/>
              </a:buClr>
            </a:pPr>
            <a:endParaRPr lang="en-US" altLang="en-US" sz="1200" kern="0" dirty="0">
              <a:solidFill>
                <a:srgbClr val="000000"/>
              </a:solidFill>
              <a:latin typeface="Arial" panose="020B0604020202020204" pitchFamily="34" charset="0"/>
              <a:cs typeface="Arial"/>
              <a:sym typeface="Arial"/>
            </a:endParaRPr>
          </a:p>
        </p:txBody>
      </p:sp>
      <p:sp>
        <p:nvSpPr>
          <p:cNvPr id="19" name="Rectangle 6">
            <a:extLst>
              <a:ext uri="{FF2B5EF4-FFF2-40B4-BE49-F238E27FC236}">
                <a16:creationId xmlns:a16="http://schemas.microsoft.com/office/drawing/2014/main" id="{09C92F40-C9B6-051D-E4D7-F212B74D9102}"/>
              </a:ext>
            </a:extLst>
          </p:cNvPr>
          <p:cNvSpPr>
            <a:spLocks noChangeArrowheads="1"/>
          </p:cNvSpPr>
          <p:nvPr/>
        </p:nvSpPr>
        <p:spPr bwMode="auto">
          <a:xfrm>
            <a:off x="1" y="-123109"/>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60" eaLnBrk="0" fontAlgn="base" hangingPunct="0">
              <a:spcBef>
                <a:spcPct val="0"/>
              </a:spcBef>
              <a:spcAft>
                <a:spcPct val="0"/>
              </a:spcAft>
              <a:buClr>
                <a:srgbClr val="000000"/>
              </a:buClr>
            </a:pPr>
            <a:endParaRPr lang="en-US" altLang="en-US" sz="1200" kern="0" dirty="0">
              <a:solidFill>
                <a:srgbClr val="000000"/>
              </a:solidFill>
              <a:latin typeface="Arial" panose="020B0604020202020204" pitchFamily="34" charset="0"/>
              <a:cs typeface="Arial"/>
              <a:sym typeface="Arial"/>
            </a:endParaRPr>
          </a:p>
        </p:txBody>
      </p:sp>
      <p:sp>
        <p:nvSpPr>
          <p:cNvPr id="10" name="Rectangle 1">
            <a:extLst>
              <a:ext uri="{FF2B5EF4-FFF2-40B4-BE49-F238E27FC236}">
                <a16:creationId xmlns:a16="http://schemas.microsoft.com/office/drawing/2014/main" id="{191D5773-5F7E-D141-AA3E-A001CD051633}"/>
              </a:ext>
            </a:extLst>
          </p:cNvPr>
          <p:cNvSpPr>
            <a:spLocks noChangeArrowheads="1"/>
          </p:cNvSpPr>
          <p:nvPr/>
        </p:nvSpPr>
        <p:spPr bwMode="auto">
          <a:xfrm>
            <a:off x="1" y="29291"/>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15" name="Rectangle 2">
            <a:extLst>
              <a:ext uri="{FF2B5EF4-FFF2-40B4-BE49-F238E27FC236}">
                <a16:creationId xmlns:a16="http://schemas.microsoft.com/office/drawing/2014/main" id="{BD49A6AD-B0E1-BD4E-BADF-9013F0C8778D}"/>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11" name="Rectangle 1">
            <a:extLst>
              <a:ext uri="{FF2B5EF4-FFF2-40B4-BE49-F238E27FC236}">
                <a16:creationId xmlns:a16="http://schemas.microsoft.com/office/drawing/2014/main" id="{B91C55AA-ACE6-4B18-2FBB-251AA6571D93}"/>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60" eaLnBrk="0" fontAlgn="base" hangingPunct="0">
              <a:spcBef>
                <a:spcPct val="0"/>
              </a:spcBef>
              <a:spcAft>
                <a:spcPct val="0"/>
              </a:spcAft>
              <a:buClr>
                <a:srgbClr val="000000"/>
              </a:buClr>
            </a:pPr>
            <a:endParaRPr lang="en-US" altLang="en-US" sz="1200" kern="0" dirty="0">
              <a:solidFill>
                <a:srgbClr val="000000"/>
              </a:solidFill>
              <a:latin typeface="Arial" panose="020B0604020202020204" pitchFamily="34" charset="0"/>
              <a:cs typeface="Arial"/>
              <a:sym typeface="Arial"/>
            </a:endParaRPr>
          </a:p>
        </p:txBody>
      </p:sp>
      <p:sp>
        <p:nvSpPr>
          <p:cNvPr id="8" name="Rectangle 1">
            <a:extLst>
              <a:ext uri="{FF2B5EF4-FFF2-40B4-BE49-F238E27FC236}">
                <a16:creationId xmlns:a16="http://schemas.microsoft.com/office/drawing/2014/main" id="{FDCFB56A-25B2-8D71-E5B3-D1A116AD1AE0}"/>
              </a:ext>
            </a:extLst>
          </p:cNvPr>
          <p:cNvSpPr>
            <a:spLocks noChangeArrowheads="1"/>
          </p:cNvSpPr>
          <p:nvPr/>
        </p:nvSpPr>
        <p:spPr bwMode="auto">
          <a:xfrm>
            <a:off x="1" y="-123109"/>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20" name="Rectangle 1">
            <a:extLst>
              <a:ext uri="{FF2B5EF4-FFF2-40B4-BE49-F238E27FC236}">
                <a16:creationId xmlns:a16="http://schemas.microsoft.com/office/drawing/2014/main" id="{8B96F248-03D1-C921-2C9A-2D872722A824}"/>
              </a:ext>
            </a:extLst>
          </p:cNvPr>
          <p:cNvSpPr>
            <a:spLocks noChangeArrowheads="1"/>
          </p:cNvSpPr>
          <p:nvPr/>
        </p:nvSpPr>
        <p:spPr bwMode="auto">
          <a:xfrm>
            <a:off x="1" y="29291"/>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17" name="Rectangle 1">
            <a:extLst>
              <a:ext uri="{FF2B5EF4-FFF2-40B4-BE49-F238E27FC236}">
                <a16:creationId xmlns:a16="http://schemas.microsoft.com/office/drawing/2014/main" id="{BFCEA6D9-9B37-23D5-54D8-CB96C4765E89}"/>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60" eaLnBrk="0" fontAlgn="base" hangingPunct="0">
              <a:spcBef>
                <a:spcPct val="0"/>
              </a:spcBef>
              <a:spcAft>
                <a:spcPct val="0"/>
              </a:spcAft>
              <a:buClr>
                <a:srgbClr val="000000"/>
              </a:buClr>
            </a:pPr>
            <a:endParaRPr lang="en-US" altLang="en-US" sz="1200" kern="0" dirty="0">
              <a:solidFill>
                <a:srgbClr val="000000"/>
              </a:solidFill>
              <a:latin typeface="Arial" panose="020B0604020202020204" pitchFamily="34" charset="0"/>
              <a:cs typeface="Arial"/>
              <a:sym typeface="Arial"/>
            </a:endParaRPr>
          </a:p>
        </p:txBody>
      </p:sp>
      <p:sp>
        <p:nvSpPr>
          <p:cNvPr id="22" name="Rectangle 1">
            <a:extLst>
              <a:ext uri="{FF2B5EF4-FFF2-40B4-BE49-F238E27FC236}">
                <a16:creationId xmlns:a16="http://schemas.microsoft.com/office/drawing/2014/main" id="{CCDCBE1D-7985-7E1C-8992-70BC2608F098}"/>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60" eaLnBrk="0" fontAlgn="base" hangingPunct="0">
              <a:spcBef>
                <a:spcPct val="0"/>
              </a:spcBef>
              <a:spcAft>
                <a:spcPct val="0"/>
              </a:spcAft>
              <a:buClr>
                <a:srgbClr val="000000"/>
              </a:buClr>
            </a:pPr>
            <a:endParaRPr lang="en-US" altLang="en-US" sz="1200" kern="0" dirty="0">
              <a:solidFill>
                <a:srgbClr val="000000"/>
              </a:solidFill>
              <a:latin typeface="Arial" panose="020B0604020202020204" pitchFamily="34" charset="0"/>
              <a:cs typeface="Arial"/>
              <a:sym typeface="Arial"/>
            </a:endParaRPr>
          </a:p>
        </p:txBody>
      </p:sp>
      <p:sp>
        <p:nvSpPr>
          <p:cNvPr id="18" name="Rectangle 1">
            <a:extLst>
              <a:ext uri="{FF2B5EF4-FFF2-40B4-BE49-F238E27FC236}">
                <a16:creationId xmlns:a16="http://schemas.microsoft.com/office/drawing/2014/main" id="{728F1A0E-8409-A4E4-C270-F5FFDA9292FD}"/>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60" eaLnBrk="0" fontAlgn="base" hangingPunct="0">
              <a:spcBef>
                <a:spcPct val="0"/>
              </a:spcBef>
              <a:spcAft>
                <a:spcPct val="0"/>
              </a:spcAft>
              <a:buClr>
                <a:srgbClr val="000000"/>
              </a:buClr>
            </a:pPr>
            <a:endParaRPr lang="en-US" altLang="en-US" sz="1200" kern="0" dirty="0">
              <a:solidFill>
                <a:srgbClr val="000000"/>
              </a:solidFill>
              <a:latin typeface="Arial" panose="020B0604020202020204" pitchFamily="34" charset="0"/>
              <a:cs typeface="Arial"/>
              <a:sym typeface="Arial"/>
            </a:endParaRPr>
          </a:p>
        </p:txBody>
      </p:sp>
      <p:sp>
        <p:nvSpPr>
          <p:cNvPr id="25" name="Rectangle 1">
            <a:extLst>
              <a:ext uri="{FF2B5EF4-FFF2-40B4-BE49-F238E27FC236}">
                <a16:creationId xmlns:a16="http://schemas.microsoft.com/office/drawing/2014/main" id="{7A93C6D1-20A2-B808-1EAA-857124EF507A}"/>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60" eaLnBrk="0" fontAlgn="base" hangingPunct="0">
              <a:spcBef>
                <a:spcPct val="0"/>
              </a:spcBef>
              <a:spcAft>
                <a:spcPct val="0"/>
              </a:spcAft>
              <a:buClr>
                <a:srgbClr val="000000"/>
              </a:buClr>
            </a:pPr>
            <a:endParaRPr lang="en-US" altLang="en-US" sz="1200" kern="0" dirty="0">
              <a:solidFill>
                <a:srgbClr val="000000"/>
              </a:solidFill>
              <a:latin typeface="Arial" panose="020B0604020202020204" pitchFamily="34" charset="0"/>
              <a:cs typeface="Arial"/>
              <a:sym typeface="Arial"/>
            </a:endParaRPr>
          </a:p>
        </p:txBody>
      </p:sp>
      <p:sp>
        <p:nvSpPr>
          <p:cNvPr id="6" name="Rectangle 1">
            <a:extLst>
              <a:ext uri="{FF2B5EF4-FFF2-40B4-BE49-F238E27FC236}">
                <a16:creationId xmlns:a16="http://schemas.microsoft.com/office/drawing/2014/main" id="{1DC2AFCA-3048-0A7C-FC5B-5A9A31792232}"/>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28" name="Rectangle 1">
            <a:extLst>
              <a:ext uri="{FF2B5EF4-FFF2-40B4-BE49-F238E27FC236}">
                <a16:creationId xmlns:a16="http://schemas.microsoft.com/office/drawing/2014/main" id="{0F3B95D0-D8AD-E874-FB20-65FF109108DD}"/>
              </a:ext>
            </a:extLst>
          </p:cNvPr>
          <p:cNvSpPr>
            <a:spLocks noChangeArrowheads="1"/>
          </p:cNvSpPr>
          <p:nvPr/>
        </p:nvSpPr>
        <p:spPr bwMode="auto">
          <a:xfrm>
            <a:off x="1" y="29291"/>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21" name="Rectangle 1">
            <a:extLst>
              <a:ext uri="{FF2B5EF4-FFF2-40B4-BE49-F238E27FC236}">
                <a16:creationId xmlns:a16="http://schemas.microsoft.com/office/drawing/2014/main" id="{35D6DBC8-2E6B-FBD1-291D-D38CDAAA7C22}"/>
              </a:ext>
            </a:extLst>
          </p:cNvPr>
          <p:cNvSpPr>
            <a:spLocks noChangeArrowheads="1"/>
          </p:cNvSpPr>
          <p:nvPr/>
        </p:nvSpPr>
        <p:spPr bwMode="auto">
          <a:xfrm>
            <a:off x="1" y="29291"/>
            <a:ext cx="123175" cy="246221"/>
          </a:xfrm>
          <a:prstGeom prst="rect">
            <a:avLst/>
          </a:prstGeom>
          <a:solidFill>
            <a:srgbClr val="1E1F2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60" eaLnBrk="0" fontAlgn="base" hangingPunct="0">
              <a:spcBef>
                <a:spcPct val="0"/>
              </a:spcBef>
              <a:spcAft>
                <a:spcPct val="0"/>
              </a:spcAft>
              <a:buClr>
                <a:srgbClr val="000000"/>
              </a:buClr>
            </a:pPr>
            <a:endParaRPr lang="en-US" altLang="en-US" sz="1200" kern="0" dirty="0">
              <a:solidFill>
                <a:srgbClr val="000000"/>
              </a:solidFill>
              <a:latin typeface="Arial" panose="020B0604020202020204" pitchFamily="34" charset="0"/>
              <a:cs typeface="Arial"/>
              <a:sym typeface="Arial"/>
            </a:endParaRPr>
          </a:p>
        </p:txBody>
      </p:sp>
      <p:sp>
        <p:nvSpPr>
          <p:cNvPr id="24" name="Rectangle 1">
            <a:extLst>
              <a:ext uri="{FF2B5EF4-FFF2-40B4-BE49-F238E27FC236}">
                <a16:creationId xmlns:a16="http://schemas.microsoft.com/office/drawing/2014/main" id="{FD879AC6-CAD2-18E0-0C5E-866F5491D2DD}"/>
              </a:ext>
            </a:extLst>
          </p:cNvPr>
          <p:cNvSpPr>
            <a:spLocks noChangeArrowheads="1"/>
          </p:cNvSpPr>
          <p:nvPr/>
        </p:nvSpPr>
        <p:spPr bwMode="auto">
          <a:xfrm>
            <a:off x="1" y="-123109"/>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30" name="Rectangle 2">
            <a:extLst>
              <a:ext uri="{FF2B5EF4-FFF2-40B4-BE49-F238E27FC236}">
                <a16:creationId xmlns:a16="http://schemas.microsoft.com/office/drawing/2014/main" id="{2A4EE199-F949-5394-3063-ECD24CA65372}"/>
              </a:ext>
            </a:extLst>
          </p:cNvPr>
          <p:cNvSpPr>
            <a:spLocks noChangeArrowheads="1"/>
          </p:cNvSpPr>
          <p:nvPr/>
        </p:nvSpPr>
        <p:spPr bwMode="auto">
          <a:xfrm>
            <a:off x="1" y="-123109"/>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23" name="Rectangle 1">
            <a:extLst>
              <a:ext uri="{FF2B5EF4-FFF2-40B4-BE49-F238E27FC236}">
                <a16:creationId xmlns:a16="http://schemas.microsoft.com/office/drawing/2014/main" id="{FDFB2682-1A84-4D1B-F53C-FE4E82D30505}"/>
              </a:ext>
            </a:extLst>
          </p:cNvPr>
          <p:cNvSpPr>
            <a:spLocks noChangeArrowheads="1"/>
          </p:cNvSpPr>
          <p:nvPr/>
        </p:nvSpPr>
        <p:spPr bwMode="auto">
          <a:xfrm>
            <a:off x="1" y="-123109"/>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26" name="Rectangle 1">
            <a:extLst>
              <a:ext uri="{FF2B5EF4-FFF2-40B4-BE49-F238E27FC236}">
                <a16:creationId xmlns:a16="http://schemas.microsoft.com/office/drawing/2014/main" id="{DB99D942-6C2E-BD01-5C59-B204074F76AB}"/>
              </a:ext>
            </a:extLst>
          </p:cNvPr>
          <p:cNvSpPr>
            <a:spLocks noChangeArrowheads="1"/>
          </p:cNvSpPr>
          <p:nvPr/>
        </p:nvSpPr>
        <p:spPr bwMode="auto">
          <a:xfrm>
            <a:off x="1" y="-123109"/>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29" name="Rectangle 1">
            <a:extLst>
              <a:ext uri="{FF2B5EF4-FFF2-40B4-BE49-F238E27FC236}">
                <a16:creationId xmlns:a16="http://schemas.microsoft.com/office/drawing/2014/main" id="{9EAC2588-4256-9C12-D0CF-BB8B33572837}"/>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39" name="Rectangle 3">
            <a:extLst>
              <a:ext uri="{FF2B5EF4-FFF2-40B4-BE49-F238E27FC236}">
                <a16:creationId xmlns:a16="http://schemas.microsoft.com/office/drawing/2014/main" id="{4150BA79-C715-1369-E3F4-A0D9C91DDCB5}"/>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37" name="Rectangle 1">
            <a:extLst>
              <a:ext uri="{FF2B5EF4-FFF2-40B4-BE49-F238E27FC236}">
                <a16:creationId xmlns:a16="http://schemas.microsoft.com/office/drawing/2014/main" id="{1C285ECE-4854-4443-0F06-54A42B026721}"/>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31" name="Rectangle 1">
            <a:extLst>
              <a:ext uri="{FF2B5EF4-FFF2-40B4-BE49-F238E27FC236}">
                <a16:creationId xmlns:a16="http://schemas.microsoft.com/office/drawing/2014/main" id="{5A1E735A-403F-3F36-9468-5E2D263FBF78}"/>
              </a:ext>
            </a:extLst>
          </p:cNvPr>
          <p:cNvSpPr>
            <a:spLocks noChangeArrowheads="1"/>
          </p:cNvSpPr>
          <p:nvPr/>
        </p:nvSpPr>
        <p:spPr bwMode="auto">
          <a:xfrm>
            <a:off x="1" y="29291"/>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60" eaLnBrk="0" fontAlgn="base" hangingPunct="0">
              <a:spcBef>
                <a:spcPct val="0"/>
              </a:spcBef>
              <a:spcAft>
                <a:spcPct val="0"/>
              </a:spcAft>
              <a:buClr>
                <a:srgbClr val="000000"/>
              </a:buClr>
            </a:pPr>
            <a:endParaRPr lang="en-US" altLang="en-US" sz="1200" kern="0" dirty="0">
              <a:solidFill>
                <a:srgbClr val="000000"/>
              </a:solidFill>
              <a:latin typeface="Arial" panose="020B0604020202020204" pitchFamily="34" charset="0"/>
              <a:cs typeface="Arial"/>
              <a:sym typeface="Arial"/>
            </a:endParaRPr>
          </a:p>
        </p:txBody>
      </p:sp>
      <p:sp>
        <p:nvSpPr>
          <p:cNvPr id="32" name="Rectangle 1">
            <a:extLst>
              <a:ext uri="{FF2B5EF4-FFF2-40B4-BE49-F238E27FC236}">
                <a16:creationId xmlns:a16="http://schemas.microsoft.com/office/drawing/2014/main" id="{9709B833-B7B8-332F-AE70-16BD9B88E020}"/>
              </a:ext>
            </a:extLst>
          </p:cNvPr>
          <p:cNvSpPr>
            <a:spLocks noChangeArrowheads="1"/>
          </p:cNvSpPr>
          <p:nvPr/>
        </p:nvSpPr>
        <p:spPr bwMode="auto">
          <a:xfrm>
            <a:off x="1" y="-123109"/>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33" name="Rectangle 1">
            <a:extLst>
              <a:ext uri="{FF2B5EF4-FFF2-40B4-BE49-F238E27FC236}">
                <a16:creationId xmlns:a16="http://schemas.microsoft.com/office/drawing/2014/main" id="{3645663C-8007-95FF-4376-1BCC548822F8}"/>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35" name="Rectangle 2">
            <a:extLst>
              <a:ext uri="{FF2B5EF4-FFF2-40B4-BE49-F238E27FC236}">
                <a16:creationId xmlns:a16="http://schemas.microsoft.com/office/drawing/2014/main" id="{374558EC-AA1F-886F-3E5C-B720573995DA}"/>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38" name="Rectangle 3">
            <a:extLst>
              <a:ext uri="{FF2B5EF4-FFF2-40B4-BE49-F238E27FC236}">
                <a16:creationId xmlns:a16="http://schemas.microsoft.com/office/drawing/2014/main" id="{EFDD6003-349F-8C3D-AEA3-9B31DF70DC67}"/>
              </a:ext>
            </a:extLst>
          </p:cNvPr>
          <p:cNvSpPr>
            <a:spLocks noChangeArrowheads="1"/>
          </p:cNvSpPr>
          <p:nvPr/>
        </p:nvSpPr>
        <p:spPr bwMode="auto">
          <a:xfrm>
            <a:off x="1" y="-123109"/>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27" name="Google Shape;649;p14">
            <a:extLst>
              <a:ext uri="{FF2B5EF4-FFF2-40B4-BE49-F238E27FC236}">
                <a16:creationId xmlns:a16="http://schemas.microsoft.com/office/drawing/2014/main" id="{AF6C2A4B-0D69-C169-98DE-F493B139A394}"/>
              </a:ext>
            </a:extLst>
          </p:cNvPr>
          <p:cNvSpPr txBox="1"/>
          <p:nvPr/>
        </p:nvSpPr>
        <p:spPr>
          <a:xfrm>
            <a:off x="817537" y="2303025"/>
            <a:ext cx="10885700" cy="1206677"/>
          </a:xfrm>
          <a:prstGeom prst="rect">
            <a:avLst/>
          </a:prstGeom>
          <a:noFill/>
          <a:ln>
            <a:noFill/>
          </a:ln>
        </p:spPr>
        <p:txBody>
          <a:bodyPr spcFirstLastPara="1" wrap="square" lIns="0" tIns="0" rIns="0" bIns="0" anchor="t" anchorCtr="0">
            <a:spAutoFit/>
          </a:bodyPr>
          <a:lstStyle/>
          <a:p>
            <a:pPr defTabSz="609630">
              <a:lnSpc>
                <a:spcPct val="139958"/>
              </a:lnSpc>
              <a:buClr>
                <a:srgbClr val="FFFFFF"/>
              </a:buClr>
            </a:pPr>
            <a:r>
              <a:rPr lang="en-US" sz="1867" i="1" kern="0" dirty="0" err="1">
                <a:solidFill>
                  <a:srgbClr val="8C52FF"/>
                </a:solidFill>
                <a:latin typeface="Roboto Mono"/>
                <a:ea typeface="Roboto Mono"/>
                <a:cs typeface="Arial"/>
                <a:sym typeface="Roboto Mono"/>
              </a:rPr>
              <a:t>len</a:t>
            </a:r>
            <a:r>
              <a:rPr lang="en-US" sz="1867" i="1" kern="0" dirty="0">
                <a:solidFill>
                  <a:srgbClr val="8C52FF"/>
                </a:solidFill>
                <a:latin typeface="Roboto Mono"/>
                <a:ea typeface="Roboto Mono"/>
                <a:cs typeface="Arial"/>
                <a:sym typeface="Roboto Mono"/>
              </a:rPr>
              <a:t>() – Length of a sequence</a:t>
            </a:r>
          </a:p>
          <a:p>
            <a:pPr marL="342917" indent="-342917" defTabSz="609630">
              <a:lnSpc>
                <a:spcPct val="139958"/>
              </a:lnSpc>
              <a:buClr>
                <a:srgbClr val="FFFFFF"/>
              </a:buClr>
              <a:buFont typeface="Arial" panose="020B0604020202020204" pitchFamily="34" charset="0"/>
              <a:buChar char="•"/>
            </a:pPr>
            <a:r>
              <a:rPr lang="en-US" sz="1867" i="1" kern="0" dirty="0">
                <a:solidFill>
                  <a:srgbClr val="FFFFFF"/>
                </a:solidFill>
                <a:latin typeface="Roboto Mono"/>
                <a:ea typeface="Roboto Mono"/>
                <a:cs typeface="Arial"/>
                <a:sym typeface="Roboto Mono"/>
              </a:rPr>
              <a:t>Returns number of elements.</a:t>
            </a:r>
          </a:p>
          <a:p>
            <a:pPr defTabSz="609630">
              <a:lnSpc>
                <a:spcPct val="139958"/>
              </a:lnSpc>
              <a:buClr>
                <a:srgbClr val="FFFFFF"/>
              </a:buClr>
            </a:pPr>
            <a:endParaRPr lang="en-US" sz="1867" i="1" kern="0" dirty="0">
              <a:solidFill>
                <a:srgbClr val="FFFFFF"/>
              </a:solidFill>
              <a:latin typeface="Roboto Mono"/>
              <a:ea typeface="Roboto Mono"/>
              <a:cs typeface="Arial"/>
              <a:sym typeface="Roboto Mono"/>
            </a:endParaRPr>
          </a:p>
        </p:txBody>
      </p:sp>
      <p:pic>
        <p:nvPicPr>
          <p:cNvPr id="36" name="Picture 35">
            <a:extLst>
              <a:ext uri="{FF2B5EF4-FFF2-40B4-BE49-F238E27FC236}">
                <a16:creationId xmlns:a16="http://schemas.microsoft.com/office/drawing/2014/main" id="{B65C67BE-9DD8-57CF-5EBA-751B25CD8A84}"/>
              </a:ext>
            </a:extLst>
          </p:cNvPr>
          <p:cNvPicPr>
            <a:picLocks noChangeAspect="1"/>
          </p:cNvPicPr>
          <p:nvPr/>
        </p:nvPicPr>
        <p:blipFill>
          <a:blip r:embed="rId3"/>
          <a:stretch>
            <a:fillRect/>
          </a:stretch>
        </p:blipFill>
        <p:spPr>
          <a:xfrm>
            <a:off x="3670426" y="3630253"/>
            <a:ext cx="4851149" cy="1766195"/>
          </a:xfrm>
          <a:prstGeom prst="rect">
            <a:avLst/>
          </a:prstGeom>
        </p:spPr>
      </p:pic>
    </p:spTree>
    <p:extLst>
      <p:ext uri="{BB962C8B-B14F-4D97-AF65-F5344CB8AC3E}">
        <p14:creationId xmlns:p14="http://schemas.microsoft.com/office/powerpoint/2010/main" val="1919631482"/>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Shape 624">
          <a:extLst>
            <a:ext uri="{FF2B5EF4-FFF2-40B4-BE49-F238E27FC236}">
              <a16:creationId xmlns:a16="http://schemas.microsoft.com/office/drawing/2014/main" id="{3285578F-9695-890F-8950-09F21E426BEE}"/>
            </a:ext>
          </a:extLst>
        </p:cNvPr>
        <p:cNvGrpSpPr/>
        <p:nvPr/>
      </p:nvGrpSpPr>
      <p:grpSpPr>
        <a:xfrm>
          <a:off x="0" y="0"/>
          <a:ext cx="0" cy="0"/>
          <a:chOff x="0" y="0"/>
          <a:chExt cx="0" cy="0"/>
        </a:xfrm>
      </p:grpSpPr>
      <p:grpSp>
        <p:nvGrpSpPr>
          <p:cNvPr id="625" name="Google Shape;625;p14">
            <a:extLst>
              <a:ext uri="{FF2B5EF4-FFF2-40B4-BE49-F238E27FC236}">
                <a16:creationId xmlns:a16="http://schemas.microsoft.com/office/drawing/2014/main" id="{956F1C35-C5FC-76A5-1FA7-3AC9334964AA}"/>
              </a:ext>
            </a:extLst>
          </p:cNvPr>
          <p:cNvGrpSpPr/>
          <p:nvPr/>
        </p:nvGrpSpPr>
        <p:grpSpPr>
          <a:xfrm>
            <a:off x="305423" y="175962"/>
            <a:ext cx="11543917" cy="6302879"/>
            <a:chOff x="0" y="-241102"/>
            <a:chExt cx="23087835" cy="12605759"/>
          </a:xfrm>
        </p:grpSpPr>
        <p:grpSp>
          <p:nvGrpSpPr>
            <p:cNvPr id="626" name="Google Shape;626;p14">
              <a:extLst>
                <a:ext uri="{FF2B5EF4-FFF2-40B4-BE49-F238E27FC236}">
                  <a16:creationId xmlns:a16="http://schemas.microsoft.com/office/drawing/2014/main" id="{0DE616C0-B8DB-03A5-14C2-42C82F0DDEA7}"/>
                </a:ext>
              </a:extLst>
            </p:cNvPr>
            <p:cNvGrpSpPr/>
            <p:nvPr/>
          </p:nvGrpSpPr>
          <p:grpSpPr>
            <a:xfrm>
              <a:off x="0" y="-241102"/>
              <a:ext cx="23069216" cy="12605759"/>
              <a:chOff x="0" y="-47625"/>
              <a:chExt cx="4556882" cy="2490026"/>
            </a:xfrm>
          </p:grpSpPr>
          <p:sp>
            <p:nvSpPr>
              <p:cNvPr id="627" name="Google Shape;627;p14">
                <a:extLst>
                  <a:ext uri="{FF2B5EF4-FFF2-40B4-BE49-F238E27FC236}">
                    <a16:creationId xmlns:a16="http://schemas.microsoft.com/office/drawing/2014/main" id="{905A4882-1F16-8BFB-6744-CEC79E4C7456}"/>
                  </a:ext>
                </a:extLst>
              </p:cNvPr>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1200" kern="0">
                  <a:solidFill>
                    <a:srgbClr val="000000"/>
                  </a:solidFill>
                  <a:latin typeface="Arial"/>
                  <a:cs typeface="Arial"/>
                  <a:sym typeface="Arial"/>
                </a:endParaRPr>
              </a:p>
            </p:txBody>
          </p:sp>
          <p:sp>
            <p:nvSpPr>
              <p:cNvPr id="628" name="Google Shape;628;p14">
                <a:extLst>
                  <a:ext uri="{FF2B5EF4-FFF2-40B4-BE49-F238E27FC236}">
                    <a16:creationId xmlns:a16="http://schemas.microsoft.com/office/drawing/2014/main" id="{88B4ED2C-C062-A93C-A9A7-71D7C39C32AB}"/>
                  </a:ext>
                </a:extLst>
              </p:cNvPr>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a:extLst>
                <a:ext uri="{FF2B5EF4-FFF2-40B4-BE49-F238E27FC236}">
                  <a16:creationId xmlns:a16="http://schemas.microsoft.com/office/drawing/2014/main" id="{25A8F4A4-D2C6-AC04-3DCD-6C440C59540D}"/>
                </a:ext>
              </a:extLst>
            </p:cNvPr>
            <p:cNvGrpSpPr/>
            <p:nvPr/>
          </p:nvGrpSpPr>
          <p:grpSpPr>
            <a:xfrm>
              <a:off x="18619" y="-241102"/>
              <a:ext cx="23069216" cy="12605759"/>
              <a:chOff x="0" y="-47625"/>
              <a:chExt cx="4556882" cy="2490026"/>
            </a:xfrm>
          </p:grpSpPr>
          <p:sp>
            <p:nvSpPr>
              <p:cNvPr id="630" name="Google Shape;630;p14">
                <a:extLst>
                  <a:ext uri="{FF2B5EF4-FFF2-40B4-BE49-F238E27FC236}">
                    <a16:creationId xmlns:a16="http://schemas.microsoft.com/office/drawing/2014/main" id="{29245E98-5994-9601-5D6C-CB6D7E0F753F}"/>
                  </a:ext>
                </a:extLst>
              </p:cNvPr>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1200" kern="0">
                  <a:solidFill>
                    <a:srgbClr val="000000"/>
                  </a:solidFill>
                  <a:latin typeface="Arial"/>
                  <a:cs typeface="Arial"/>
                  <a:sym typeface="Arial"/>
                </a:endParaRPr>
              </a:p>
            </p:txBody>
          </p:sp>
          <p:sp>
            <p:nvSpPr>
              <p:cNvPr id="631" name="Google Shape;631;p14">
                <a:extLst>
                  <a:ext uri="{FF2B5EF4-FFF2-40B4-BE49-F238E27FC236}">
                    <a16:creationId xmlns:a16="http://schemas.microsoft.com/office/drawing/2014/main" id="{C974102F-7A3B-B916-D972-54BAFB74ADDC}"/>
                  </a:ext>
                </a:extLst>
              </p:cNvPr>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a:extLst>
                <a:ext uri="{FF2B5EF4-FFF2-40B4-BE49-F238E27FC236}">
                  <a16:creationId xmlns:a16="http://schemas.microsoft.com/office/drawing/2014/main" id="{1C518D9A-FC21-864E-AF59-FCD03C473C51}"/>
                </a:ext>
              </a:extLst>
            </p:cNvPr>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a:extLst>
                <a:ext uri="{FF2B5EF4-FFF2-40B4-BE49-F238E27FC236}">
                  <a16:creationId xmlns:a16="http://schemas.microsoft.com/office/drawing/2014/main" id="{BB456121-78FE-17C4-2DFB-1464C3676B67}"/>
                </a:ext>
              </a:extLst>
            </p:cNvPr>
            <p:cNvGrpSpPr/>
            <p:nvPr/>
          </p:nvGrpSpPr>
          <p:grpSpPr>
            <a:xfrm>
              <a:off x="318466" y="201915"/>
              <a:ext cx="394763" cy="394763"/>
              <a:chOff x="0" y="0"/>
              <a:chExt cx="812800" cy="812800"/>
            </a:xfrm>
          </p:grpSpPr>
          <p:sp>
            <p:nvSpPr>
              <p:cNvPr id="634" name="Google Shape;634;p14">
                <a:extLst>
                  <a:ext uri="{FF2B5EF4-FFF2-40B4-BE49-F238E27FC236}">
                    <a16:creationId xmlns:a16="http://schemas.microsoft.com/office/drawing/2014/main" id="{741DA032-13E4-7EDC-A5AB-40C9E046D4CD}"/>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1200" kern="0">
                  <a:solidFill>
                    <a:srgbClr val="000000"/>
                  </a:solidFill>
                  <a:latin typeface="Arial"/>
                  <a:cs typeface="Arial"/>
                  <a:sym typeface="Arial"/>
                </a:endParaRPr>
              </a:p>
            </p:txBody>
          </p:sp>
          <p:sp>
            <p:nvSpPr>
              <p:cNvPr id="635" name="Google Shape;635;p14">
                <a:extLst>
                  <a:ext uri="{FF2B5EF4-FFF2-40B4-BE49-F238E27FC236}">
                    <a16:creationId xmlns:a16="http://schemas.microsoft.com/office/drawing/2014/main" id="{0D030F1D-B562-6187-E321-38D971CE876A}"/>
                  </a:ext>
                </a:extLst>
              </p:cNvPr>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a:extLst>
                <a:ext uri="{FF2B5EF4-FFF2-40B4-BE49-F238E27FC236}">
                  <a16:creationId xmlns:a16="http://schemas.microsoft.com/office/drawing/2014/main" id="{A8A0F279-48BA-02DE-4D95-4E3E69788876}"/>
                </a:ext>
              </a:extLst>
            </p:cNvPr>
            <p:cNvGrpSpPr/>
            <p:nvPr/>
          </p:nvGrpSpPr>
          <p:grpSpPr>
            <a:xfrm>
              <a:off x="989083" y="201915"/>
              <a:ext cx="394763" cy="394763"/>
              <a:chOff x="0" y="0"/>
              <a:chExt cx="812800" cy="812800"/>
            </a:xfrm>
          </p:grpSpPr>
          <p:sp>
            <p:nvSpPr>
              <p:cNvPr id="637" name="Google Shape;637;p14">
                <a:extLst>
                  <a:ext uri="{FF2B5EF4-FFF2-40B4-BE49-F238E27FC236}">
                    <a16:creationId xmlns:a16="http://schemas.microsoft.com/office/drawing/2014/main" id="{0AFF72AA-1A53-E00C-E6A0-8ACC88637C6F}"/>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1200" kern="0">
                  <a:solidFill>
                    <a:srgbClr val="000000"/>
                  </a:solidFill>
                  <a:latin typeface="Arial"/>
                  <a:cs typeface="Arial"/>
                  <a:sym typeface="Arial"/>
                </a:endParaRPr>
              </a:p>
            </p:txBody>
          </p:sp>
          <p:sp>
            <p:nvSpPr>
              <p:cNvPr id="638" name="Google Shape;638;p14">
                <a:extLst>
                  <a:ext uri="{FF2B5EF4-FFF2-40B4-BE49-F238E27FC236}">
                    <a16:creationId xmlns:a16="http://schemas.microsoft.com/office/drawing/2014/main" id="{8D5BCF19-A65B-21D9-1F0D-70F45AB0F27D}"/>
                  </a:ext>
                </a:extLst>
              </p:cNvPr>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a:extLst>
                <a:ext uri="{FF2B5EF4-FFF2-40B4-BE49-F238E27FC236}">
                  <a16:creationId xmlns:a16="http://schemas.microsoft.com/office/drawing/2014/main" id="{AC99576B-5677-BD52-3021-ACD7DB977F70}"/>
                </a:ext>
              </a:extLst>
            </p:cNvPr>
            <p:cNvGrpSpPr/>
            <p:nvPr/>
          </p:nvGrpSpPr>
          <p:grpSpPr>
            <a:xfrm>
              <a:off x="1663247" y="201915"/>
              <a:ext cx="394763" cy="394763"/>
              <a:chOff x="0" y="0"/>
              <a:chExt cx="812800" cy="812800"/>
            </a:xfrm>
          </p:grpSpPr>
          <p:sp>
            <p:nvSpPr>
              <p:cNvPr id="640" name="Google Shape;640;p14">
                <a:extLst>
                  <a:ext uri="{FF2B5EF4-FFF2-40B4-BE49-F238E27FC236}">
                    <a16:creationId xmlns:a16="http://schemas.microsoft.com/office/drawing/2014/main" id="{811755C6-7D79-04D2-DF91-E39060234B7E}"/>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1200" kern="0">
                  <a:solidFill>
                    <a:srgbClr val="000000"/>
                  </a:solidFill>
                  <a:latin typeface="Arial"/>
                  <a:cs typeface="Arial"/>
                  <a:sym typeface="Arial"/>
                </a:endParaRPr>
              </a:p>
            </p:txBody>
          </p:sp>
          <p:sp>
            <p:nvSpPr>
              <p:cNvPr id="641" name="Google Shape;641;p14">
                <a:extLst>
                  <a:ext uri="{FF2B5EF4-FFF2-40B4-BE49-F238E27FC236}">
                    <a16:creationId xmlns:a16="http://schemas.microsoft.com/office/drawing/2014/main" id="{501666C0-1BA1-183E-EEDD-9F4DE3F570DA}"/>
                  </a:ext>
                </a:extLst>
              </p:cNvPr>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a:extLst>
              <a:ext uri="{FF2B5EF4-FFF2-40B4-BE49-F238E27FC236}">
                <a16:creationId xmlns:a16="http://schemas.microsoft.com/office/drawing/2014/main" id="{39EAAB91-1564-CF20-0FC1-BD3C257E39A4}"/>
              </a:ext>
            </a:extLst>
          </p:cNvPr>
          <p:cNvGrpSpPr/>
          <p:nvPr/>
        </p:nvGrpSpPr>
        <p:grpSpPr>
          <a:xfrm>
            <a:off x="685800" y="879049"/>
            <a:ext cx="10562908" cy="1109071"/>
            <a:chOff x="0" y="-47625"/>
            <a:chExt cx="4517902" cy="474365"/>
          </a:xfrm>
          <a:solidFill>
            <a:schemeClr val="accent1"/>
          </a:solidFill>
        </p:grpSpPr>
        <p:sp>
          <p:nvSpPr>
            <p:cNvPr id="643" name="Google Shape;643;p14">
              <a:extLst>
                <a:ext uri="{FF2B5EF4-FFF2-40B4-BE49-F238E27FC236}">
                  <a16:creationId xmlns:a16="http://schemas.microsoft.com/office/drawing/2014/main" id="{36C42714-4738-EA0C-0AA1-51199770DB9E}"/>
                </a:ext>
              </a:extLst>
            </p:cNvPr>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1200" kern="0">
                <a:solidFill>
                  <a:srgbClr val="000000"/>
                </a:solidFill>
                <a:latin typeface="Arial"/>
                <a:cs typeface="Arial"/>
                <a:sym typeface="Arial"/>
              </a:endParaRPr>
            </a:p>
          </p:txBody>
        </p:sp>
        <p:sp>
          <p:nvSpPr>
            <p:cNvPr id="644" name="Google Shape;644;p14">
              <a:extLst>
                <a:ext uri="{FF2B5EF4-FFF2-40B4-BE49-F238E27FC236}">
                  <a16:creationId xmlns:a16="http://schemas.microsoft.com/office/drawing/2014/main" id="{FFEFD68F-72DF-49CB-C50D-2DC970A19E3E}"/>
                </a:ext>
              </a:extLst>
            </p:cNvPr>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a:extLst>
              <a:ext uri="{FF2B5EF4-FFF2-40B4-BE49-F238E27FC236}">
                <a16:creationId xmlns:a16="http://schemas.microsoft.com/office/drawing/2014/main" id="{F8EB1C18-793E-33DA-F141-6CE7A0257EC5}"/>
              </a:ext>
            </a:extLst>
          </p:cNvPr>
          <p:cNvGrpSpPr/>
          <p:nvPr/>
        </p:nvGrpSpPr>
        <p:grpSpPr>
          <a:xfrm>
            <a:off x="1008592" y="1041879"/>
            <a:ext cx="10562908" cy="1109071"/>
            <a:chOff x="0" y="-47625"/>
            <a:chExt cx="4517902" cy="474365"/>
          </a:xfrm>
        </p:grpSpPr>
        <p:sp>
          <p:nvSpPr>
            <p:cNvPr id="646" name="Google Shape;646;p14">
              <a:extLst>
                <a:ext uri="{FF2B5EF4-FFF2-40B4-BE49-F238E27FC236}">
                  <a16:creationId xmlns:a16="http://schemas.microsoft.com/office/drawing/2014/main" id="{86F034AC-2DEA-EFB6-FFD0-5929F1385B8B}"/>
                </a:ext>
              </a:extLst>
            </p:cNvPr>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1200" kern="0">
                <a:solidFill>
                  <a:srgbClr val="000000"/>
                </a:solidFill>
                <a:latin typeface="Arial"/>
                <a:cs typeface="Arial"/>
                <a:sym typeface="Arial"/>
              </a:endParaRPr>
            </a:p>
          </p:txBody>
        </p:sp>
        <p:sp>
          <p:nvSpPr>
            <p:cNvPr id="647" name="Google Shape;647;p14">
              <a:extLst>
                <a:ext uri="{FF2B5EF4-FFF2-40B4-BE49-F238E27FC236}">
                  <a16:creationId xmlns:a16="http://schemas.microsoft.com/office/drawing/2014/main" id="{F0F0FD24-0E42-C909-A3D5-FFD71E790D6B}"/>
                </a:ext>
              </a:extLst>
            </p:cNvPr>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a:extLst>
              <a:ext uri="{FF2B5EF4-FFF2-40B4-BE49-F238E27FC236}">
                <a16:creationId xmlns:a16="http://schemas.microsoft.com/office/drawing/2014/main" id="{C1288D9D-1673-ABB0-1BBF-367A1E52473C}"/>
              </a:ext>
            </a:extLst>
          </p:cNvPr>
          <p:cNvSpPr txBox="1"/>
          <p:nvPr/>
        </p:nvSpPr>
        <p:spPr>
          <a:xfrm>
            <a:off x="1127043" y="1162461"/>
            <a:ext cx="10722297" cy="886397"/>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4800" kern="0" dirty="0">
                <a:solidFill>
                  <a:srgbClr val="FFFFFF"/>
                </a:solidFill>
                <a:latin typeface="Courier"/>
                <a:cs typeface="Arial"/>
                <a:sym typeface="Courier"/>
              </a:rPr>
              <a:t>Built-in Sequence Functions</a:t>
            </a:r>
            <a:endParaRPr sz="4800"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01E5B0EF-7C7E-88BB-DAE9-1835FD3DFCAC}"/>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1200" kern="0">
              <a:solidFill>
                <a:srgbClr val="000000"/>
              </a:solidFill>
              <a:latin typeface="Arial"/>
              <a:cs typeface="Arial"/>
              <a:sym typeface="Arial"/>
            </a:endParaRPr>
          </a:p>
        </p:txBody>
      </p:sp>
      <p:sp>
        <p:nvSpPr>
          <p:cNvPr id="7" name="Rectangle 1">
            <a:extLst>
              <a:ext uri="{FF2B5EF4-FFF2-40B4-BE49-F238E27FC236}">
                <a16:creationId xmlns:a16="http://schemas.microsoft.com/office/drawing/2014/main" id="{FC978665-96AA-FBCB-FDE6-FD5F48C695EF}"/>
              </a:ext>
            </a:extLst>
          </p:cNvPr>
          <p:cNvSpPr>
            <a:spLocks noChangeArrowheads="1"/>
          </p:cNvSpPr>
          <p:nvPr/>
        </p:nvSpPr>
        <p:spPr bwMode="auto">
          <a:xfrm>
            <a:off x="1" y="29291"/>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60" eaLnBrk="0" fontAlgn="base" hangingPunct="0">
              <a:spcBef>
                <a:spcPct val="0"/>
              </a:spcBef>
              <a:spcAft>
                <a:spcPct val="0"/>
              </a:spcAft>
              <a:buClr>
                <a:srgbClr val="000000"/>
              </a:buClr>
            </a:pPr>
            <a:endParaRPr lang="en-US" altLang="en-US" sz="1200" kern="0" dirty="0">
              <a:solidFill>
                <a:srgbClr val="000000"/>
              </a:solidFill>
              <a:latin typeface="Arial" panose="020B0604020202020204" pitchFamily="34" charset="0"/>
              <a:cs typeface="Arial"/>
              <a:sym typeface="Arial"/>
            </a:endParaRPr>
          </a:p>
        </p:txBody>
      </p:sp>
      <p:sp>
        <p:nvSpPr>
          <p:cNvPr id="3" name="Rectangle 1">
            <a:extLst>
              <a:ext uri="{FF2B5EF4-FFF2-40B4-BE49-F238E27FC236}">
                <a16:creationId xmlns:a16="http://schemas.microsoft.com/office/drawing/2014/main" id="{7DA8CF16-6F3B-807A-0DB0-379CF6A59006}"/>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60" eaLnBrk="0" fontAlgn="base" hangingPunct="0">
              <a:spcBef>
                <a:spcPct val="0"/>
              </a:spcBef>
              <a:spcAft>
                <a:spcPct val="0"/>
              </a:spcAft>
              <a:buClr>
                <a:srgbClr val="000000"/>
              </a:buClr>
            </a:pPr>
            <a:endParaRPr lang="en-US" altLang="en-US" sz="1200" kern="0" dirty="0">
              <a:solidFill>
                <a:srgbClr val="000000"/>
              </a:solidFill>
              <a:latin typeface="Arial" panose="020B0604020202020204" pitchFamily="34" charset="0"/>
              <a:cs typeface="Arial"/>
              <a:sym typeface="Arial"/>
            </a:endParaRPr>
          </a:p>
        </p:txBody>
      </p:sp>
      <p:sp>
        <p:nvSpPr>
          <p:cNvPr id="4" name="Rectangle 1">
            <a:extLst>
              <a:ext uri="{FF2B5EF4-FFF2-40B4-BE49-F238E27FC236}">
                <a16:creationId xmlns:a16="http://schemas.microsoft.com/office/drawing/2014/main" id="{B2D12F65-0B57-E39A-98F2-C47FE87B479F}"/>
              </a:ext>
            </a:extLst>
          </p:cNvPr>
          <p:cNvSpPr>
            <a:spLocks noChangeArrowheads="1"/>
          </p:cNvSpPr>
          <p:nvPr/>
        </p:nvSpPr>
        <p:spPr bwMode="auto">
          <a:xfrm>
            <a:off x="1" y="29291"/>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16" name="Rectangle 5">
            <a:extLst>
              <a:ext uri="{FF2B5EF4-FFF2-40B4-BE49-F238E27FC236}">
                <a16:creationId xmlns:a16="http://schemas.microsoft.com/office/drawing/2014/main" id="{33182E2D-E78B-87CD-39EA-9A1DF22CC1B3}"/>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5" name="Rectangle 1">
            <a:extLst>
              <a:ext uri="{FF2B5EF4-FFF2-40B4-BE49-F238E27FC236}">
                <a16:creationId xmlns:a16="http://schemas.microsoft.com/office/drawing/2014/main" id="{56F76835-3E4B-CB75-B5BC-B2B0730D41B6}"/>
              </a:ext>
            </a:extLst>
          </p:cNvPr>
          <p:cNvSpPr>
            <a:spLocks noChangeArrowheads="1"/>
          </p:cNvSpPr>
          <p:nvPr/>
        </p:nvSpPr>
        <p:spPr bwMode="auto">
          <a:xfrm>
            <a:off x="1" y="-123109"/>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9" name="Rectangle 2">
            <a:extLst>
              <a:ext uri="{FF2B5EF4-FFF2-40B4-BE49-F238E27FC236}">
                <a16:creationId xmlns:a16="http://schemas.microsoft.com/office/drawing/2014/main" id="{EA3D7EA3-72E5-78F7-5273-8692F307F4C2}"/>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12" name="Rectangle 2">
            <a:extLst>
              <a:ext uri="{FF2B5EF4-FFF2-40B4-BE49-F238E27FC236}">
                <a16:creationId xmlns:a16="http://schemas.microsoft.com/office/drawing/2014/main" id="{66799A70-715E-83BE-D626-29FE07E6DC3E}"/>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13" name="Rectangle 3">
            <a:extLst>
              <a:ext uri="{FF2B5EF4-FFF2-40B4-BE49-F238E27FC236}">
                <a16:creationId xmlns:a16="http://schemas.microsoft.com/office/drawing/2014/main" id="{12BCAC0C-F75F-4A79-4EB5-3A0949A59E3A}"/>
              </a:ext>
            </a:extLst>
          </p:cNvPr>
          <p:cNvSpPr>
            <a:spLocks noChangeArrowheads="1"/>
          </p:cNvSpPr>
          <p:nvPr/>
        </p:nvSpPr>
        <p:spPr bwMode="auto">
          <a:xfrm>
            <a:off x="1" y="-123109"/>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14" name="Rectangle 4">
            <a:extLst>
              <a:ext uri="{FF2B5EF4-FFF2-40B4-BE49-F238E27FC236}">
                <a16:creationId xmlns:a16="http://schemas.microsoft.com/office/drawing/2014/main" id="{E426F83A-035A-9C2F-5B34-E022B54C7DAB}"/>
              </a:ext>
            </a:extLst>
          </p:cNvPr>
          <p:cNvSpPr>
            <a:spLocks noChangeArrowheads="1"/>
          </p:cNvSpPr>
          <p:nvPr/>
        </p:nvSpPr>
        <p:spPr bwMode="auto">
          <a:xfrm>
            <a:off x="1" y="29291"/>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60" eaLnBrk="0" fontAlgn="base" hangingPunct="0">
              <a:spcBef>
                <a:spcPct val="0"/>
              </a:spcBef>
              <a:spcAft>
                <a:spcPct val="0"/>
              </a:spcAft>
              <a:buClr>
                <a:srgbClr val="000000"/>
              </a:buClr>
            </a:pPr>
            <a:endParaRPr lang="en-US" altLang="en-US" sz="1200" kern="0" dirty="0">
              <a:solidFill>
                <a:srgbClr val="000000"/>
              </a:solidFill>
              <a:latin typeface="Arial" panose="020B0604020202020204" pitchFamily="34" charset="0"/>
              <a:cs typeface="Arial"/>
              <a:sym typeface="Arial"/>
            </a:endParaRPr>
          </a:p>
        </p:txBody>
      </p:sp>
      <p:sp>
        <p:nvSpPr>
          <p:cNvPr id="19" name="Rectangle 6">
            <a:extLst>
              <a:ext uri="{FF2B5EF4-FFF2-40B4-BE49-F238E27FC236}">
                <a16:creationId xmlns:a16="http://schemas.microsoft.com/office/drawing/2014/main" id="{40863609-CB84-E318-7D82-690C9BC32FD5}"/>
              </a:ext>
            </a:extLst>
          </p:cNvPr>
          <p:cNvSpPr>
            <a:spLocks noChangeArrowheads="1"/>
          </p:cNvSpPr>
          <p:nvPr/>
        </p:nvSpPr>
        <p:spPr bwMode="auto">
          <a:xfrm>
            <a:off x="1" y="-123109"/>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60" eaLnBrk="0" fontAlgn="base" hangingPunct="0">
              <a:spcBef>
                <a:spcPct val="0"/>
              </a:spcBef>
              <a:spcAft>
                <a:spcPct val="0"/>
              </a:spcAft>
              <a:buClr>
                <a:srgbClr val="000000"/>
              </a:buClr>
            </a:pPr>
            <a:endParaRPr lang="en-US" altLang="en-US" sz="1200" kern="0" dirty="0">
              <a:solidFill>
                <a:srgbClr val="000000"/>
              </a:solidFill>
              <a:latin typeface="Arial" panose="020B0604020202020204" pitchFamily="34" charset="0"/>
              <a:cs typeface="Arial"/>
              <a:sym typeface="Arial"/>
            </a:endParaRPr>
          </a:p>
        </p:txBody>
      </p:sp>
      <p:sp>
        <p:nvSpPr>
          <p:cNvPr id="10" name="Rectangle 1">
            <a:extLst>
              <a:ext uri="{FF2B5EF4-FFF2-40B4-BE49-F238E27FC236}">
                <a16:creationId xmlns:a16="http://schemas.microsoft.com/office/drawing/2014/main" id="{1028DCAF-1CCB-D70B-123F-90A259EB5D48}"/>
              </a:ext>
            </a:extLst>
          </p:cNvPr>
          <p:cNvSpPr>
            <a:spLocks noChangeArrowheads="1"/>
          </p:cNvSpPr>
          <p:nvPr/>
        </p:nvSpPr>
        <p:spPr bwMode="auto">
          <a:xfrm>
            <a:off x="1" y="29291"/>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15" name="Rectangle 2">
            <a:extLst>
              <a:ext uri="{FF2B5EF4-FFF2-40B4-BE49-F238E27FC236}">
                <a16:creationId xmlns:a16="http://schemas.microsoft.com/office/drawing/2014/main" id="{07BE651C-1E2B-3AF2-31AE-838048114527}"/>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11" name="Rectangle 1">
            <a:extLst>
              <a:ext uri="{FF2B5EF4-FFF2-40B4-BE49-F238E27FC236}">
                <a16:creationId xmlns:a16="http://schemas.microsoft.com/office/drawing/2014/main" id="{0B55F153-4A3C-2D9A-316A-6C8DD0E1B747}"/>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60" eaLnBrk="0" fontAlgn="base" hangingPunct="0">
              <a:spcBef>
                <a:spcPct val="0"/>
              </a:spcBef>
              <a:spcAft>
                <a:spcPct val="0"/>
              </a:spcAft>
              <a:buClr>
                <a:srgbClr val="000000"/>
              </a:buClr>
            </a:pPr>
            <a:endParaRPr lang="en-US" altLang="en-US" sz="1200" kern="0" dirty="0">
              <a:solidFill>
                <a:srgbClr val="000000"/>
              </a:solidFill>
              <a:latin typeface="Arial" panose="020B0604020202020204" pitchFamily="34" charset="0"/>
              <a:cs typeface="Arial"/>
              <a:sym typeface="Arial"/>
            </a:endParaRPr>
          </a:p>
        </p:txBody>
      </p:sp>
      <p:sp>
        <p:nvSpPr>
          <p:cNvPr id="8" name="Rectangle 1">
            <a:extLst>
              <a:ext uri="{FF2B5EF4-FFF2-40B4-BE49-F238E27FC236}">
                <a16:creationId xmlns:a16="http://schemas.microsoft.com/office/drawing/2014/main" id="{7C6457D0-1DF1-60C0-A9F7-22845C4A555A}"/>
              </a:ext>
            </a:extLst>
          </p:cNvPr>
          <p:cNvSpPr>
            <a:spLocks noChangeArrowheads="1"/>
          </p:cNvSpPr>
          <p:nvPr/>
        </p:nvSpPr>
        <p:spPr bwMode="auto">
          <a:xfrm>
            <a:off x="1" y="-123109"/>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20" name="Rectangle 1">
            <a:extLst>
              <a:ext uri="{FF2B5EF4-FFF2-40B4-BE49-F238E27FC236}">
                <a16:creationId xmlns:a16="http://schemas.microsoft.com/office/drawing/2014/main" id="{07E8CC4F-CB0A-E4D1-9B30-E2B087E40C09}"/>
              </a:ext>
            </a:extLst>
          </p:cNvPr>
          <p:cNvSpPr>
            <a:spLocks noChangeArrowheads="1"/>
          </p:cNvSpPr>
          <p:nvPr/>
        </p:nvSpPr>
        <p:spPr bwMode="auto">
          <a:xfrm>
            <a:off x="1" y="29291"/>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17" name="Rectangle 1">
            <a:extLst>
              <a:ext uri="{FF2B5EF4-FFF2-40B4-BE49-F238E27FC236}">
                <a16:creationId xmlns:a16="http://schemas.microsoft.com/office/drawing/2014/main" id="{C0518D7F-7C9C-8D29-4285-1C8099839EEE}"/>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60" eaLnBrk="0" fontAlgn="base" hangingPunct="0">
              <a:spcBef>
                <a:spcPct val="0"/>
              </a:spcBef>
              <a:spcAft>
                <a:spcPct val="0"/>
              </a:spcAft>
              <a:buClr>
                <a:srgbClr val="000000"/>
              </a:buClr>
            </a:pPr>
            <a:endParaRPr lang="en-US" altLang="en-US" sz="1200" kern="0" dirty="0">
              <a:solidFill>
                <a:srgbClr val="000000"/>
              </a:solidFill>
              <a:latin typeface="Arial" panose="020B0604020202020204" pitchFamily="34" charset="0"/>
              <a:cs typeface="Arial"/>
              <a:sym typeface="Arial"/>
            </a:endParaRPr>
          </a:p>
        </p:txBody>
      </p:sp>
      <p:sp>
        <p:nvSpPr>
          <p:cNvPr id="22" name="Rectangle 1">
            <a:extLst>
              <a:ext uri="{FF2B5EF4-FFF2-40B4-BE49-F238E27FC236}">
                <a16:creationId xmlns:a16="http://schemas.microsoft.com/office/drawing/2014/main" id="{9060C652-2DCC-6257-77F5-F27C16464889}"/>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60" eaLnBrk="0" fontAlgn="base" hangingPunct="0">
              <a:spcBef>
                <a:spcPct val="0"/>
              </a:spcBef>
              <a:spcAft>
                <a:spcPct val="0"/>
              </a:spcAft>
              <a:buClr>
                <a:srgbClr val="000000"/>
              </a:buClr>
            </a:pPr>
            <a:endParaRPr lang="en-US" altLang="en-US" sz="1200" kern="0" dirty="0">
              <a:solidFill>
                <a:srgbClr val="000000"/>
              </a:solidFill>
              <a:latin typeface="Arial" panose="020B0604020202020204" pitchFamily="34" charset="0"/>
              <a:cs typeface="Arial"/>
              <a:sym typeface="Arial"/>
            </a:endParaRPr>
          </a:p>
        </p:txBody>
      </p:sp>
      <p:sp>
        <p:nvSpPr>
          <p:cNvPr id="18" name="Rectangle 1">
            <a:extLst>
              <a:ext uri="{FF2B5EF4-FFF2-40B4-BE49-F238E27FC236}">
                <a16:creationId xmlns:a16="http://schemas.microsoft.com/office/drawing/2014/main" id="{ECA9FF40-18C9-59F8-3AA1-3C194DA445A6}"/>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60" eaLnBrk="0" fontAlgn="base" hangingPunct="0">
              <a:spcBef>
                <a:spcPct val="0"/>
              </a:spcBef>
              <a:spcAft>
                <a:spcPct val="0"/>
              </a:spcAft>
              <a:buClr>
                <a:srgbClr val="000000"/>
              </a:buClr>
            </a:pPr>
            <a:endParaRPr lang="en-US" altLang="en-US" sz="1200" kern="0" dirty="0">
              <a:solidFill>
                <a:srgbClr val="000000"/>
              </a:solidFill>
              <a:latin typeface="Arial" panose="020B0604020202020204" pitchFamily="34" charset="0"/>
              <a:cs typeface="Arial"/>
              <a:sym typeface="Arial"/>
            </a:endParaRPr>
          </a:p>
        </p:txBody>
      </p:sp>
      <p:sp>
        <p:nvSpPr>
          <p:cNvPr id="25" name="Rectangle 1">
            <a:extLst>
              <a:ext uri="{FF2B5EF4-FFF2-40B4-BE49-F238E27FC236}">
                <a16:creationId xmlns:a16="http://schemas.microsoft.com/office/drawing/2014/main" id="{AC848C28-EEF8-A0E2-65A7-920D56DA8635}"/>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60" eaLnBrk="0" fontAlgn="base" hangingPunct="0">
              <a:spcBef>
                <a:spcPct val="0"/>
              </a:spcBef>
              <a:spcAft>
                <a:spcPct val="0"/>
              </a:spcAft>
              <a:buClr>
                <a:srgbClr val="000000"/>
              </a:buClr>
            </a:pPr>
            <a:endParaRPr lang="en-US" altLang="en-US" sz="1200" kern="0" dirty="0">
              <a:solidFill>
                <a:srgbClr val="000000"/>
              </a:solidFill>
              <a:latin typeface="Arial" panose="020B0604020202020204" pitchFamily="34" charset="0"/>
              <a:cs typeface="Arial"/>
              <a:sym typeface="Arial"/>
            </a:endParaRPr>
          </a:p>
        </p:txBody>
      </p:sp>
      <p:sp>
        <p:nvSpPr>
          <p:cNvPr id="6" name="Rectangle 1">
            <a:extLst>
              <a:ext uri="{FF2B5EF4-FFF2-40B4-BE49-F238E27FC236}">
                <a16:creationId xmlns:a16="http://schemas.microsoft.com/office/drawing/2014/main" id="{5433DD09-5544-CF42-99B3-FFB01E6C2F55}"/>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28" name="Rectangle 1">
            <a:extLst>
              <a:ext uri="{FF2B5EF4-FFF2-40B4-BE49-F238E27FC236}">
                <a16:creationId xmlns:a16="http://schemas.microsoft.com/office/drawing/2014/main" id="{AC41F35C-9F37-761B-CBA4-D35AA38A50B0}"/>
              </a:ext>
            </a:extLst>
          </p:cNvPr>
          <p:cNvSpPr>
            <a:spLocks noChangeArrowheads="1"/>
          </p:cNvSpPr>
          <p:nvPr/>
        </p:nvSpPr>
        <p:spPr bwMode="auto">
          <a:xfrm>
            <a:off x="1" y="29291"/>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21" name="Rectangle 1">
            <a:extLst>
              <a:ext uri="{FF2B5EF4-FFF2-40B4-BE49-F238E27FC236}">
                <a16:creationId xmlns:a16="http://schemas.microsoft.com/office/drawing/2014/main" id="{E9EEBFD6-5438-27DA-E97F-709036CA4B4A}"/>
              </a:ext>
            </a:extLst>
          </p:cNvPr>
          <p:cNvSpPr>
            <a:spLocks noChangeArrowheads="1"/>
          </p:cNvSpPr>
          <p:nvPr/>
        </p:nvSpPr>
        <p:spPr bwMode="auto">
          <a:xfrm>
            <a:off x="1" y="29291"/>
            <a:ext cx="123175" cy="246221"/>
          </a:xfrm>
          <a:prstGeom prst="rect">
            <a:avLst/>
          </a:prstGeom>
          <a:solidFill>
            <a:srgbClr val="1E1F2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60" eaLnBrk="0" fontAlgn="base" hangingPunct="0">
              <a:spcBef>
                <a:spcPct val="0"/>
              </a:spcBef>
              <a:spcAft>
                <a:spcPct val="0"/>
              </a:spcAft>
              <a:buClr>
                <a:srgbClr val="000000"/>
              </a:buClr>
            </a:pPr>
            <a:endParaRPr lang="en-US" altLang="en-US" sz="1200" kern="0" dirty="0">
              <a:solidFill>
                <a:srgbClr val="000000"/>
              </a:solidFill>
              <a:latin typeface="Arial" panose="020B0604020202020204" pitchFamily="34" charset="0"/>
              <a:cs typeface="Arial"/>
              <a:sym typeface="Arial"/>
            </a:endParaRPr>
          </a:p>
        </p:txBody>
      </p:sp>
      <p:sp>
        <p:nvSpPr>
          <p:cNvPr id="24" name="Rectangle 1">
            <a:extLst>
              <a:ext uri="{FF2B5EF4-FFF2-40B4-BE49-F238E27FC236}">
                <a16:creationId xmlns:a16="http://schemas.microsoft.com/office/drawing/2014/main" id="{319613BC-8D6E-6F45-CC26-F8F31271AFE3}"/>
              </a:ext>
            </a:extLst>
          </p:cNvPr>
          <p:cNvSpPr>
            <a:spLocks noChangeArrowheads="1"/>
          </p:cNvSpPr>
          <p:nvPr/>
        </p:nvSpPr>
        <p:spPr bwMode="auto">
          <a:xfrm>
            <a:off x="1" y="-123109"/>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30" name="Rectangle 2">
            <a:extLst>
              <a:ext uri="{FF2B5EF4-FFF2-40B4-BE49-F238E27FC236}">
                <a16:creationId xmlns:a16="http://schemas.microsoft.com/office/drawing/2014/main" id="{E9F2E47F-3533-6D1E-2264-8DF5F9443F4B}"/>
              </a:ext>
            </a:extLst>
          </p:cNvPr>
          <p:cNvSpPr>
            <a:spLocks noChangeArrowheads="1"/>
          </p:cNvSpPr>
          <p:nvPr/>
        </p:nvSpPr>
        <p:spPr bwMode="auto">
          <a:xfrm>
            <a:off x="1" y="-123109"/>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23" name="Rectangle 1">
            <a:extLst>
              <a:ext uri="{FF2B5EF4-FFF2-40B4-BE49-F238E27FC236}">
                <a16:creationId xmlns:a16="http://schemas.microsoft.com/office/drawing/2014/main" id="{AC1D415F-1336-19DA-EBAC-DC56653B0763}"/>
              </a:ext>
            </a:extLst>
          </p:cNvPr>
          <p:cNvSpPr>
            <a:spLocks noChangeArrowheads="1"/>
          </p:cNvSpPr>
          <p:nvPr/>
        </p:nvSpPr>
        <p:spPr bwMode="auto">
          <a:xfrm>
            <a:off x="1" y="-123109"/>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26" name="Rectangle 1">
            <a:extLst>
              <a:ext uri="{FF2B5EF4-FFF2-40B4-BE49-F238E27FC236}">
                <a16:creationId xmlns:a16="http://schemas.microsoft.com/office/drawing/2014/main" id="{CB25FE38-6DA0-FCD6-9DE5-80F81B6E74A7}"/>
              </a:ext>
            </a:extLst>
          </p:cNvPr>
          <p:cNvSpPr>
            <a:spLocks noChangeArrowheads="1"/>
          </p:cNvSpPr>
          <p:nvPr/>
        </p:nvSpPr>
        <p:spPr bwMode="auto">
          <a:xfrm>
            <a:off x="1" y="-123109"/>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29" name="Rectangle 1">
            <a:extLst>
              <a:ext uri="{FF2B5EF4-FFF2-40B4-BE49-F238E27FC236}">
                <a16:creationId xmlns:a16="http://schemas.microsoft.com/office/drawing/2014/main" id="{FB13A867-FD82-9B57-6651-07BE4D5B4998}"/>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39" name="Rectangle 3">
            <a:extLst>
              <a:ext uri="{FF2B5EF4-FFF2-40B4-BE49-F238E27FC236}">
                <a16:creationId xmlns:a16="http://schemas.microsoft.com/office/drawing/2014/main" id="{F5422DF5-45C2-4224-EF79-F09B229D5C8C}"/>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37" name="Rectangle 1">
            <a:extLst>
              <a:ext uri="{FF2B5EF4-FFF2-40B4-BE49-F238E27FC236}">
                <a16:creationId xmlns:a16="http://schemas.microsoft.com/office/drawing/2014/main" id="{8CF5C745-5C3F-764F-9B2C-5F9BDB0BF7E2}"/>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31" name="Rectangle 1">
            <a:extLst>
              <a:ext uri="{FF2B5EF4-FFF2-40B4-BE49-F238E27FC236}">
                <a16:creationId xmlns:a16="http://schemas.microsoft.com/office/drawing/2014/main" id="{F2EB36C8-E91B-EF1D-4A9F-E1D842649922}"/>
              </a:ext>
            </a:extLst>
          </p:cNvPr>
          <p:cNvSpPr>
            <a:spLocks noChangeArrowheads="1"/>
          </p:cNvSpPr>
          <p:nvPr/>
        </p:nvSpPr>
        <p:spPr bwMode="auto">
          <a:xfrm>
            <a:off x="1" y="29291"/>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60" eaLnBrk="0" fontAlgn="base" hangingPunct="0">
              <a:spcBef>
                <a:spcPct val="0"/>
              </a:spcBef>
              <a:spcAft>
                <a:spcPct val="0"/>
              </a:spcAft>
              <a:buClr>
                <a:srgbClr val="000000"/>
              </a:buClr>
            </a:pPr>
            <a:endParaRPr lang="en-US" altLang="en-US" sz="1200" kern="0" dirty="0">
              <a:solidFill>
                <a:srgbClr val="000000"/>
              </a:solidFill>
              <a:latin typeface="Arial" panose="020B0604020202020204" pitchFamily="34" charset="0"/>
              <a:cs typeface="Arial"/>
              <a:sym typeface="Arial"/>
            </a:endParaRPr>
          </a:p>
        </p:txBody>
      </p:sp>
      <p:sp>
        <p:nvSpPr>
          <p:cNvPr id="32" name="Rectangle 1">
            <a:extLst>
              <a:ext uri="{FF2B5EF4-FFF2-40B4-BE49-F238E27FC236}">
                <a16:creationId xmlns:a16="http://schemas.microsoft.com/office/drawing/2014/main" id="{C04A0426-7928-CAED-AE38-501B0D29CE5B}"/>
              </a:ext>
            </a:extLst>
          </p:cNvPr>
          <p:cNvSpPr>
            <a:spLocks noChangeArrowheads="1"/>
          </p:cNvSpPr>
          <p:nvPr/>
        </p:nvSpPr>
        <p:spPr bwMode="auto">
          <a:xfrm>
            <a:off x="1" y="-123109"/>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33" name="Rectangle 1">
            <a:extLst>
              <a:ext uri="{FF2B5EF4-FFF2-40B4-BE49-F238E27FC236}">
                <a16:creationId xmlns:a16="http://schemas.microsoft.com/office/drawing/2014/main" id="{029EA4A5-DE73-941D-F313-6AD3975F84EF}"/>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35" name="Rectangle 2">
            <a:extLst>
              <a:ext uri="{FF2B5EF4-FFF2-40B4-BE49-F238E27FC236}">
                <a16:creationId xmlns:a16="http://schemas.microsoft.com/office/drawing/2014/main" id="{4FC263A1-07ED-97B3-A606-8DA5FCD8B751}"/>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38" name="Rectangle 3">
            <a:extLst>
              <a:ext uri="{FF2B5EF4-FFF2-40B4-BE49-F238E27FC236}">
                <a16:creationId xmlns:a16="http://schemas.microsoft.com/office/drawing/2014/main" id="{3601F401-2A67-D5FD-C874-C03621948D41}"/>
              </a:ext>
            </a:extLst>
          </p:cNvPr>
          <p:cNvSpPr>
            <a:spLocks noChangeArrowheads="1"/>
          </p:cNvSpPr>
          <p:nvPr/>
        </p:nvSpPr>
        <p:spPr bwMode="auto">
          <a:xfrm>
            <a:off x="1" y="-123109"/>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27" name="Google Shape;649;p14">
            <a:extLst>
              <a:ext uri="{FF2B5EF4-FFF2-40B4-BE49-F238E27FC236}">
                <a16:creationId xmlns:a16="http://schemas.microsoft.com/office/drawing/2014/main" id="{EB531C42-79F5-5789-C592-C9BFE23AA8C2}"/>
              </a:ext>
            </a:extLst>
          </p:cNvPr>
          <p:cNvSpPr txBox="1"/>
          <p:nvPr/>
        </p:nvSpPr>
        <p:spPr>
          <a:xfrm>
            <a:off x="817537" y="2303025"/>
            <a:ext cx="10885700" cy="804451"/>
          </a:xfrm>
          <a:prstGeom prst="rect">
            <a:avLst/>
          </a:prstGeom>
          <a:noFill/>
          <a:ln>
            <a:noFill/>
          </a:ln>
        </p:spPr>
        <p:txBody>
          <a:bodyPr spcFirstLastPara="1" wrap="square" lIns="0" tIns="0" rIns="0" bIns="0" anchor="t" anchorCtr="0">
            <a:spAutoFit/>
          </a:bodyPr>
          <a:lstStyle/>
          <a:p>
            <a:pPr defTabSz="609630">
              <a:lnSpc>
                <a:spcPct val="139958"/>
              </a:lnSpc>
              <a:buClr>
                <a:srgbClr val="FFFFFF"/>
              </a:buClr>
            </a:pPr>
            <a:r>
              <a:rPr lang="en-US" sz="1867" i="1" kern="0" dirty="0">
                <a:solidFill>
                  <a:srgbClr val="8C52FF"/>
                </a:solidFill>
                <a:latin typeface="Roboto Mono"/>
                <a:ea typeface="Roboto Mono"/>
                <a:cs typeface="Arial"/>
                <a:sym typeface="Roboto Mono"/>
              </a:rPr>
              <a:t>min() – Smallest element</a:t>
            </a:r>
          </a:p>
          <a:p>
            <a:pPr marL="342917" indent="-342917" defTabSz="609630">
              <a:lnSpc>
                <a:spcPct val="139958"/>
              </a:lnSpc>
              <a:buClr>
                <a:srgbClr val="FFFFFF"/>
              </a:buClr>
              <a:buFont typeface="Arial" panose="020B0604020202020204" pitchFamily="34" charset="0"/>
              <a:buChar char="•"/>
            </a:pPr>
            <a:r>
              <a:rPr lang="en-US" sz="1867" i="1" kern="0" dirty="0">
                <a:solidFill>
                  <a:srgbClr val="FFFFFF"/>
                </a:solidFill>
                <a:latin typeface="Roboto Mono"/>
                <a:ea typeface="Roboto Mono"/>
                <a:cs typeface="Arial"/>
                <a:sym typeface="Roboto Mono"/>
              </a:rPr>
              <a:t>Elements must be comparable.</a:t>
            </a:r>
          </a:p>
        </p:txBody>
      </p:sp>
      <p:pic>
        <p:nvPicPr>
          <p:cNvPr id="40" name="Picture 39">
            <a:extLst>
              <a:ext uri="{FF2B5EF4-FFF2-40B4-BE49-F238E27FC236}">
                <a16:creationId xmlns:a16="http://schemas.microsoft.com/office/drawing/2014/main" id="{118FD432-C86E-38BF-92AC-9B29CDAC58CE}"/>
              </a:ext>
            </a:extLst>
          </p:cNvPr>
          <p:cNvPicPr>
            <a:picLocks noChangeAspect="1"/>
          </p:cNvPicPr>
          <p:nvPr/>
        </p:nvPicPr>
        <p:blipFill>
          <a:blip r:embed="rId3"/>
          <a:stretch>
            <a:fillRect/>
          </a:stretch>
        </p:blipFill>
        <p:spPr>
          <a:xfrm>
            <a:off x="2375623" y="3837519"/>
            <a:ext cx="7440755" cy="1488151"/>
          </a:xfrm>
          <a:prstGeom prst="rect">
            <a:avLst/>
          </a:prstGeom>
        </p:spPr>
      </p:pic>
    </p:spTree>
    <p:extLst>
      <p:ext uri="{BB962C8B-B14F-4D97-AF65-F5344CB8AC3E}">
        <p14:creationId xmlns:p14="http://schemas.microsoft.com/office/powerpoint/2010/main" val="1752109297"/>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Shape 624">
          <a:extLst>
            <a:ext uri="{FF2B5EF4-FFF2-40B4-BE49-F238E27FC236}">
              <a16:creationId xmlns:a16="http://schemas.microsoft.com/office/drawing/2014/main" id="{33D5E473-7150-2793-0FFF-14A3FEAA86F7}"/>
            </a:ext>
          </a:extLst>
        </p:cNvPr>
        <p:cNvGrpSpPr/>
        <p:nvPr/>
      </p:nvGrpSpPr>
      <p:grpSpPr>
        <a:xfrm>
          <a:off x="0" y="0"/>
          <a:ext cx="0" cy="0"/>
          <a:chOff x="0" y="0"/>
          <a:chExt cx="0" cy="0"/>
        </a:xfrm>
      </p:grpSpPr>
      <p:grpSp>
        <p:nvGrpSpPr>
          <p:cNvPr id="625" name="Google Shape;625;p14">
            <a:extLst>
              <a:ext uri="{FF2B5EF4-FFF2-40B4-BE49-F238E27FC236}">
                <a16:creationId xmlns:a16="http://schemas.microsoft.com/office/drawing/2014/main" id="{D8E4CDB3-C6C0-E89F-0A33-670E68D60FB0}"/>
              </a:ext>
            </a:extLst>
          </p:cNvPr>
          <p:cNvGrpSpPr/>
          <p:nvPr/>
        </p:nvGrpSpPr>
        <p:grpSpPr>
          <a:xfrm>
            <a:off x="305423" y="175962"/>
            <a:ext cx="11543917" cy="6302879"/>
            <a:chOff x="0" y="-241102"/>
            <a:chExt cx="23087835" cy="12605759"/>
          </a:xfrm>
        </p:grpSpPr>
        <p:grpSp>
          <p:nvGrpSpPr>
            <p:cNvPr id="626" name="Google Shape;626;p14">
              <a:extLst>
                <a:ext uri="{FF2B5EF4-FFF2-40B4-BE49-F238E27FC236}">
                  <a16:creationId xmlns:a16="http://schemas.microsoft.com/office/drawing/2014/main" id="{E94C4365-B65F-98C4-99C7-FF1DFF152BC7}"/>
                </a:ext>
              </a:extLst>
            </p:cNvPr>
            <p:cNvGrpSpPr/>
            <p:nvPr/>
          </p:nvGrpSpPr>
          <p:grpSpPr>
            <a:xfrm>
              <a:off x="0" y="-241102"/>
              <a:ext cx="23069216" cy="12605759"/>
              <a:chOff x="0" y="-47625"/>
              <a:chExt cx="4556882" cy="2490026"/>
            </a:xfrm>
          </p:grpSpPr>
          <p:sp>
            <p:nvSpPr>
              <p:cNvPr id="627" name="Google Shape;627;p14">
                <a:extLst>
                  <a:ext uri="{FF2B5EF4-FFF2-40B4-BE49-F238E27FC236}">
                    <a16:creationId xmlns:a16="http://schemas.microsoft.com/office/drawing/2014/main" id="{406F945D-3441-EAFE-6B30-0D636D296F90}"/>
                  </a:ext>
                </a:extLst>
              </p:cNvPr>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1200" kern="0">
                  <a:solidFill>
                    <a:srgbClr val="000000"/>
                  </a:solidFill>
                  <a:latin typeface="Arial"/>
                  <a:cs typeface="Arial"/>
                  <a:sym typeface="Arial"/>
                </a:endParaRPr>
              </a:p>
            </p:txBody>
          </p:sp>
          <p:sp>
            <p:nvSpPr>
              <p:cNvPr id="628" name="Google Shape;628;p14">
                <a:extLst>
                  <a:ext uri="{FF2B5EF4-FFF2-40B4-BE49-F238E27FC236}">
                    <a16:creationId xmlns:a16="http://schemas.microsoft.com/office/drawing/2014/main" id="{990B3853-69AA-3CFB-A910-7AB53BB0ADE4}"/>
                  </a:ext>
                </a:extLst>
              </p:cNvPr>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a:extLst>
                <a:ext uri="{FF2B5EF4-FFF2-40B4-BE49-F238E27FC236}">
                  <a16:creationId xmlns:a16="http://schemas.microsoft.com/office/drawing/2014/main" id="{3A43E953-7807-2853-87F3-C0D84ECEDDA4}"/>
                </a:ext>
              </a:extLst>
            </p:cNvPr>
            <p:cNvGrpSpPr/>
            <p:nvPr/>
          </p:nvGrpSpPr>
          <p:grpSpPr>
            <a:xfrm>
              <a:off x="18619" y="-241102"/>
              <a:ext cx="23069216" cy="12605759"/>
              <a:chOff x="0" y="-47625"/>
              <a:chExt cx="4556882" cy="2490026"/>
            </a:xfrm>
          </p:grpSpPr>
          <p:sp>
            <p:nvSpPr>
              <p:cNvPr id="630" name="Google Shape;630;p14">
                <a:extLst>
                  <a:ext uri="{FF2B5EF4-FFF2-40B4-BE49-F238E27FC236}">
                    <a16:creationId xmlns:a16="http://schemas.microsoft.com/office/drawing/2014/main" id="{C5793F53-B90B-C30C-B616-8B6C1914860F}"/>
                  </a:ext>
                </a:extLst>
              </p:cNvPr>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1200" kern="0">
                  <a:solidFill>
                    <a:srgbClr val="000000"/>
                  </a:solidFill>
                  <a:latin typeface="Arial"/>
                  <a:cs typeface="Arial"/>
                  <a:sym typeface="Arial"/>
                </a:endParaRPr>
              </a:p>
            </p:txBody>
          </p:sp>
          <p:sp>
            <p:nvSpPr>
              <p:cNvPr id="631" name="Google Shape;631;p14">
                <a:extLst>
                  <a:ext uri="{FF2B5EF4-FFF2-40B4-BE49-F238E27FC236}">
                    <a16:creationId xmlns:a16="http://schemas.microsoft.com/office/drawing/2014/main" id="{D9206E38-BAD0-E1C0-0694-B4401A89BDCA}"/>
                  </a:ext>
                </a:extLst>
              </p:cNvPr>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a:extLst>
                <a:ext uri="{FF2B5EF4-FFF2-40B4-BE49-F238E27FC236}">
                  <a16:creationId xmlns:a16="http://schemas.microsoft.com/office/drawing/2014/main" id="{F1E45108-29E1-846B-B752-9A2E54FA596A}"/>
                </a:ext>
              </a:extLst>
            </p:cNvPr>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a:extLst>
                <a:ext uri="{FF2B5EF4-FFF2-40B4-BE49-F238E27FC236}">
                  <a16:creationId xmlns:a16="http://schemas.microsoft.com/office/drawing/2014/main" id="{871892A5-BD34-61FA-B312-765401518CDD}"/>
                </a:ext>
              </a:extLst>
            </p:cNvPr>
            <p:cNvGrpSpPr/>
            <p:nvPr/>
          </p:nvGrpSpPr>
          <p:grpSpPr>
            <a:xfrm>
              <a:off x="318466" y="201915"/>
              <a:ext cx="394763" cy="394763"/>
              <a:chOff x="0" y="0"/>
              <a:chExt cx="812800" cy="812800"/>
            </a:xfrm>
          </p:grpSpPr>
          <p:sp>
            <p:nvSpPr>
              <p:cNvPr id="634" name="Google Shape;634;p14">
                <a:extLst>
                  <a:ext uri="{FF2B5EF4-FFF2-40B4-BE49-F238E27FC236}">
                    <a16:creationId xmlns:a16="http://schemas.microsoft.com/office/drawing/2014/main" id="{B266A2F1-BD41-E6DD-FFBF-427010887F45}"/>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1200" kern="0">
                  <a:solidFill>
                    <a:srgbClr val="000000"/>
                  </a:solidFill>
                  <a:latin typeface="Arial"/>
                  <a:cs typeface="Arial"/>
                  <a:sym typeface="Arial"/>
                </a:endParaRPr>
              </a:p>
            </p:txBody>
          </p:sp>
          <p:sp>
            <p:nvSpPr>
              <p:cNvPr id="635" name="Google Shape;635;p14">
                <a:extLst>
                  <a:ext uri="{FF2B5EF4-FFF2-40B4-BE49-F238E27FC236}">
                    <a16:creationId xmlns:a16="http://schemas.microsoft.com/office/drawing/2014/main" id="{5E4F6DF9-B0DF-ABFF-1D58-BBE196048EA4}"/>
                  </a:ext>
                </a:extLst>
              </p:cNvPr>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a:extLst>
                <a:ext uri="{FF2B5EF4-FFF2-40B4-BE49-F238E27FC236}">
                  <a16:creationId xmlns:a16="http://schemas.microsoft.com/office/drawing/2014/main" id="{F48197B8-5A39-B222-CE08-717A025F6AF4}"/>
                </a:ext>
              </a:extLst>
            </p:cNvPr>
            <p:cNvGrpSpPr/>
            <p:nvPr/>
          </p:nvGrpSpPr>
          <p:grpSpPr>
            <a:xfrm>
              <a:off x="989083" y="201915"/>
              <a:ext cx="394763" cy="394763"/>
              <a:chOff x="0" y="0"/>
              <a:chExt cx="812800" cy="812800"/>
            </a:xfrm>
          </p:grpSpPr>
          <p:sp>
            <p:nvSpPr>
              <p:cNvPr id="637" name="Google Shape;637;p14">
                <a:extLst>
                  <a:ext uri="{FF2B5EF4-FFF2-40B4-BE49-F238E27FC236}">
                    <a16:creationId xmlns:a16="http://schemas.microsoft.com/office/drawing/2014/main" id="{24F6B8A7-E77C-5C97-FFB5-5367BFB6953D}"/>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1200" kern="0">
                  <a:solidFill>
                    <a:srgbClr val="000000"/>
                  </a:solidFill>
                  <a:latin typeface="Arial"/>
                  <a:cs typeface="Arial"/>
                  <a:sym typeface="Arial"/>
                </a:endParaRPr>
              </a:p>
            </p:txBody>
          </p:sp>
          <p:sp>
            <p:nvSpPr>
              <p:cNvPr id="638" name="Google Shape;638;p14">
                <a:extLst>
                  <a:ext uri="{FF2B5EF4-FFF2-40B4-BE49-F238E27FC236}">
                    <a16:creationId xmlns:a16="http://schemas.microsoft.com/office/drawing/2014/main" id="{F416220F-D606-A183-7610-9FA1E820378B}"/>
                  </a:ext>
                </a:extLst>
              </p:cNvPr>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a:extLst>
                <a:ext uri="{FF2B5EF4-FFF2-40B4-BE49-F238E27FC236}">
                  <a16:creationId xmlns:a16="http://schemas.microsoft.com/office/drawing/2014/main" id="{A7B910F4-007D-4BD9-6D65-69855A1F17E1}"/>
                </a:ext>
              </a:extLst>
            </p:cNvPr>
            <p:cNvGrpSpPr/>
            <p:nvPr/>
          </p:nvGrpSpPr>
          <p:grpSpPr>
            <a:xfrm>
              <a:off x="1663247" y="201915"/>
              <a:ext cx="394763" cy="394763"/>
              <a:chOff x="0" y="0"/>
              <a:chExt cx="812800" cy="812800"/>
            </a:xfrm>
          </p:grpSpPr>
          <p:sp>
            <p:nvSpPr>
              <p:cNvPr id="640" name="Google Shape;640;p14">
                <a:extLst>
                  <a:ext uri="{FF2B5EF4-FFF2-40B4-BE49-F238E27FC236}">
                    <a16:creationId xmlns:a16="http://schemas.microsoft.com/office/drawing/2014/main" id="{1B47D40B-DDD8-8F03-5E26-DD8FE7EB724C}"/>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1200" kern="0">
                  <a:solidFill>
                    <a:srgbClr val="000000"/>
                  </a:solidFill>
                  <a:latin typeface="Arial"/>
                  <a:cs typeface="Arial"/>
                  <a:sym typeface="Arial"/>
                </a:endParaRPr>
              </a:p>
            </p:txBody>
          </p:sp>
          <p:sp>
            <p:nvSpPr>
              <p:cNvPr id="641" name="Google Shape;641;p14">
                <a:extLst>
                  <a:ext uri="{FF2B5EF4-FFF2-40B4-BE49-F238E27FC236}">
                    <a16:creationId xmlns:a16="http://schemas.microsoft.com/office/drawing/2014/main" id="{0CF31171-7CA9-D9B5-54EE-D935B340DC5F}"/>
                  </a:ext>
                </a:extLst>
              </p:cNvPr>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a:extLst>
              <a:ext uri="{FF2B5EF4-FFF2-40B4-BE49-F238E27FC236}">
                <a16:creationId xmlns:a16="http://schemas.microsoft.com/office/drawing/2014/main" id="{71DCB22C-1964-9190-5815-CE8CE14DF377}"/>
              </a:ext>
            </a:extLst>
          </p:cNvPr>
          <p:cNvGrpSpPr/>
          <p:nvPr/>
        </p:nvGrpSpPr>
        <p:grpSpPr>
          <a:xfrm>
            <a:off x="685800" y="879049"/>
            <a:ext cx="10562908" cy="1109071"/>
            <a:chOff x="0" y="-47625"/>
            <a:chExt cx="4517902" cy="474365"/>
          </a:xfrm>
          <a:solidFill>
            <a:schemeClr val="accent1"/>
          </a:solidFill>
        </p:grpSpPr>
        <p:sp>
          <p:nvSpPr>
            <p:cNvPr id="643" name="Google Shape;643;p14">
              <a:extLst>
                <a:ext uri="{FF2B5EF4-FFF2-40B4-BE49-F238E27FC236}">
                  <a16:creationId xmlns:a16="http://schemas.microsoft.com/office/drawing/2014/main" id="{F310CB70-ECBB-0C13-4924-2F8A06474E4C}"/>
                </a:ext>
              </a:extLst>
            </p:cNvPr>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1200" kern="0">
                <a:solidFill>
                  <a:srgbClr val="000000"/>
                </a:solidFill>
                <a:latin typeface="Arial"/>
                <a:cs typeface="Arial"/>
                <a:sym typeface="Arial"/>
              </a:endParaRPr>
            </a:p>
          </p:txBody>
        </p:sp>
        <p:sp>
          <p:nvSpPr>
            <p:cNvPr id="644" name="Google Shape;644;p14">
              <a:extLst>
                <a:ext uri="{FF2B5EF4-FFF2-40B4-BE49-F238E27FC236}">
                  <a16:creationId xmlns:a16="http://schemas.microsoft.com/office/drawing/2014/main" id="{D6A01B51-D1A8-6DF1-D671-CB4A49EFA806}"/>
                </a:ext>
              </a:extLst>
            </p:cNvPr>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a:extLst>
              <a:ext uri="{FF2B5EF4-FFF2-40B4-BE49-F238E27FC236}">
                <a16:creationId xmlns:a16="http://schemas.microsoft.com/office/drawing/2014/main" id="{91003080-D66A-CA63-F092-7A7E4B1965A8}"/>
              </a:ext>
            </a:extLst>
          </p:cNvPr>
          <p:cNvGrpSpPr/>
          <p:nvPr/>
        </p:nvGrpSpPr>
        <p:grpSpPr>
          <a:xfrm>
            <a:off x="1008592" y="1041879"/>
            <a:ext cx="10562908" cy="1109071"/>
            <a:chOff x="0" y="-47625"/>
            <a:chExt cx="4517902" cy="474365"/>
          </a:xfrm>
        </p:grpSpPr>
        <p:sp>
          <p:nvSpPr>
            <p:cNvPr id="646" name="Google Shape;646;p14">
              <a:extLst>
                <a:ext uri="{FF2B5EF4-FFF2-40B4-BE49-F238E27FC236}">
                  <a16:creationId xmlns:a16="http://schemas.microsoft.com/office/drawing/2014/main" id="{51AC291D-F817-89A9-E47E-B266AE39C016}"/>
                </a:ext>
              </a:extLst>
            </p:cNvPr>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1200" kern="0">
                <a:solidFill>
                  <a:srgbClr val="000000"/>
                </a:solidFill>
                <a:latin typeface="Arial"/>
                <a:cs typeface="Arial"/>
                <a:sym typeface="Arial"/>
              </a:endParaRPr>
            </a:p>
          </p:txBody>
        </p:sp>
        <p:sp>
          <p:nvSpPr>
            <p:cNvPr id="647" name="Google Shape;647;p14">
              <a:extLst>
                <a:ext uri="{FF2B5EF4-FFF2-40B4-BE49-F238E27FC236}">
                  <a16:creationId xmlns:a16="http://schemas.microsoft.com/office/drawing/2014/main" id="{A05B04EA-6CC5-4190-F80D-856DFA4446A2}"/>
                </a:ext>
              </a:extLst>
            </p:cNvPr>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a:extLst>
              <a:ext uri="{FF2B5EF4-FFF2-40B4-BE49-F238E27FC236}">
                <a16:creationId xmlns:a16="http://schemas.microsoft.com/office/drawing/2014/main" id="{9868EEB7-C191-AAFF-07DB-6C17754E3300}"/>
              </a:ext>
            </a:extLst>
          </p:cNvPr>
          <p:cNvSpPr txBox="1"/>
          <p:nvPr/>
        </p:nvSpPr>
        <p:spPr>
          <a:xfrm>
            <a:off x="1127043" y="1162461"/>
            <a:ext cx="10722297" cy="886397"/>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4800" kern="0" dirty="0">
                <a:solidFill>
                  <a:srgbClr val="FFFFFF"/>
                </a:solidFill>
                <a:latin typeface="Courier"/>
                <a:cs typeface="Arial"/>
                <a:sym typeface="Courier"/>
              </a:rPr>
              <a:t>Built-in Sequence Functions</a:t>
            </a:r>
            <a:endParaRPr sz="4800"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06D77448-E388-3E64-4C36-C2846B585A05}"/>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1200" kern="0">
              <a:solidFill>
                <a:srgbClr val="000000"/>
              </a:solidFill>
              <a:latin typeface="Arial"/>
              <a:cs typeface="Arial"/>
              <a:sym typeface="Arial"/>
            </a:endParaRPr>
          </a:p>
        </p:txBody>
      </p:sp>
      <p:sp>
        <p:nvSpPr>
          <p:cNvPr id="7" name="Rectangle 1">
            <a:extLst>
              <a:ext uri="{FF2B5EF4-FFF2-40B4-BE49-F238E27FC236}">
                <a16:creationId xmlns:a16="http://schemas.microsoft.com/office/drawing/2014/main" id="{E1B5C14C-1205-BEFA-1348-E8551D1224D1}"/>
              </a:ext>
            </a:extLst>
          </p:cNvPr>
          <p:cNvSpPr>
            <a:spLocks noChangeArrowheads="1"/>
          </p:cNvSpPr>
          <p:nvPr/>
        </p:nvSpPr>
        <p:spPr bwMode="auto">
          <a:xfrm>
            <a:off x="1" y="29291"/>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60" eaLnBrk="0" fontAlgn="base" hangingPunct="0">
              <a:spcBef>
                <a:spcPct val="0"/>
              </a:spcBef>
              <a:spcAft>
                <a:spcPct val="0"/>
              </a:spcAft>
              <a:buClr>
                <a:srgbClr val="000000"/>
              </a:buClr>
            </a:pPr>
            <a:endParaRPr lang="en-US" altLang="en-US" sz="1200" kern="0" dirty="0">
              <a:solidFill>
                <a:srgbClr val="000000"/>
              </a:solidFill>
              <a:latin typeface="Arial" panose="020B0604020202020204" pitchFamily="34" charset="0"/>
              <a:cs typeface="Arial"/>
              <a:sym typeface="Arial"/>
            </a:endParaRPr>
          </a:p>
        </p:txBody>
      </p:sp>
      <p:sp>
        <p:nvSpPr>
          <p:cNvPr id="3" name="Rectangle 1">
            <a:extLst>
              <a:ext uri="{FF2B5EF4-FFF2-40B4-BE49-F238E27FC236}">
                <a16:creationId xmlns:a16="http://schemas.microsoft.com/office/drawing/2014/main" id="{2CD81943-FFDF-740D-685C-21259ED1A2BD}"/>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60" eaLnBrk="0" fontAlgn="base" hangingPunct="0">
              <a:spcBef>
                <a:spcPct val="0"/>
              </a:spcBef>
              <a:spcAft>
                <a:spcPct val="0"/>
              </a:spcAft>
              <a:buClr>
                <a:srgbClr val="000000"/>
              </a:buClr>
            </a:pPr>
            <a:endParaRPr lang="en-US" altLang="en-US" sz="1200" kern="0" dirty="0">
              <a:solidFill>
                <a:srgbClr val="000000"/>
              </a:solidFill>
              <a:latin typeface="Arial" panose="020B0604020202020204" pitchFamily="34" charset="0"/>
              <a:cs typeface="Arial"/>
              <a:sym typeface="Arial"/>
            </a:endParaRPr>
          </a:p>
        </p:txBody>
      </p:sp>
      <p:sp>
        <p:nvSpPr>
          <p:cNvPr id="4" name="Rectangle 1">
            <a:extLst>
              <a:ext uri="{FF2B5EF4-FFF2-40B4-BE49-F238E27FC236}">
                <a16:creationId xmlns:a16="http://schemas.microsoft.com/office/drawing/2014/main" id="{DC449A6E-2383-EB42-62E1-538A41C8DD08}"/>
              </a:ext>
            </a:extLst>
          </p:cNvPr>
          <p:cNvSpPr>
            <a:spLocks noChangeArrowheads="1"/>
          </p:cNvSpPr>
          <p:nvPr/>
        </p:nvSpPr>
        <p:spPr bwMode="auto">
          <a:xfrm>
            <a:off x="1" y="29291"/>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16" name="Rectangle 5">
            <a:extLst>
              <a:ext uri="{FF2B5EF4-FFF2-40B4-BE49-F238E27FC236}">
                <a16:creationId xmlns:a16="http://schemas.microsoft.com/office/drawing/2014/main" id="{23A8027C-81C6-5E6C-2180-F684D1B93E33}"/>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5" name="Rectangle 1">
            <a:extLst>
              <a:ext uri="{FF2B5EF4-FFF2-40B4-BE49-F238E27FC236}">
                <a16:creationId xmlns:a16="http://schemas.microsoft.com/office/drawing/2014/main" id="{6C88E4B6-51B3-7345-E264-283F5A490B72}"/>
              </a:ext>
            </a:extLst>
          </p:cNvPr>
          <p:cNvSpPr>
            <a:spLocks noChangeArrowheads="1"/>
          </p:cNvSpPr>
          <p:nvPr/>
        </p:nvSpPr>
        <p:spPr bwMode="auto">
          <a:xfrm>
            <a:off x="1" y="-123109"/>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9" name="Rectangle 2">
            <a:extLst>
              <a:ext uri="{FF2B5EF4-FFF2-40B4-BE49-F238E27FC236}">
                <a16:creationId xmlns:a16="http://schemas.microsoft.com/office/drawing/2014/main" id="{A05809C3-411E-6FCE-4C39-EB0577699B68}"/>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12" name="Rectangle 2">
            <a:extLst>
              <a:ext uri="{FF2B5EF4-FFF2-40B4-BE49-F238E27FC236}">
                <a16:creationId xmlns:a16="http://schemas.microsoft.com/office/drawing/2014/main" id="{98B0200B-C0EB-AC12-0653-39D99FC7BA93}"/>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13" name="Rectangle 3">
            <a:extLst>
              <a:ext uri="{FF2B5EF4-FFF2-40B4-BE49-F238E27FC236}">
                <a16:creationId xmlns:a16="http://schemas.microsoft.com/office/drawing/2014/main" id="{AEA4F8C6-2A91-679A-C6CF-2C00D34EFDEF}"/>
              </a:ext>
            </a:extLst>
          </p:cNvPr>
          <p:cNvSpPr>
            <a:spLocks noChangeArrowheads="1"/>
          </p:cNvSpPr>
          <p:nvPr/>
        </p:nvSpPr>
        <p:spPr bwMode="auto">
          <a:xfrm>
            <a:off x="1" y="-123109"/>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14" name="Rectangle 4">
            <a:extLst>
              <a:ext uri="{FF2B5EF4-FFF2-40B4-BE49-F238E27FC236}">
                <a16:creationId xmlns:a16="http://schemas.microsoft.com/office/drawing/2014/main" id="{A8DA520A-FD08-F8C1-11FA-80F192150548}"/>
              </a:ext>
            </a:extLst>
          </p:cNvPr>
          <p:cNvSpPr>
            <a:spLocks noChangeArrowheads="1"/>
          </p:cNvSpPr>
          <p:nvPr/>
        </p:nvSpPr>
        <p:spPr bwMode="auto">
          <a:xfrm>
            <a:off x="1" y="29291"/>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60" eaLnBrk="0" fontAlgn="base" hangingPunct="0">
              <a:spcBef>
                <a:spcPct val="0"/>
              </a:spcBef>
              <a:spcAft>
                <a:spcPct val="0"/>
              </a:spcAft>
              <a:buClr>
                <a:srgbClr val="000000"/>
              </a:buClr>
            </a:pPr>
            <a:endParaRPr lang="en-US" altLang="en-US" sz="1200" kern="0" dirty="0">
              <a:solidFill>
                <a:srgbClr val="000000"/>
              </a:solidFill>
              <a:latin typeface="Arial" panose="020B0604020202020204" pitchFamily="34" charset="0"/>
              <a:cs typeface="Arial"/>
              <a:sym typeface="Arial"/>
            </a:endParaRPr>
          </a:p>
        </p:txBody>
      </p:sp>
      <p:sp>
        <p:nvSpPr>
          <p:cNvPr id="19" name="Rectangle 6">
            <a:extLst>
              <a:ext uri="{FF2B5EF4-FFF2-40B4-BE49-F238E27FC236}">
                <a16:creationId xmlns:a16="http://schemas.microsoft.com/office/drawing/2014/main" id="{2689245A-349A-917D-C7A2-6639E955E623}"/>
              </a:ext>
            </a:extLst>
          </p:cNvPr>
          <p:cNvSpPr>
            <a:spLocks noChangeArrowheads="1"/>
          </p:cNvSpPr>
          <p:nvPr/>
        </p:nvSpPr>
        <p:spPr bwMode="auto">
          <a:xfrm>
            <a:off x="1" y="-123109"/>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60" eaLnBrk="0" fontAlgn="base" hangingPunct="0">
              <a:spcBef>
                <a:spcPct val="0"/>
              </a:spcBef>
              <a:spcAft>
                <a:spcPct val="0"/>
              </a:spcAft>
              <a:buClr>
                <a:srgbClr val="000000"/>
              </a:buClr>
            </a:pPr>
            <a:endParaRPr lang="en-US" altLang="en-US" sz="1200" kern="0" dirty="0">
              <a:solidFill>
                <a:srgbClr val="000000"/>
              </a:solidFill>
              <a:latin typeface="Arial" panose="020B0604020202020204" pitchFamily="34" charset="0"/>
              <a:cs typeface="Arial"/>
              <a:sym typeface="Arial"/>
            </a:endParaRPr>
          </a:p>
        </p:txBody>
      </p:sp>
      <p:sp>
        <p:nvSpPr>
          <p:cNvPr id="10" name="Rectangle 1">
            <a:extLst>
              <a:ext uri="{FF2B5EF4-FFF2-40B4-BE49-F238E27FC236}">
                <a16:creationId xmlns:a16="http://schemas.microsoft.com/office/drawing/2014/main" id="{3EB51DCD-D58D-96FE-20F3-F50731B58580}"/>
              </a:ext>
            </a:extLst>
          </p:cNvPr>
          <p:cNvSpPr>
            <a:spLocks noChangeArrowheads="1"/>
          </p:cNvSpPr>
          <p:nvPr/>
        </p:nvSpPr>
        <p:spPr bwMode="auto">
          <a:xfrm>
            <a:off x="1" y="29291"/>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15" name="Rectangle 2">
            <a:extLst>
              <a:ext uri="{FF2B5EF4-FFF2-40B4-BE49-F238E27FC236}">
                <a16:creationId xmlns:a16="http://schemas.microsoft.com/office/drawing/2014/main" id="{62329DB7-5946-3384-E1DA-887D7445E7A2}"/>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11" name="Rectangle 1">
            <a:extLst>
              <a:ext uri="{FF2B5EF4-FFF2-40B4-BE49-F238E27FC236}">
                <a16:creationId xmlns:a16="http://schemas.microsoft.com/office/drawing/2014/main" id="{9DB42E35-7AE2-A6ED-4D67-39FE01FBE142}"/>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60" eaLnBrk="0" fontAlgn="base" hangingPunct="0">
              <a:spcBef>
                <a:spcPct val="0"/>
              </a:spcBef>
              <a:spcAft>
                <a:spcPct val="0"/>
              </a:spcAft>
              <a:buClr>
                <a:srgbClr val="000000"/>
              </a:buClr>
            </a:pPr>
            <a:endParaRPr lang="en-US" altLang="en-US" sz="1200" kern="0" dirty="0">
              <a:solidFill>
                <a:srgbClr val="000000"/>
              </a:solidFill>
              <a:latin typeface="Arial" panose="020B0604020202020204" pitchFamily="34" charset="0"/>
              <a:cs typeface="Arial"/>
              <a:sym typeface="Arial"/>
            </a:endParaRPr>
          </a:p>
        </p:txBody>
      </p:sp>
      <p:sp>
        <p:nvSpPr>
          <p:cNvPr id="8" name="Rectangle 1">
            <a:extLst>
              <a:ext uri="{FF2B5EF4-FFF2-40B4-BE49-F238E27FC236}">
                <a16:creationId xmlns:a16="http://schemas.microsoft.com/office/drawing/2014/main" id="{B1934013-F458-009D-09B8-78858C8D0031}"/>
              </a:ext>
            </a:extLst>
          </p:cNvPr>
          <p:cNvSpPr>
            <a:spLocks noChangeArrowheads="1"/>
          </p:cNvSpPr>
          <p:nvPr/>
        </p:nvSpPr>
        <p:spPr bwMode="auto">
          <a:xfrm>
            <a:off x="1" y="-123109"/>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20" name="Rectangle 1">
            <a:extLst>
              <a:ext uri="{FF2B5EF4-FFF2-40B4-BE49-F238E27FC236}">
                <a16:creationId xmlns:a16="http://schemas.microsoft.com/office/drawing/2014/main" id="{761C363C-E860-FC25-D273-5B3A271131EF}"/>
              </a:ext>
            </a:extLst>
          </p:cNvPr>
          <p:cNvSpPr>
            <a:spLocks noChangeArrowheads="1"/>
          </p:cNvSpPr>
          <p:nvPr/>
        </p:nvSpPr>
        <p:spPr bwMode="auto">
          <a:xfrm>
            <a:off x="1" y="29291"/>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17" name="Rectangle 1">
            <a:extLst>
              <a:ext uri="{FF2B5EF4-FFF2-40B4-BE49-F238E27FC236}">
                <a16:creationId xmlns:a16="http://schemas.microsoft.com/office/drawing/2014/main" id="{5CB79F6B-FDB4-1AED-5494-2ED0EC4CA350}"/>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60" eaLnBrk="0" fontAlgn="base" hangingPunct="0">
              <a:spcBef>
                <a:spcPct val="0"/>
              </a:spcBef>
              <a:spcAft>
                <a:spcPct val="0"/>
              </a:spcAft>
              <a:buClr>
                <a:srgbClr val="000000"/>
              </a:buClr>
            </a:pPr>
            <a:endParaRPr lang="en-US" altLang="en-US" sz="1200" kern="0" dirty="0">
              <a:solidFill>
                <a:srgbClr val="000000"/>
              </a:solidFill>
              <a:latin typeface="Arial" panose="020B0604020202020204" pitchFamily="34" charset="0"/>
              <a:cs typeface="Arial"/>
              <a:sym typeface="Arial"/>
            </a:endParaRPr>
          </a:p>
        </p:txBody>
      </p:sp>
      <p:sp>
        <p:nvSpPr>
          <p:cNvPr id="22" name="Rectangle 1">
            <a:extLst>
              <a:ext uri="{FF2B5EF4-FFF2-40B4-BE49-F238E27FC236}">
                <a16:creationId xmlns:a16="http://schemas.microsoft.com/office/drawing/2014/main" id="{ED93448C-0BFA-E07D-855C-25040DA5EE0A}"/>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60" eaLnBrk="0" fontAlgn="base" hangingPunct="0">
              <a:spcBef>
                <a:spcPct val="0"/>
              </a:spcBef>
              <a:spcAft>
                <a:spcPct val="0"/>
              </a:spcAft>
              <a:buClr>
                <a:srgbClr val="000000"/>
              </a:buClr>
            </a:pPr>
            <a:endParaRPr lang="en-US" altLang="en-US" sz="1200" kern="0" dirty="0">
              <a:solidFill>
                <a:srgbClr val="000000"/>
              </a:solidFill>
              <a:latin typeface="Arial" panose="020B0604020202020204" pitchFamily="34" charset="0"/>
              <a:cs typeface="Arial"/>
              <a:sym typeface="Arial"/>
            </a:endParaRPr>
          </a:p>
        </p:txBody>
      </p:sp>
      <p:sp>
        <p:nvSpPr>
          <p:cNvPr id="18" name="Rectangle 1">
            <a:extLst>
              <a:ext uri="{FF2B5EF4-FFF2-40B4-BE49-F238E27FC236}">
                <a16:creationId xmlns:a16="http://schemas.microsoft.com/office/drawing/2014/main" id="{BDF682AE-48C0-B197-6DA1-BBD04E3F847B}"/>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60" eaLnBrk="0" fontAlgn="base" hangingPunct="0">
              <a:spcBef>
                <a:spcPct val="0"/>
              </a:spcBef>
              <a:spcAft>
                <a:spcPct val="0"/>
              </a:spcAft>
              <a:buClr>
                <a:srgbClr val="000000"/>
              </a:buClr>
            </a:pPr>
            <a:endParaRPr lang="en-US" altLang="en-US" sz="1200" kern="0" dirty="0">
              <a:solidFill>
                <a:srgbClr val="000000"/>
              </a:solidFill>
              <a:latin typeface="Arial" panose="020B0604020202020204" pitchFamily="34" charset="0"/>
              <a:cs typeface="Arial"/>
              <a:sym typeface="Arial"/>
            </a:endParaRPr>
          </a:p>
        </p:txBody>
      </p:sp>
      <p:sp>
        <p:nvSpPr>
          <p:cNvPr id="25" name="Rectangle 1">
            <a:extLst>
              <a:ext uri="{FF2B5EF4-FFF2-40B4-BE49-F238E27FC236}">
                <a16:creationId xmlns:a16="http://schemas.microsoft.com/office/drawing/2014/main" id="{9A23DC5A-D964-9BD4-864A-7824E295DBB0}"/>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60" eaLnBrk="0" fontAlgn="base" hangingPunct="0">
              <a:spcBef>
                <a:spcPct val="0"/>
              </a:spcBef>
              <a:spcAft>
                <a:spcPct val="0"/>
              </a:spcAft>
              <a:buClr>
                <a:srgbClr val="000000"/>
              </a:buClr>
            </a:pPr>
            <a:endParaRPr lang="en-US" altLang="en-US" sz="1200" kern="0" dirty="0">
              <a:solidFill>
                <a:srgbClr val="000000"/>
              </a:solidFill>
              <a:latin typeface="Arial" panose="020B0604020202020204" pitchFamily="34" charset="0"/>
              <a:cs typeface="Arial"/>
              <a:sym typeface="Arial"/>
            </a:endParaRPr>
          </a:p>
        </p:txBody>
      </p:sp>
      <p:sp>
        <p:nvSpPr>
          <p:cNvPr id="6" name="Rectangle 1">
            <a:extLst>
              <a:ext uri="{FF2B5EF4-FFF2-40B4-BE49-F238E27FC236}">
                <a16:creationId xmlns:a16="http://schemas.microsoft.com/office/drawing/2014/main" id="{8A80D2CC-EEFF-ED91-CF7D-F3A7C3F7341E}"/>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28" name="Rectangle 1">
            <a:extLst>
              <a:ext uri="{FF2B5EF4-FFF2-40B4-BE49-F238E27FC236}">
                <a16:creationId xmlns:a16="http://schemas.microsoft.com/office/drawing/2014/main" id="{23B46BDA-8441-55DF-9353-4659788CBF41}"/>
              </a:ext>
            </a:extLst>
          </p:cNvPr>
          <p:cNvSpPr>
            <a:spLocks noChangeArrowheads="1"/>
          </p:cNvSpPr>
          <p:nvPr/>
        </p:nvSpPr>
        <p:spPr bwMode="auto">
          <a:xfrm>
            <a:off x="1" y="29291"/>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21" name="Rectangle 1">
            <a:extLst>
              <a:ext uri="{FF2B5EF4-FFF2-40B4-BE49-F238E27FC236}">
                <a16:creationId xmlns:a16="http://schemas.microsoft.com/office/drawing/2014/main" id="{66E458D1-9DAC-CD11-60D1-8867EB5B362D}"/>
              </a:ext>
            </a:extLst>
          </p:cNvPr>
          <p:cNvSpPr>
            <a:spLocks noChangeArrowheads="1"/>
          </p:cNvSpPr>
          <p:nvPr/>
        </p:nvSpPr>
        <p:spPr bwMode="auto">
          <a:xfrm>
            <a:off x="1" y="29291"/>
            <a:ext cx="123175" cy="246221"/>
          </a:xfrm>
          <a:prstGeom prst="rect">
            <a:avLst/>
          </a:prstGeom>
          <a:solidFill>
            <a:srgbClr val="1E1F2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60" eaLnBrk="0" fontAlgn="base" hangingPunct="0">
              <a:spcBef>
                <a:spcPct val="0"/>
              </a:spcBef>
              <a:spcAft>
                <a:spcPct val="0"/>
              </a:spcAft>
              <a:buClr>
                <a:srgbClr val="000000"/>
              </a:buClr>
            </a:pPr>
            <a:endParaRPr lang="en-US" altLang="en-US" sz="1200" kern="0" dirty="0">
              <a:solidFill>
                <a:srgbClr val="000000"/>
              </a:solidFill>
              <a:latin typeface="Arial" panose="020B0604020202020204" pitchFamily="34" charset="0"/>
              <a:cs typeface="Arial"/>
              <a:sym typeface="Arial"/>
            </a:endParaRPr>
          </a:p>
        </p:txBody>
      </p:sp>
      <p:sp>
        <p:nvSpPr>
          <p:cNvPr id="24" name="Rectangle 1">
            <a:extLst>
              <a:ext uri="{FF2B5EF4-FFF2-40B4-BE49-F238E27FC236}">
                <a16:creationId xmlns:a16="http://schemas.microsoft.com/office/drawing/2014/main" id="{6229C4B6-8840-A045-C0B5-F75576E3AC09}"/>
              </a:ext>
            </a:extLst>
          </p:cNvPr>
          <p:cNvSpPr>
            <a:spLocks noChangeArrowheads="1"/>
          </p:cNvSpPr>
          <p:nvPr/>
        </p:nvSpPr>
        <p:spPr bwMode="auto">
          <a:xfrm>
            <a:off x="1" y="-123109"/>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30" name="Rectangle 2">
            <a:extLst>
              <a:ext uri="{FF2B5EF4-FFF2-40B4-BE49-F238E27FC236}">
                <a16:creationId xmlns:a16="http://schemas.microsoft.com/office/drawing/2014/main" id="{17F8E79A-2B45-E0C4-B860-A457CCACC404}"/>
              </a:ext>
            </a:extLst>
          </p:cNvPr>
          <p:cNvSpPr>
            <a:spLocks noChangeArrowheads="1"/>
          </p:cNvSpPr>
          <p:nvPr/>
        </p:nvSpPr>
        <p:spPr bwMode="auto">
          <a:xfrm>
            <a:off x="1" y="-123109"/>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23" name="Rectangle 1">
            <a:extLst>
              <a:ext uri="{FF2B5EF4-FFF2-40B4-BE49-F238E27FC236}">
                <a16:creationId xmlns:a16="http://schemas.microsoft.com/office/drawing/2014/main" id="{B9B41A13-9F14-14F3-C211-C677CD2F5672}"/>
              </a:ext>
            </a:extLst>
          </p:cNvPr>
          <p:cNvSpPr>
            <a:spLocks noChangeArrowheads="1"/>
          </p:cNvSpPr>
          <p:nvPr/>
        </p:nvSpPr>
        <p:spPr bwMode="auto">
          <a:xfrm>
            <a:off x="1" y="-123109"/>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26" name="Rectangle 1">
            <a:extLst>
              <a:ext uri="{FF2B5EF4-FFF2-40B4-BE49-F238E27FC236}">
                <a16:creationId xmlns:a16="http://schemas.microsoft.com/office/drawing/2014/main" id="{3860E343-7F14-8B1C-C458-7733B43738A8}"/>
              </a:ext>
            </a:extLst>
          </p:cNvPr>
          <p:cNvSpPr>
            <a:spLocks noChangeArrowheads="1"/>
          </p:cNvSpPr>
          <p:nvPr/>
        </p:nvSpPr>
        <p:spPr bwMode="auto">
          <a:xfrm>
            <a:off x="1" y="-123109"/>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29" name="Rectangle 1">
            <a:extLst>
              <a:ext uri="{FF2B5EF4-FFF2-40B4-BE49-F238E27FC236}">
                <a16:creationId xmlns:a16="http://schemas.microsoft.com/office/drawing/2014/main" id="{22399A25-3D17-1D2E-1069-AB48D2B65C71}"/>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39" name="Rectangle 3">
            <a:extLst>
              <a:ext uri="{FF2B5EF4-FFF2-40B4-BE49-F238E27FC236}">
                <a16:creationId xmlns:a16="http://schemas.microsoft.com/office/drawing/2014/main" id="{1B69156C-1179-8DA1-BE80-EFB0DCFED5F9}"/>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37" name="Rectangle 1">
            <a:extLst>
              <a:ext uri="{FF2B5EF4-FFF2-40B4-BE49-F238E27FC236}">
                <a16:creationId xmlns:a16="http://schemas.microsoft.com/office/drawing/2014/main" id="{B1AEBAE6-6984-C0AD-7C43-A26CA0C0AB62}"/>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31" name="Rectangle 1">
            <a:extLst>
              <a:ext uri="{FF2B5EF4-FFF2-40B4-BE49-F238E27FC236}">
                <a16:creationId xmlns:a16="http://schemas.microsoft.com/office/drawing/2014/main" id="{50B6FD81-5497-A7E3-A9F0-B1D197F88A95}"/>
              </a:ext>
            </a:extLst>
          </p:cNvPr>
          <p:cNvSpPr>
            <a:spLocks noChangeArrowheads="1"/>
          </p:cNvSpPr>
          <p:nvPr/>
        </p:nvSpPr>
        <p:spPr bwMode="auto">
          <a:xfrm>
            <a:off x="1" y="29291"/>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60" eaLnBrk="0" fontAlgn="base" hangingPunct="0">
              <a:spcBef>
                <a:spcPct val="0"/>
              </a:spcBef>
              <a:spcAft>
                <a:spcPct val="0"/>
              </a:spcAft>
              <a:buClr>
                <a:srgbClr val="000000"/>
              </a:buClr>
            </a:pPr>
            <a:endParaRPr lang="en-US" altLang="en-US" sz="1200" kern="0" dirty="0">
              <a:solidFill>
                <a:srgbClr val="000000"/>
              </a:solidFill>
              <a:latin typeface="Arial" panose="020B0604020202020204" pitchFamily="34" charset="0"/>
              <a:cs typeface="Arial"/>
              <a:sym typeface="Arial"/>
            </a:endParaRPr>
          </a:p>
        </p:txBody>
      </p:sp>
      <p:sp>
        <p:nvSpPr>
          <p:cNvPr id="32" name="Rectangle 1">
            <a:extLst>
              <a:ext uri="{FF2B5EF4-FFF2-40B4-BE49-F238E27FC236}">
                <a16:creationId xmlns:a16="http://schemas.microsoft.com/office/drawing/2014/main" id="{3BAD5139-2476-3504-8509-E16E2FAE4811}"/>
              </a:ext>
            </a:extLst>
          </p:cNvPr>
          <p:cNvSpPr>
            <a:spLocks noChangeArrowheads="1"/>
          </p:cNvSpPr>
          <p:nvPr/>
        </p:nvSpPr>
        <p:spPr bwMode="auto">
          <a:xfrm>
            <a:off x="1" y="-123109"/>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33" name="Rectangle 1">
            <a:extLst>
              <a:ext uri="{FF2B5EF4-FFF2-40B4-BE49-F238E27FC236}">
                <a16:creationId xmlns:a16="http://schemas.microsoft.com/office/drawing/2014/main" id="{C1740D34-750E-895C-6005-8477F0B460F7}"/>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35" name="Rectangle 2">
            <a:extLst>
              <a:ext uri="{FF2B5EF4-FFF2-40B4-BE49-F238E27FC236}">
                <a16:creationId xmlns:a16="http://schemas.microsoft.com/office/drawing/2014/main" id="{179F4FA2-39B0-CE42-E09E-06076612AD8F}"/>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38" name="Rectangle 3">
            <a:extLst>
              <a:ext uri="{FF2B5EF4-FFF2-40B4-BE49-F238E27FC236}">
                <a16:creationId xmlns:a16="http://schemas.microsoft.com/office/drawing/2014/main" id="{E79E94DE-CB67-5280-53E4-55949E382CA9}"/>
              </a:ext>
            </a:extLst>
          </p:cNvPr>
          <p:cNvSpPr>
            <a:spLocks noChangeArrowheads="1"/>
          </p:cNvSpPr>
          <p:nvPr/>
        </p:nvSpPr>
        <p:spPr bwMode="auto">
          <a:xfrm>
            <a:off x="1" y="-123109"/>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27" name="Google Shape;649;p14">
            <a:extLst>
              <a:ext uri="{FF2B5EF4-FFF2-40B4-BE49-F238E27FC236}">
                <a16:creationId xmlns:a16="http://schemas.microsoft.com/office/drawing/2014/main" id="{BF77296A-C219-D645-B598-110F3CB3E3A4}"/>
              </a:ext>
            </a:extLst>
          </p:cNvPr>
          <p:cNvSpPr txBox="1"/>
          <p:nvPr/>
        </p:nvSpPr>
        <p:spPr>
          <a:xfrm>
            <a:off x="817537" y="2303025"/>
            <a:ext cx="10885700" cy="804451"/>
          </a:xfrm>
          <a:prstGeom prst="rect">
            <a:avLst/>
          </a:prstGeom>
          <a:noFill/>
          <a:ln>
            <a:noFill/>
          </a:ln>
        </p:spPr>
        <p:txBody>
          <a:bodyPr spcFirstLastPara="1" wrap="square" lIns="0" tIns="0" rIns="0" bIns="0" anchor="t" anchorCtr="0">
            <a:spAutoFit/>
          </a:bodyPr>
          <a:lstStyle/>
          <a:p>
            <a:pPr defTabSz="609630">
              <a:lnSpc>
                <a:spcPct val="139958"/>
              </a:lnSpc>
              <a:buClr>
                <a:srgbClr val="FFFFFF"/>
              </a:buClr>
            </a:pPr>
            <a:r>
              <a:rPr lang="en-US" sz="1867" i="1" kern="0" dirty="0">
                <a:solidFill>
                  <a:srgbClr val="8C52FF"/>
                </a:solidFill>
                <a:latin typeface="Roboto Mono"/>
                <a:ea typeface="Roboto Mono"/>
                <a:cs typeface="Arial"/>
                <a:sym typeface="Roboto Mono"/>
              </a:rPr>
              <a:t>max() – Largest element</a:t>
            </a:r>
          </a:p>
          <a:p>
            <a:pPr defTabSz="609630">
              <a:lnSpc>
                <a:spcPct val="139958"/>
              </a:lnSpc>
              <a:buClr>
                <a:srgbClr val="FFFFFF"/>
              </a:buClr>
            </a:pPr>
            <a:r>
              <a:rPr lang="en-US" sz="1867" i="1" kern="0" dirty="0">
                <a:solidFill>
                  <a:srgbClr val="FFFFFF"/>
                </a:solidFill>
                <a:latin typeface="Roboto Mono"/>
                <a:ea typeface="Roboto Mono"/>
                <a:cs typeface="Arial"/>
                <a:sym typeface="Roboto Mono"/>
              </a:rPr>
              <a:t>Elements must be comparable.</a:t>
            </a:r>
          </a:p>
        </p:txBody>
      </p:sp>
      <p:pic>
        <p:nvPicPr>
          <p:cNvPr id="40" name="Picture 39">
            <a:extLst>
              <a:ext uri="{FF2B5EF4-FFF2-40B4-BE49-F238E27FC236}">
                <a16:creationId xmlns:a16="http://schemas.microsoft.com/office/drawing/2014/main" id="{6AE01F28-C435-BBD8-7817-62C62091CCAF}"/>
              </a:ext>
            </a:extLst>
          </p:cNvPr>
          <p:cNvPicPr>
            <a:picLocks noChangeAspect="1"/>
          </p:cNvPicPr>
          <p:nvPr/>
        </p:nvPicPr>
        <p:blipFill>
          <a:blip r:embed="rId3"/>
          <a:stretch>
            <a:fillRect/>
          </a:stretch>
        </p:blipFill>
        <p:spPr>
          <a:xfrm>
            <a:off x="2375623" y="3837519"/>
            <a:ext cx="7440755" cy="1488151"/>
          </a:xfrm>
          <a:prstGeom prst="rect">
            <a:avLst/>
          </a:prstGeom>
        </p:spPr>
      </p:pic>
    </p:spTree>
    <p:extLst>
      <p:ext uri="{BB962C8B-B14F-4D97-AF65-F5344CB8AC3E}">
        <p14:creationId xmlns:p14="http://schemas.microsoft.com/office/powerpoint/2010/main" val="4040752548"/>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Shape 624">
          <a:extLst>
            <a:ext uri="{FF2B5EF4-FFF2-40B4-BE49-F238E27FC236}">
              <a16:creationId xmlns:a16="http://schemas.microsoft.com/office/drawing/2014/main" id="{B3E960EE-12D3-525F-B261-BDFC59318246}"/>
            </a:ext>
          </a:extLst>
        </p:cNvPr>
        <p:cNvGrpSpPr/>
        <p:nvPr/>
      </p:nvGrpSpPr>
      <p:grpSpPr>
        <a:xfrm>
          <a:off x="0" y="0"/>
          <a:ext cx="0" cy="0"/>
          <a:chOff x="0" y="0"/>
          <a:chExt cx="0" cy="0"/>
        </a:xfrm>
      </p:grpSpPr>
      <p:grpSp>
        <p:nvGrpSpPr>
          <p:cNvPr id="625" name="Google Shape;625;p14">
            <a:extLst>
              <a:ext uri="{FF2B5EF4-FFF2-40B4-BE49-F238E27FC236}">
                <a16:creationId xmlns:a16="http://schemas.microsoft.com/office/drawing/2014/main" id="{3B1C6AEB-C2B3-D412-2CD7-F654F8E3E982}"/>
              </a:ext>
            </a:extLst>
          </p:cNvPr>
          <p:cNvGrpSpPr/>
          <p:nvPr/>
        </p:nvGrpSpPr>
        <p:grpSpPr>
          <a:xfrm>
            <a:off x="305423" y="175962"/>
            <a:ext cx="11543917" cy="6302879"/>
            <a:chOff x="0" y="-241102"/>
            <a:chExt cx="23087835" cy="12605759"/>
          </a:xfrm>
        </p:grpSpPr>
        <p:grpSp>
          <p:nvGrpSpPr>
            <p:cNvPr id="626" name="Google Shape;626;p14">
              <a:extLst>
                <a:ext uri="{FF2B5EF4-FFF2-40B4-BE49-F238E27FC236}">
                  <a16:creationId xmlns:a16="http://schemas.microsoft.com/office/drawing/2014/main" id="{9161C916-4C33-F294-AC48-E90C39272FB3}"/>
                </a:ext>
              </a:extLst>
            </p:cNvPr>
            <p:cNvGrpSpPr/>
            <p:nvPr/>
          </p:nvGrpSpPr>
          <p:grpSpPr>
            <a:xfrm>
              <a:off x="0" y="-241102"/>
              <a:ext cx="23069216" cy="12605759"/>
              <a:chOff x="0" y="-47625"/>
              <a:chExt cx="4556882" cy="2490026"/>
            </a:xfrm>
          </p:grpSpPr>
          <p:sp>
            <p:nvSpPr>
              <p:cNvPr id="627" name="Google Shape;627;p14">
                <a:extLst>
                  <a:ext uri="{FF2B5EF4-FFF2-40B4-BE49-F238E27FC236}">
                    <a16:creationId xmlns:a16="http://schemas.microsoft.com/office/drawing/2014/main" id="{91CBA6EE-4F8E-FF24-D826-0A8E8F38DE3B}"/>
                  </a:ext>
                </a:extLst>
              </p:cNvPr>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1200" kern="0">
                  <a:solidFill>
                    <a:srgbClr val="000000"/>
                  </a:solidFill>
                  <a:latin typeface="Arial"/>
                  <a:cs typeface="Arial"/>
                  <a:sym typeface="Arial"/>
                </a:endParaRPr>
              </a:p>
            </p:txBody>
          </p:sp>
          <p:sp>
            <p:nvSpPr>
              <p:cNvPr id="628" name="Google Shape;628;p14">
                <a:extLst>
                  <a:ext uri="{FF2B5EF4-FFF2-40B4-BE49-F238E27FC236}">
                    <a16:creationId xmlns:a16="http://schemas.microsoft.com/office/drawing/2014/main" id="{5D65D43F-702A-7FEA-8B8B-5C4EA01FF5F9}"/>
                  </a:ext>
                </a:extLst>
              </p:cNvPr>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a:extLst>
                <a:ext uri="{FF2B5EF4-FFF2-40B4-BE49-F238E27FC236}">
                  <a16:creationId xmlns:a16="http://schemas.microsoft.com/office/drawing/2014/main" id="{8D7A60C3-A85C-EEAA-681F-F004A275AB36}"/>
                </a:ext>
              </a:extLst>
            </p:cNvPr>
            <p:cNvGrpSpPr/>
            <p:nvPr/>
          </p:nvGrpSpPr>
          <p:grpSpPr>
            <a:xfrm>
              <a:off x="18619" y="-241102"/>
              <a:ext cx="23069216" cy="12605759"/>
              <a:chOff x="0" y="-47625"/>
              <a:chExt cx="4556882" cy="2490026"/>
            </a:xfrm>
          </p:grpSpPr>
          <p:sp>
            <p:nvSpPr>
              <p:cNvPr id="630" name="Google Shape;630;p14">
                <a:extLst>
                  <a:ext uri="{FF2B5EF4-FFF2-40B4-BE49-F238E27FC236}">
                    <a16:creationId xmlns:a16="http://schemas.microsoft.com/office/drawing/2014/main" id="{A6A3B0DE-F608-98E8-1625-C0CD817AB89E}"/>
                  </a:ext>
                </a:extLst>
              </p:cNvPr>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1200" kern="0">
                  <a:solidFill>
                    <a:srgbClr val="000000"/>
                  </a:solidFill>
                  <a:latin typeface="Arial"/>
                  <a:cs typeface="Arial"/>
                  <a:sym typeface="Arial"/>
                </a:endParaRPr>
              </a:p>
            </p:txBody>
          </p:sp>
          <p:sp>
            <p:nvSpPr>
              <p:cNvPr id="631" name="Google Shape;631;p14">
                <a:extLst>
                  <a:ext uri="{FF2B5EF4-FFF2-40B4-BE49-F238E27FC236}">
                    <a16:creationId xmlns:a16="http://schemas.microsoft.com/office/drawing/2014/main" id="{01B0D58B-F32F-8CC0-70DA-7043B26257C0}"/>
                  </a:ext>
                </a:extLst>
              </p:cNvPr>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a:extLst>
                <a:ext uri="{FF2B5EF4-FFF2-40B4-BE49-F238E27FC236}">
                  <a16:creationId xmlns:a16="http://schemas.microsoft.com/office/drawing/2014/main" id="{7429E874-1B8C-5975-F60A-27AF0747C312}"/>
                </a:ext>
              </a:extLst>
            </p:cNvPr>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a:extLst>
                <a:ext uri="{FF2B5EF4-FFF2-40B4-BE49-F238E27FC236}">
                  <a16:creationId xmlns:a16="http://schemas.microsoft.com/office/drawing/2014/main" id="{4803C619-A9E0-AE35-7C64-2D9F367822EC}"/>
                </a:ext>
              </a:extLst>
            </p:cNvPr>
            <p:cNvGrpSpPr/>
            <p:nvPr/>
          </p:nvGrpSpPr>
          <p:grpSpPr>
            <a:xfrm>
              <a:off x="318466" y="201915"/>
              <a:ext cx="394763" cy="394763"/>
              <a:chOff x="0" y="0"/>
              <a:chExt cx="812800" cy="812800"/>
            </a:xfrm>
          </p:grpSpPr>
          <p:sp>
            <p:nvSpPr>
              <p:cNvPr id="634" name="Google Shape;634;p14">
                <a:extLst>
                  <a:ext uri="{FF2B5EF4-FFF2-40B4-BE49-F238E27FC236}">
                    <a16:creationId xmlns:a16="http://schemas.microsoft.com/office/drawing/2014/main" id="{47C870D6-1735-58ED-9D27-CC08D8CECDDC}"/>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1200" kern="0">
                  <a:solidFill>
                    <a:srgbClr val="000000"/>
                  </a:solidFill>
                  <a:latin typeface="Arial"/>
                  <a:cs typeface="Arial"/>
                  <a:sym typeface="Arial"/>
                </a:endParaRPr>
              </a:p>
            </p:txBody>
          </p:sp>
          <p:sp>
            <p:nvSpPr>
              <p:cNvPr id="635" name="Google Shape;635;p14">
                <a:extLst>
                  <a:ext uri="{FF2B5EF4-FFF2-40B4-BE49-F238E27FC236}">
                    <a16:creationId xmlns:a16="http://schemas.microsoft.com/office/drawing/2014/main" id="{D8331439-A805-D25A-F4A2-1AAB88585717}"/>
                  </a:ext>
                </a:extLst>
              </p:cNvPr>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a:extLst>
                <a:ext uri="{FF2B5EF4-FFF2-40B4-BE49-F238E27FC236}">
                  <a16:creationId xmlns:a16="http://schemas.microsoft.com/office/drawing/2014/main" id="{1D0C4898-03D3-FDB5-A6AC-2DC77FDE3197}"/>
                </a:ext>
              </a:extLst>
            </p:cNvPr>
            <p:cNvGrpSpPr/>
            <p:nvPr/>
          </p:nvGrpSpPr>
          <p:grpSpPr>
            <a:xfrm>
              <a:off x="989083" y="201915"/>
              <a:ext cx="394763" cy="394763"/>
              <a:chOff x="0" y="0"/>
              <a:chExt cx="812800" cy="812800"/>
            </a:xfrm>
          </p:grpSpPr>
          <p:sp>
            <p:nvSpPr>
              <p:cNvPr id="637" name="Google Shape;637;p14">
                <a:extLst>
                  <a:ext uri="{FF2B5EF4-FFF2-40B4-BE49-F238E27FC236}">
                    <a16:creationId xmlns:a16="http://schemas.microsoft.com/office/drawing/2014/main" id="{5DE44155-B48B-3EAD-5942-E0CA2E13DBE9}"/>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1200" kern="0">
                  <a:solidFill>
                    <a:srgbClr val="000000"/>
                  </a:solidFill>
                  <a:latin typeface="Arial"/>
                  <a:cs typeface="Arial"/>
                  <a:sym typeface="Arial"/>
                </a:endParaRPr>
              </a:p>
            </p:txBody>
          </p:sp>
          <p:sp>
            <p:nvSpPr>
              <p:cNvPr id="638" name="Google Shape;638;p14">
                <a:extLst>
                  <a:ext uri="{FF2B5EF4-FFF2-40B4-BE49-F238E27FC236}">
                    <a16:creationId xmlns:a16="http://schemas.microsoft.com/office/drawing/2014/main" id="{EEECFA8B-4AB8-B70D-64BD-FB2C6AA893FA}"/>
                  </a:ext>
                </a:extLst>
              </p:cNvPr>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a:extLst>
                <a:ext uri="{FF2B5EF4-FFF2-40B4-BE49-F238E27FC236}">
                  <a16:creationId xmlns:a16="http://schemas.microsoft.com/office/drawing/2014/main" id="{F8EB1B2B-546C-DCBA-F7D0-ED9976559F6D}"/>
                </a:ext>
              </a:extLst>
            </p:cNvPr>
            <p:cNvGrpSpPr/>
            <p:nvPr/>
          </p:nvGrpSpPr>
          <p:grpSpPr>
            <a:xfrm>
              <a:off x="1663247" y="201915"/>
              <a:ext cx="394763" cy="394763"/>
              <a:chOff x="0" y="0"/>
              <a:chExt cx="812800" cy="812800"/>
            </a:xfrm>
          </p:grpSpPr>
          <p:sp>
            <p:nvSpPr>
              <p:cNvPr id="640" name="Google Shape;640;p14">
                <a:extLst>
                  <a:ext uri="{FF2B5EF4-FFF2-40B4-BE49-F238E27FC236}">
                    <a16:creationId xmlns:a16="http://schemas.microsoft.com/office/drawing/2014/main" id="{3C5F639E-8023-A0B8-0324-29F5275CDC3E}"/>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1200" kern="0">
                  <a:solidFill>
                    <a:srgbClr val="000000"/>
                  </a:solidFill>
                  <a:latin typeface="Arial"/>
                  <a:cs typeface="Arial"/>
                  <a:sym typeface="Arial"/>
                </a:endParaRPr>
              </a:p>
            </p:txBody>
          </p:sp>
          <p:sp>
            <p:nvSpPr>
              <p:cNvPr id="641" name="Google Shape;641;p14">
                <a:extLst>
                  <a:ext uri="{FF2B5EF4-FFF2-40B4-BE49-F238E27FC236}">
                    <a16:creationId xmlns:a16="http://schemas.microsoft.com/office/drawing/2014/main" id="{6FAF5CEE-A553-77BB-9E3B-236FBB18FFDA}"/>
                  </a:ext>
                </a:extLst>
              </p:cNvPr>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a:extLst>
              <a:ext uri="{FF2B5EF4-FFF2-40B4-BE49-F238E27FC236}">
                <a16:creationId xmlns:a16="http://schemas.microsoft.com/office/drawing/2014/main" id="{2A540D4C-4F87-A211-1DF2-2404A43019C6}"/>
              </a:ext>
            </a:extLst>
          </p:cNvPr>
          <p:cNvGrpSpPr/>
          <p:nvPr/>
        </p:nvGrpSpPr>
        <p:grpSpPr>
          <a:xfrm>
            <a:off x="685800" y="879049"/>
            <a:ext cx="10562908" cy="1109071"/>
            <a:chOff x="0" y="-47625"/>
            <a:chExt cx="4517902" cy="474365"/>
          </a:xfrm>
          <a:solidFill>
            <a:schemeClr val="accent1"/>
          </a:solidFill>
        </p:grpSpPr>
        <p:sp>
          <p:nvSpPr>
            <p:cNvPr id="643" name="Google Shape;643;p14">
              <a:extLst>
                <a:ext uri="{FF2B5EF4-FFF2-40B4-BE49-F238E27FC236}">
                  <a16:creationId xmlns:a16="http://schemas.microsoft.com/office/drawing/2014/main" id="{6AAC241B-4BCD-95C1-D553-8C189B27517B}"/>
                </a:ext>
              </a:extLst>
            </p:cNvPr>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1200" kern="0">
                <a:solidFill>
                  <a:srgbClr val="000000"/>
                </a:solidFill>
                <a:latin typeface="Arial"/>
                <a:cs typeface="Arial"/>
                <a:sym typeface="Arial"/>
              </a:endParaRPr>
            </a:p>
          </p:txBody>
        </p:sp>
        <p:sp>
          <p:nvSpPr>
            <p:cNvPr id="644" name="Google Shape;644;p14">
              <a:extLst>
                <a:ext uri="{FF2B5EF4-FFF2-40B4-BE49-F238E27FC236}">
                  <a16:creationId xmlns:a16="http://schemas.microsoft.com/office/drawing/2014/main" id="{70AA8BBC-0B73-43FF-8154-543F2CAA9D74}"/>
                </a:ext>
              </a:extLst>
            </p:cNvPr>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a:extLst>
              <a:ext uri="{FF2B5EF4-FFF2-40B4-BE49-F238E27FC236}">
                <a16:creationId xmlns:a16="http://schemas.microsoft.com/office/drawing/2014/main" id="{DCF776ED-17BC-FA70-9364-6B21C1257001}"/>
              </a:ext>
            </a:extLst>
          </p:cNvPr>
          <p:cNvGrpSpPr/>
          <p:nvPr/>
        </p:nvGrpSpPr>
        <p:grpSpPr>
          <a:xfrm>
            <a:off x="1008592" y="1041879"/>
            <a:ext cx="10562908" cy="1109071"/>
            <a:chOff x="0" y="-47625"/>
            <a:chExt cx="4517902" cy="474365"/>
          </a:xfrm>
        </p:grpSpPr>
        <p:sp>
          <p:nvSpPr>
            <p:cNvPr id="646" name="Google Shape;646;p14">
              <a:extLst>
                <a:ext uri="{FF2B5EF4-FFF2-40B4-BE49-F238E27FC236}">
                  <a16:creationId xmlns:a16="http://schemas.microsoft.com/office/drawing/2014/main" id="{87A2E5A9-3F54-0CC9-D0C0-2F89BB04878D}"/>
                </a:ext>
              </a:extLst>
            </p:cNvPr>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1200" kern="0">
                <a:solidFill>
                  <a:srgbClr val="000000"/>
                </a:solidFill>
                <a:latin typeface="Arial"/>
                <a:cs typeface="Arial"/>
                <a:sym typeface="Arial"/>
              </a:endParaRPr>
            </a:p>
          </p:txBody>
        </p:sp>
        <p:sp>
          <p:nvSpPr>
            <p:cNvPr id="647" name="Google Shape;647;p14">
              <a:extLst>
                <a:ext uri="{FF2B5EF4-FFF2-40B4-BE49-F238E27FC236}">
                  <a16:creationId xmlns:a16="http://schemas.microsoft.com/office/drawing/2014/main" id="{950D49C3-6791-20CE-C0E7-CC77A192E2B2}"/>
                </a:ext>
              </a:extLst>
            </p:cNvPr>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a:extLst>
              <a:ext uri="{FF2B5EF4-FFF2-40B4-BE49-F238E27FC236}">
                <a16:creationId xmlns:a16="http://schemas.microsoft.com/office/drawing/2014/main" id="{E7EC8560-7203-FD31-B3CE-27F930B8FC8F}"/>
              </a:ext>
            </a:extLst>
          </p:cNvPr>
          <p:cNvSpPr txBox="1"/>
          <p:nvPr/>
        </p:nvSpPr>
        <p:spPr>
          <a:xfrm>
            <a:off x="1127043" y="1162461"/>
            <a:ext cx="10722297" cy="886397"/>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4800" kern="0" dirty="0">
                <a:solidFill>
                  <a:srgbClr val="FFFFFF"/>
                </a:solidFill>
                <a:latin typeface="Courier"/>
                <a:cs typeface="Arial"/>
                <a:sym typeface="Courier"/>
              </a:rPr>
              <a:t>Built-in Sequence Functions</a:t>
            </a:r>
            <a:endParaRPr sz="4800"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6A63FFFC-990E-74CC-0DE2-20733823326D}"/>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1200" kern="0">
              <a:solidFill>
                <a:srgbClr val="000000"/>
              </a:solidFill>
              <a:latin typeface="Arial"/>
              <a:cs typeface="Arial"/>
              <a:sym typeface="Arial"/>
            </a:endParaRPr>
          </a:p>
        </p:txBody>
      </p:sp>
      <p:sp>
        <p:nvSpPr>
          <p:cNvPr id="7" name="Rectangle 1">
            <a:extLst>
              <a:ext uri="{FF2B5EF4-FFF2-40B4-BE49-F238E27FC236}">
                <a16:creationId xmlns:a16="http://schemas.microsoft.com/office/drawing/2014/main" id="{E667F167-279D-6E0D-EBD2-77E7804FF9CC}"/>
              </a:ext>
            </a:extLst>
          </p:cNvPr>
          <p:cNvSpPr>
            <a:spLocks noChangeArrowheads="1"/>
          </p:cNvSpPr>
          <p:nvPr/>
        </p:nvSpPr>
        <p:spPr bwMode="auto">
          <a:xfrm>
            <a:off x="1" y="29291"/>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60" eaLnBrk="0" fontAlgn="base" hangingPunct="0">
              <a:spcBef>
                <a:spcPct val="0"/>
              </a:spcBef>
              <a:spcAft>
                <a:spcPct val="0"/>
              </a:spcAft>
              <a:buClr>
                <a:srgbClr val="000000"/>
              </a:buClr>
            </a:pPr>
            <a:endParaRPr lang="en-US" altLang="en-US" sz="1200" kern="0" dirty="0">
              <a:solidFill>
                <a:srgbClr val="000000"/>
              </a:solidFill>
              <a:latin typeface="Arial" panose="020B0604020202020204" pitchFamily="34" charset="0"/>
              <a:cs typeface="Arial"/>
              <a:sym typeface="Arial"/>
            </a:endParaRPr>
          </a:p>
        </p:txBody>
      </p:sp>
      <p:sp>
        <p:nvSpPr>
          <p:cNvPr id="3" name="Rectangle 1">
            <a:extLst>
              <a:ext uri="{FF2B5EF4-FFF2-40B4-BE49-F238E27FC236}">
                <a16:creationId xmlns:a16="http://schemas.microsoft.com/office/drawing/2014/main" id="{50AA361C-14AD-B8D5-42A8-1BF94D9DD320}"/>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60" eaLnBrk="0" fontAlgn="base" hangingPunct="0">
              <a:spcBef>
                <a:spcPct val="0"/>
              </a:spcBef>
              <a:spcAft>
                <a:spcPct val="0"/>
              </a:spcAft>
              <a:buClr>
                <a:srgbClr val="000000"/>
              </a:buClr>
            </a:pPr>
            <a:endParaRPr lang="en-US" altLang="en-US" sz="1200" kern="0" dirty="0">
              <a:solidFill>
                <a:srgbClr val="000000"/>
              </a:solidFill>
              <a:latin typeface="Arial" panose="020B0604020202020204" pitchFamily="34" charset="0"/>
              <a:cs typeface="Arial"/>
              <a:sym typeface="Arial"/>
            </a:endParaRPr>
          </a:p>
        </p:txBody>
      </p:sp>
      <p:sp>
        <p:nvSpPr>
          <p:cNvPr id="4" name="Rectangle 1">
            <a:extLst>
              <a:ext uri="{FF2B5EF4-FFF2-40B4-BE49-F238E27FC236}">
                <a16:creationId xmlns:a16="http://schemas.microsoft.com/office/drawing/2014/main" id="{5D64AB27-64AE-E855-A347-4311E12BC06A}"/>
              </a:ext>
            </a:extLst>
          </p:cNvPr>
          <p:cNvSpPr>
            <a:spLocks noChangeArrowheads="1"/>
          </p:cNvSpPr>
          <p:nvPr/>
        </p:nvSpPr>
        <p:spPr bwMode="auto">
          <a:xfrm>
            <a:off x="1" y="29291"/>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16" name="Rectangle 5">
            <a:extLst>
              <a:ext uri="{FF2B5EF4-FFF2-40B4-BE49-F238E27FC236}">
                <a16:creationId xmlns:a16="http://schemas.microsoft.com/office/drawing/2014/main" id="{D05A6965-78E4-DC7E-2060-4F30ECB54AD8}"/>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5" name="Rectangle 1">
            <a:extLst>
              <a:ext uri="{FF2B5EF4-FFF2-40B4-BE49-F238E27FC236}">
                <a16:creationId xmlns:a16="http://schemas.microsoft.com/office/drawing/2014/main" id="{1F545960-2A45-C503-C0B2-E0E0C66A85E3}"/>
              </a:ext>
            </a:extLst>
          </p:cNvPr>
          <p:cNvSpPr>
            <a:spLocks noChangeArrowheads="1"/>
          </p:cNvSpPr>
          <p:nvPr/>
        </p:nvSpPr>
        <p:spPr bwMode="auto">
          <a:xfrm>
            <a:off x="1" y="-123109"/>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9" name="Rectangle 2">
            <a:extLst>
              <a:ext uri="{FF2B5EF4-FFF2-40B4-BE49-F238E27FC236}">
                <a16:creationId xmlns:a16="http://schemas.microsoft.com/office/drawing/2014/main" id="{60193B77-08C2-778A-E5F4-FD6D4FF0C078}"/>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12" name="Rectangle 2">
            <a:extLst>
              <a:ext uri="{FF2B5EF4-FFF2-40B4-BE49-F238E27FC236}">
                <a16:creationId xmlns:a16="http://schemas.microsoft.com/office/drawing/2014/main" id="{1CEFD28D-22AC-B3A2-C79E-292A92C6DA93}"/>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13" name="Rectangle 3">
            <a:extLst>
              <a:ext uri="{FF2B5EF4-FFF2-40B4-BE49-F238E27FC236}">
                <a16:creationId xmlns:a16="http://schemas.microsoft.com/office/drawing/2014/main" id="{9673560D-A214-DE73-CD40-CA3DB3797046}"/>
              </a:ext>
            </a:extLst>
          </p:cNvPr>
          <p:cNvSpPr>
            <a:spLocks noChangeArrowheads="1"/>
          </p:cNvSpPr>
          <p:nvPr/>
        </p:nvSpPr>
        <p:spPr bwMode="auto">
          <a:xfrm>
            <a:off x="1" y="-123109"/>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14" name="Rectangle 4">
            <a:extLst>
              <a:ext uri="{FF2B5EF4-FFF2-40B4-BE49-F238E27FC236}">
                <a16:creationId xmlns:a16="http://schemas.microsoft.com/office/drawing/2014/main" id="{6DB4CEFA-BAA3-D79E-5C5F-1180FF12105F}"/>
              </a:ext>
            </a:extLst>
          </p:cNvPr>
          <p:cNvSpPr>
            <a:spLocks noChangeArrowheads="1"/>
          </p:cNvSpPr>
          <p:nvPr/>
        </p:nvSpPr>
        <p:spPr bwMode="auto">
          <a:xfrm>
            <a:off x="1" y="29291"/>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60" eaLnBrk="0" fontAlgn="base" hangingPunct="0">
              <a:spcBef>
                <a:spcPct val="0"/>
              </a:spcBef>
              <a:spcAft>
                <a:spcPct val="0"/>
              </a:spcAft>
              <a:buClr>
                <a:srgbClr val="000000"/>
              </a:buClr>
            </a:pPr>
            <a:endParaRPr lang="en-US" altLang="en-US" sz="1200" kern="0" dirty="0">
              <a:solidFill>
                <a:srgbClr val="000000"/>
              </a:solidFill>
              <a:latin typeface="Arial" panose="020B0604020202020204" pitchFamily="34" charset="0"/>
              <a:cs typeface="Arial"/>
              <a:sym typeface="Arial"/>
            </a:endParaRPr>
          </a:p>
        </p:txBody>
      </p:sp>
      <p:sp>
        <p:nvSpPr>
          <p:cNvPr id="19" name="Rectangle 6">
            <a:extLst>
              <a:ext uri="{FF2B5EF4-FFF2-40B4-BE49-F238E27FC236}">
                <a16:creationId xmlns:a16="http://schemas.microsoft.com/office/drawing/2014/main" id="{46D340BE-3806-81EF-CBDA-725B4037A1CA}"/>
              </a:ext>
            </a:extLst>
          </p:cNvPr>
          <p:cNvSpPr>
            <a:spLocks noChangeArrowheads="1"/>
          </p:cNvSpPr>
          <p:nvPr/>
        </p:nvSpPr>
        <p:spPr bwMode="auto">
          <a:xfrm>
            <a:off x="1" y="-123109"/>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60" eaLnBrk="0" fontAlgn="base" hangingPunct="0">
              <a:spcBef>
                <a:spcPct val="0"/>
              </a:spcBef>
              <a:spcAft>
                <a:spcPct val="0"/>
              </a:spcAft>
              <a:buClr>
                <a:srgbClr val="000000"/>
              </a:buClr>
            </a:pPr>
            <a:endParaRPr lang="en-US" altLang="en-US" sz="1200" kern="0" dirty="0">
              <a:solidFill>
                <a:srgbClr val="000000"/>
              </a:solidFill>
              <a:latin typeface="Arial" panose="020B0604020202020204" pitchFamily="34" charset="0"/>
              <a:cs typeface="Arial"/>
              <a:sym typeface="Arial"/>
            </a:endParaRPr>
          </a:p>
        </p:txBody>
      </p:sp>
      <p:sp>
        <p:nvSpPr>
          <p:cNvPr id="10" name="Rectangle 1">
            <a:extLst>
              <a:ext uri="{FF2B5EF4-FFF2-40B4-BE49-F238E27FC236}">
                <a16:creationId xmlns:a16="http://schemas.microsoft.com/office/drawing/2014/main" id="{AB62B820-84A7-00D5-9277-65F9CC0E455B}"/>
              </a:ext>
            </a:extLst>
          </p:cNvPr>
          <p:cNvSpPr>
            <a:spLocks noChangeArrowheads="1"/>
          </p:cNvSpPr>
          <p:nvPr/>
        </p:nvSpPr>
        <p:spPr bwMode="auto">
          <a:xfrm>
            <a:off x="1" y="29291"/>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15" name="Rectangle 2">
            <a:extLst>
              <a:ext uri="{FF2B5EF4-FFF2-40B4-BE49-F238E27FC236}">
                <a16:creationId xmlns:a16="http://schemas.microsoft.com/office/drawing/2014/main" id="{FE32A5B2-08A8-279E-9DDF-D68FA0346FA6}"/>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11" name="Rectangle 1">
            <a:extLst>
              <a:ext uri="{FF2B5EF4-FFF2-40B4-BE49-F238E27FC236}">
                <a16:creationId xmlns:a16="http://schemas.microsoft.com/office/drawing/2014/main" id="{DF797E32-570A-A49F-836A-EC81B787F166}"/>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60" eaLnBrk="0" fontAlgn="base" hangingPunct="0">
              <a:spcBef>
                <a:spcPct val="0"/>
              </a:spcBef>
              <a:spcAft>
                <a:spcPct val="0"/>
              </a:spcAft>
              <a:buClr>
                <a:srgbClr val="000000"/>
              </a:buClr>
            </a:pPr>
            <a:endParaRPr lang="en-US" altLang="en-US" sz="1200" kern="0" dirty="0">
              <a:solidFill>
                <a:srgbClr val="000000"/>
              </a:solidFill>
              <a:latin typeface="Arial" panose="020B0604020202020204" pitchFamily="34" charset="0"/>
              <a:cs typeface="Arial"/>
              <a:sym typeface="Arial"/>
            </a:endParaRPr>
          </a:p>
        </p:txBody>
      </p:sp>
      <p:sp>
        <p:nvSpPr>
          <p:cNvPr id="8" name="Rectangle 1">
            <a:extLst>
              <a:ext uri="{FF2B5EF4-FFF2-40B4-BE49-F238E27FC236}">
                <a16:creationId xmlns:a16="http://schemas.microsoft.com/office/drawing/2014/main" id="{CF1BBE37-E6B2-90D6-9CCC-A7213D022E80}"/>
              </a:ext>
            </a:extLst>
          </p:cNvPr>
          <p:cNvSpPr>
            <a:spLocks noChangeArrowheads="1"/>
          </p:cNvSpPr>
          <p:nvPr/>
        </p:nvSpPr>
        <p:spPr bwMode="auto">
          <a:xfrm>
            <a:off x="1" y="-123109"/>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20" name="Rectangle 1">
            <a:extLst>
              <a:ext uri="{FF2B5EF4-FFF2-40B4-BE49-F238E27FC236}">
                <a16:creationId xmlns:a16="http://schemas.microsoft.com/office/drawing/2014/main" id="{F0BC3DBB-60E2-5AC1-9AFE-2ABD699FA1B3}"/>
              </a:ext>
            </a:extLst>
          </p:cNvPr>
          <p:cNvSpPr>
            <a:spLocks noChangeArrowheads="1"/>
          </p:cNvSpPr>
          <p:nvPr/>
        </p:nvSpPr>
        <p:spPr bwMode="auto">
          <a:xfrm>
            <a:off x="1" y="29291"/>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17" name="Rectangle 1">
            <a:extLst>
              <a:ext uri="{FF2B5EF4-FFF2-40B4-BE49-F238E27FC236}">
                <a16:creationId xmlns:a16="http://schemas.microsoft.com/office/drawing/2014/main" id="{5872F7F1-3716-3E8E-3BEF-549A21511569}"/>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60" eaLnBrk="0" fontAlgn="base" hangingPunct="0">
              <a:spcBef>
                <a:spcPct val="0"/>
              </a:spcBef>
              <a:spcAft>
                <a:spcPct val="0"/>
              </a:spcAft>
              <a:buClr>
                <a:srgbClr val="000000"/>
              </a:buClr>
            </a:pPr>
            <a:endParaRPr lang="en-US" altLang="en-US" sz="1200" kern="0" dirty="0">
              <a:solidFill>
                <a:srgbClr val="000000"/>
              </a:solidFill>
              <a:latin typeface="Arial" panose="020B0604020202020204" pitchFamily="34" charset="0"/>
              <a:cs typeface="Arial"/>
              <a:sym typeface="Arial"/>
            </a:endParaRPr>
          </a:p>
        </p:txBody>
      </p:sp>
      <p:sp>
        <p:nvSpPr>
          <p:cNvPr id="22" name="Rectangle 1">
            <a:extLst>
              <a:ext uri="{FF2B5EF4-FFF2-40B4-BE49-F238E27FC236}">
                <a16:creationId xmlns:a16="http://schemas.microsoft.com/office/drawing/2014/main" id="{FC293289-2F7B-B6D5-DC22-B2A5F35AD328}"/>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60" eaLnBrk="0" fontAlgn="base" hangingPunct="0">
              <a:spcBef>
                <a:spcPct val="0"/>
              </a:spcBef>
              <a:spcAft>
                <a:spcPct val="0"/>
              </a:spcAft>
              <a:buClr>
                <a:srgbClr val="000000"/>
              </a:buClr>
            </a:pPr>
            <a:endParaRPr lang="en-US" altLang="en-US" sz="1200" kern="0" dirty="0">
              <a:solidFill>
                <a:srgbClr val="000000"/>
              </a:solidFill>
              <a:latin typeface="Arial" panose="020B0604020202020204" pitchFamily="34" charset="0"/>
              <a:cs typeface="Arial"/>
              <a:sym typeface="Arial"/>
            </a:endParaRPr>
          </a:p>
        </p:txBody>
      </p:sp>
      <p:sp>
        <p:nvSpPr>
          <p:cNvPr id="18" name="Rectangle 1">
            <a:extLst>
              <a:ext uri="{FF2B5EF4-FFF2-40B4-BE49-F238E27FC236}">
                <a16:creationId xmlns:a16="http://schemas.microsoft.com/office/drawing/2014/main" id="{1398778C-54BC-68A0-1693-A9885C684EB7}"/>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60" eaLnBrk="0" fontAlgn="base" hangingPunct="0">
              <a:spcBef>
                <a:spcPct val="0"/>
              </a:spcBef>
              <a:spcAft>
                <a:spcPct val="0"/>
              </a:spcAft>
              <a:buClr>
                <a:srgbClr val="000000"/>
              </a:buClr>
            </a:pPr>
            <a:endParaRPr lang="en-US" altLang="en-US" sz="1200" kern="0" dirty="0">
              <a:solidFill>
                <a:srgbClr val="000000"/>
              </a:solidFill>
              <a:latin typeface="Arial" panose="020B0604020202020204" pitchFamily="34" charset="0"/>
              <a:cs typeface="Arial"/>
              <a:sym typeface="Arial"/>
            </a:endParaRPr>
          </a:p>
        </p:txBody>
      </p:sp>
      <p:sp>
        <p:nvSpPr>
          <p:cNvPr id="25" name="Rectangle 1">
            <a:extLst>
              <a:ext uri="{FF2B5EF4-FFF2-40B4-BE49-F238E27FC236}">
                <a16:creationId xmlns:a16="http://schemas.microsoft.com/office/drawing/2014/main" id="{2A8F8589-7626-07C0-02F7-E554D45A3C56}"/>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60" eaLnBrk="0" fontAlgn="base" hangingPunct="0">
              <a:spcBef>
                <a:spcPct val="0"/>
              </a:spcBef>
              <a:spcAft>
                <a:spcPct val="0"/>
              </a:spcAft>
              <a:buClr>
                <a:srgbClr val="000000"/>
              </a:buClr>
            </a:pPr>
            <a:endParaRPr lang="en-US" altLang="en-US" sz="1200" kern="0" dirty="0">
              <a:solidFill>
                <a:srgbClr val="000000"/>
              </a:solidFill>
              <a:latin typeface="Arial" panose="020B0604020202020204" pitchFamily="34" charset="0"/>
              <a:cs typeface="Arial"/>
              <a:sym typeface="Arial"/>
            </a:endParaRPr>
          </a:p>
        </p:txBody>
      </p:sp>
      <p:sp>
        <p:nvSpPr>
          <p:cNvPr id="6" name="Rectangle 1">
            <a:extLst>
              <a:ext uri="{FF2B5EF4-FFF2-40B4-BE49-F238E27FC236}">
                <a16:creationId xmlns:a16="http://schemas.microsoft.com/office/drawing/2014/main" id="{7325884D-85C3-ED2A-9D81-DAED0A84981D}"/>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28" name="Rectangle 1">
            <a:extLst>
              <a:ext uri="{FF2B5EF4-FFF2-40B4-BE49-F238E27FC236}">
                <a16:creationId xmlns:a16="http://schemas.microsoft.com/office/drawing/2014/main" id="{A5DE310A-CA3C-B1FD-AD26-BACD69D9DF98}"/>
              </a:ext>
            </a:extLst>
          </p:cNvPr>
          <p:cNvSpPr>
            <a:spLocks noChangeArrowheads="1"/>
          </p:cNvSpPr>
          <p:nvPr/>
        </p:nvSpPr>
        <p:spPr bwMode="auto">
          <a:xfrm>
            <a:off x="1" y="29291"/>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21" name="Rectangle 1">
            <a:extLst>
              <a:ext uri="{FF2B5EF4-FFF2-40B4-BE49-F238E27FC236}">
                <a16:creationId xmlns:a16="http://schemas.microsoft.com/office/drawing/2014/main" id="{0213B8D8-DE25-D0BB-3067-A4FB603AE769}"/>
              </a:ext>
            </a:extLst>
          </p:cNvPr>
          <p:cNvSpPr>
            <a:spLocks noChangeArrowheads="1"/>
          </p:cNvSpPr>
          <p:nvPr/>
        </p:nvSpPr>
        <p:spPr bwMode="auto">
          <a:xfrm>
            <a:off x="1" y="29291"/>
            <a:ext cx="123175" cy="246221"/>
          </a:xfrm>
          <a:prstGeom prst="rect">
            <a:avLst/>
          </a:prstGeom>
          <a:solidFill>
            <a:srgbClr val="1E1F2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60" eaLnBrk="0" fontAlgn="base" hangingPunct="0">
              <a:spcBef>
                <a:spcPct val="0"/>
              </a:spcBef>
              <a:spcAft>
                <a:spcPct val="0"/>
              </a:spcAft>
              <a:buClr>
                <a:srgbClr val="000000"/>
              </a:buClr>
            </a:pPr>
            <a:endParaRPr lang="en-US" altLang="en-US" sz="1200" kern="0" dirty="0">
              <a:solidFill>
                <a:srgbClr val="000000"/>
              </a:solidFill>
              <a:latin typeface="Arial" panose="020B0604020202020204" pitchFamily="34" charset="0"/>
              <a:cs typeface="Arial"/>
              <a:sym typeface="Arial"/>
            </a:endParaRPr>
          </a:p>
        </p:txBody>
      </p:sp>
      <p:sp>
        <p:nvSpPr>
          <p:cNvPr id="24" name="Rectangle 1">
            <a:extLst>
              <a:ext uri="{FF2B5EF4-FFF2-40B4-BE49-F238E27FC236}">
                <a16:creationId xmlns:a16="http://schemas.microsoft.com/office/drawing/2014/main" id="{3C82C4F9-46F2-4001-B236-E4A5530A5D0D}"/>
              </a:ext>
            </a:extLst>
          </p:cNvPr>
          <p:cNvSpPr>
            <a:spLocks noChangeArrowheads="1"/>
          </p:cNvSpPr>
          <p:nvPr/>
        </p:nvSpPr>
        <p:spPr bwMode="auto">
          <a:xfrm>
            <a:off x="1" y="-123109"/>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30" name="Rectangle 2">
            <a:extLst>
              <a:ext uri="{FF2B5EF4-FFF2-40B4-BE49-F238E27FC236}">
                <a16:creationId xmlns:a16="http://schemas.microsoft.com/office/drawing/2014/main" id="{D8A20549-2F1E-0C2D-103A-63B1B7DF75EF}"/>
              </a:ext>
            </a:extLst>
          </p:cNvPr>
          <p:cNvSpPr>
            <a:spLocks noChangeArrowheads="1"/>
          </p:cNvSpPr>
          <p:nvPr/>
        </p:nvSpPr>
        <p:spPr bwMode="auto">
          <a:xfrm>
            <a:off x="1" y="-123109"/>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23" name="Rectangle 1">
            <a:extLst>
              <a:ext uri="{FF2B5EF4-FFF2-40B4-BE49-F238E27FC236}">
                <a16:creationId xmlns:a16="http://schemas.microsoft.com/office/drawing/2014/main" id="{96267335-8794-E0D4-BB23-335179D331C4}"/>
              </a:ext>
            </a:extLst>
          </p:cNvPr>
          <p:cNvSpPr>
            <a:spLocks noChangeArrowheads="1"/>
          </p:cNvSpPr>
          <p:nvPr/>
        </p:nvSpPr>
        <p:spPr bwMode="auto">
          <a:xfrm>
            <a:off x="1" y="-123109"/>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26" name="Rectangle 1">
            <a:extLst>
              <a:ext uri="{FF2B5EF4-FFF2-40B4-BE49-F238E27FC236}">
                <a16:creationId xmlns:a16="http://schemas.microsoft.com/office/drawing/2014/main" id="{AC245C03-B5F4-8618-2658-3445840F0D75}"/>
              </a:ext>
            </a:extLst>
          </p:cNvPr>
          <p:cNvSpPr>
            <a:spLocks noChangeArrowheads="1"/>
          </p:cNvSpPr>
          <p:nvPr/>
        </p:nvSpPr>
        <p:spPr bwMode="auto">
          <a:xfrm>
            <a:off x="1" y="-123109"/>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29" name="Rectangle 1">
            <a:extLst>
              <a:ext uri="{FF2B5EF4-FFF2-40B4-BE49-F238E27FC236}">
                <a16:creationId xmlns:a16="http://schemas.microsoft.com/office/drawing/2014/main" id="{3C3ED3C4-3A54-CB25-67F9-FFCD977F1CF7}"/>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39" name="Rectangle 3">
            <a:extLst>
              <a:ext uri="{FF2B5EF4-FFF2-40B4-BE49-F238E27FC236}">
                <a16:creationId xmlns:a16="http://schemas.microsoft.com/office/drawing/2014/main" id="{69A0E6BB-19FD-ED0E-4037-3E84608C13E9}"/>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37" name="Rectangle 1">
            <a:extLst>
              <a:ext uri="{FF2B5EF4-FFF2-40B4-BE49-F238E27FC236}">
                <a16:creationId xmlns:a16="http://schemas.microsoft.com/office/drawing/2014/main" id="{903FCFED-CE43-8408-360A-BA378A5EFEC8}"/>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31" name="Rectangle 1">
            <a:extLst>
              <a:ext uri="{FF2B5EF4-FFF2-40B4-BE49-F238E27FC236}">
                <a16:creationId xmlns:a16="http://schemas.microsoft.com/office/drawing/2014/main" id="{F86D0A0B-F835-2AAF-9F7A-12EC522A72EE}"/>
              </a:ext>
            </a:extLst>
          </p:cNvPr>
          <p:cNvSpPr>
            <a:spLocks noChangeArrowheads="1"/>
          </p:cNvSpPr>
          <p:nvPr/>
        </p:nvSpPr>
        <p:spPr bwMode="auto">
          <a:xfrm>
            <a:off x="1" y="29291"/>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60" eaLnBrk="0" fontAlgn="base" hangingPunct="0">
              <a:spcBef>
                <a:spcPct val="0"/>
              </a:spcBef>
              <a:spcAft>
                <a:spcPct val="0"/>
              </a:spcAft>
              <a:buClr>
                <a:srgbClr val="000000"/>
              </a:buClr>
            </a:pPr>
            <a:endParaRPr lang="en-US" altLang="en-US" sz="1200" kern="0" dirty="0">
              <a:solidFill>
                <a:srgbClr val="000000"/>
              </a:solidFill>
              <a:latin typeface="Arial" panose="020B0604020202020204" pitchFamily="34" charset="0"/>
              <a:cs typeface="Arial"/>
              <a:sym typeface="Arial"/>
            </a:endParaRPr>
          </a:p>
        </p:txBody>
      </p:sp>
      <p:sp>
        <p:nvSpPr>
          <p:cNvPr id="32" name="Rectangle 1">
            <a:extLst>
              <a:ext uri="{FF2B5EF4-FFF2-40B4-BE49-F238E27FC236}">
                <a16:creationId xmlns:a16="http://schemas.microsoft.com/office/drawing/2014/main" id="{D0240BAC-AC50-F498-0AC9-27561B17631C}"/>
              </a:ext>
            </a:extLst>
          </p:cNvPr>
          <p:cNvSpPr>
            <a:spLocks noChangeArrowheads="1"/>
          </p:cNvSpPr>
          <p:nvPr/>
        </p:nvSpPr>
        <p:spPr bwMode="auto">
          <a:xfrm>
            <a:off x="1" y="-123109"/>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33" name="Rectangle 1">
            <a:extLst>
              <a:ext uri="{FF2B5EF4-FFF2-40B4-BE49-F238E27FC236}">
                <a16:creationId xmlns:a16="http://schemas.microsoft.com/office/drawing/2014/main" id="{3903964B-CB23-F7F6-4070-608F761C866A}"/>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35" name="Rectangle 2">
            <a:extLst>
              <a:ext uri="{FF2B5EF4-FFF2-40B4-BE49-F238E27FC236}">
                <a16:creationId xmlns:a16="http://schemas.microsoft.com/office/drawing/2014/main" id="{72C66D87-BDFE-030F-FD90-D0E874004DF7}"/>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38" name="Rectangle 3">
            <a:extLst>
              <a:ext uri="{FF2B5EF4-FFF2-40B4-BE49-F238E27FC236}">
                <a16:creationId xmlns:a16="http://schemas.microsoft.com/office/drawing/2014/main" id="{871D52D2-6FC3-92AB-360E-C5C0764DE503}"/>
              </a:ext>
            </a:extLst>
          </p:cNvPr>
          <p:cNvSpPr>
            <a:spLocks noChangeArrowheads="1"/>
          </p:cNvSpPr>
          <p:nvPr/>
        </p:nvSpPr>
        <p:spPr bwMode="auto">
          <a:xfrm>
            <a:off x="1" y="-123109"/>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27" name="Google Shape;649;p14">
            <a:extLst>
              <a:ext uri="{FF2B5EF4-FFF2-40B4-BE49-F238E27FC236}">
                <a16:creationId xmlns:a16="http://schemas.microsoft.com/office/drawing/2014/main" id="{19F16B85-E094-A93A-040C-2FF74BB9C9E8}"/>
              </a:ext>
            </a:extLst>
          </p:cNvPr>
          <p:cNvSpPr txBox="1"/>
          <p:nvPr/>
        </p:nvSpPr>
        <p:spPr>
          <a:xfrm>
            <a:off x="817537" y="2303025"/>
            <a:ext cx="10885700" cy="804451"/>
          </a:xfrm>
          <a:prstGeom prst="rect">
            <a:avLst/>
          </a:prstGeom>
          <a:noFill/>
          <a:ln>
            <a:noFill/>
          </a:ln>
        </p:spPr>
        <p:txBody>
          <a:bodyPr spcFirstLastPara="1" wrap="square" lIns="0" tIns="0" rIns="0" bIns="0" anchor="t" anchorCtr="0">
            <a:spAutoFit/>
          </a:bodyPr>
          <a:lstStyle/>
          <a:p>
            <a:pPr defTabSz="609630">
              <a:lnSpc>
                <a:spcPct val="139958"/>
              </a:lnSpc>
              <a:buClr>
                <a:srgbClr val="FFFFFF"/>
              </a:buClr>
            </a:pPr>
            <a:r>
              <a:rPr lang="en-US" sz="1867" i="1" kern="0" dirty="0">
                <a:solidFill>
                  <a:srgbClr val="8C52FF"/>
                </a:solidFill>
                <a:latin typeface="Roboto Mono"/>
                <a:ea typeface="Roboto Mono"/>
                <a:cs typeface="Arial"/>
                <a:sym typeface="Roboto Mono"/>
              </a:rPr>
              <a:t>sum() – Sum of numeric Elements</a:t>
            </a:r>
          </a:p>
          <a:p>
            <a:pPr defTabSz="609630">
              <a:lnSpc>
                <a:spcPct val="139958"/>
              </a:lnSpc>
              <a:buClr>
                <a:srgbClr val="FFFFFF"/>
              </a:buClr>
            </a:pPr>
            <a:r>
              <a:rPr lang="en-US" sz="1867" i="1" kern="0" dirty="0">
                <a:solidFill>
                  <a:srgbClr val="FFFFFF"/>
                </a:solidFill>
                <a:latin typeface="Roboto Mono"/>
                <a:ea typeface="Roboto Mono"/>
                <a:cs typeface="Arial"/>
                <a:sym typeface="Roboto Mono"/>
              </a:rPr>
              <a:t>Not for strings</a:t>
            </a:r>
          </a:p>
        </p:txBody>
      </p:sp>
      <p:pic>
        <p:nvPicPr>
          <p:cNvPr id="36" name="Picture 35">
            <a:extLst>
              <a:ext uri="{FF2B5EF4-FFF2-40B4-BE49-F238E27FC236}">
                <a16:creationId xmlns:a16="http://schemas.microsoft.com/office/drawing/2014/main" id="{4C81E52B-D650-0C18-6EBC-C7FFC936643E}"/>
              </a:ext>
            </a:extLst>
          </p:cNvPr>
          <p:cNvPicPr>
            <a:picLocks noChangeAspect="1"/>
          </p:cNvPicPr>
          <p:nvPr/>
        </p:nvPicPr>
        <p:blipFill>
          <a:blip r:embed="rId3"/>
          <a:stretch>
            <a:fillRect/>
          </a:stretch>
        </p:blipFill>
        <p:spPr>
          <a:xfrm>
            <a:off x="3207243" y="3601148"/>
            <a:ext cx="5764501" cy="1264661"/>
          </a:xfrm>
          <a:prstGeom prst="rect">
            <a:avLst/>
          </a:prstGeom>
        </p:spPr>
      </p:pic>
    </p:spTree>
    <p:extLst>
      <p:ext uri="{BB962C8B-B14F-4D97-AF65-F5344CB8AC3E}">
        <p14:creationId xmlns:p14="http://schemas.microsoft.com/office/powerpoint/2010/main" val="1096964155"/>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Shape 624">
          <a:extLst>
            <a:ext uri="{FF2B5EF4-FFF2-40B4-BE49-F238E27FC236}">
              <a16:creationId xmlns:a16="http://schemas.microsoft.com/office/drawing/2014/main" id="{18C13831-D02B-BB1F-8769-4624B493A188}"/>
            </a:ext>
          </a:extLst>
        </p:cNvPr>
        <p:cNvGrpSpPr/>
        <p:nvPr/>
      </p:nvGrpSpPr>
      <p:grpSpPr>
        <a:xfrm>
          <a:off x="0" y="0"/>
          <a:ext cx="0" cy="0"/>
          <a:chOff x="0" y="0"/>
          <a:chExt cx="0" cy="0"/>
        </a:xfrm>
      </p:grpSpPr>
      <p:grpSp>
        <p:nvGrpSpPr>
          <p:cNvPr id="625" name="Google Shape;625;p14">
            <a:extLst>
              <a:ext uri="{FF2B5EF4-FFF2-40B4-BE49-F238E27FC236}">
                <a16:creationId xmlns:a16="http://schemas.microsoft.com/office/drawing/2014/main" id="{FC45C686-BD5E-D74A-97D0-29867993593D}"/>
              </a:ext>
            </a:extLst>
          </p:cNvPr>
          <p:cNvGrpSpPr/>
          <p:nvPr/>
        </p:nvGrpSpPr>
        <p:grpSpPr>
          <a:xfrm>
            <a:off x="305423" y="175962"/>
            <a:ext cx="11543917" cy="6302879"/>
            <a:chOff x="0" y="-241102"/>
            <a:chExt cx="23087835" cy="12605759"/>
          </a:xfrm>
        </p:grpSpPr>
        <p:grpSp>
          <p:nvGrpSpPr>
            <p:cNvPr id="626" name="Google Shape;626;p14">
              <a:extLst>
                <a:ext uri="{FF2B5EF4-FFF2-40B4-BE49-F238E27FC236}">
                  <a16:creationId xmlns:a16="http://schemas.microsoft.com/office/drawing/2014/main" id="{08A3C016-47D0-ABBB-8A9A-67A6C92DF454}"/>
                </a:ext>
              </a:extLst>
            </p:cNvPr>
            <p:cNvGrpSpPr/>
            <p:nvPr/>
          </p:nvGrpSpPr>
          <p:grpSpPr>
            <a:xfrm>
              <a:off x="0" y="-241102"/>
              <a:ext cx="23069216" cy="12605759"/>
              <a:chOff x="0" y="-47625"/>
              <a:chExt cx="4556882" cy="2490026"/>
            </a:xfrm>
          </p:grpSpPr>
          <p:sp>
            <p:nvSpPr>
              <p:cNvPr id="627" name="Google Shape;627;p14">
                <a:extLst>
                  <a:ext uri="{FF2B5EF4-FFF2-40B4-BE49-F238E27FC236}">
                    <a16:creationId xmlns:a16="http://schemas.microsoft.com/office/drawing/2014/main" id="{9F78115D-0D33-994D-5B5E-EE607A0C567C}"/>
                  </a:ext>
                </a:extLst>
              </p:cNvPr>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1200" kern="0">
                  <a:solidFill>
                    <a:srgbClr val="000000"/>
                  </a:solidFill>
                  <a:latin typeface="Arial"/>
                  <a:cs typeface="Arial"/>
                  <a:sym typeface="Arial"/>
                </a:endParaRPr>
              </a:p>
            </p:txBody>
          </p:sp>
          <p:sp>
            <p:nvSpPr>
              <p:cNvPr id="628" name="Google Shape;628;p14">
                <a:extLst>
                  <a:ext uri="{FF2B5EF4-FFF2-40B4-BE49-F238E27FC236}">
                    <a16:creationId xmlns:a16="http://schemas.microsoft.com/office/drawing/2014/main" id="{BA2B019E-5F49-FBA5-487D-B0C25F757EDB}"/>
                  </a:ext>
                </a:extLst>
              </p:cNvPr>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a:extLst>
                <a:ext uri="{FF2B5EF4-FFF2-40B4-BE49-F238E27FC236}">
                  <a16:creationId xmlns:a16="http://schemas.microsoft.com/office/drawing/2014/main" id="{5B570DE4-205C-C428-88CC-6223EB78ED77}"/>
                </a:ext>
              </a:extLst>
            </p:cNvPr>
            <p:cNvGrpSpPr/>
            <p:nvPr/>
          </p:nvGrpSpPr>
          <p:grpSpPr>
            <a:xfrm>
              <a:off x="18619" y="-241102"/>
              <a:ext cx="23069216" cy="12605759"/>
              <a:chOff x="0" y="-47625"/>
              <a:chExt cx="4556882" cy="2490026"/>
            </a:xfrm>
          </p:grpSpPr>
          <p:sp>
            <p:nvSpPr>
              <p:cNvPr id="630" name="Google Shape;630;p14">
                <a:extLst>
                  <a:ext uri="{FF2B5EF4-FFF2-40B4-BE49-F238E27FC236}">
                    <a16:creationId xmlns:a16="http://schemas.microsoft.com/office/drawing/2014/main" id="{3BD8D171-0EA4-3EDA-EB85-E1307112B1AA}"/>
                  </a:ext>
                </a:extLst>
              </p:cNvPr>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1200" kern="0">
                  <a:solidFill>
                    <a:srgbClr val="000000"/>
                  </a:solidFill>
                  <a:latin typeface="Arial"/>
                  <a:cs typeface="Arial"/>
                  <a:sym typeface="Arial"/>
                </a:endParaRPr>
              </a:p>
            </p:txBody>
          </p:sp>
          <p:sp>
            <p:nvSpPr>
              <p:cNvPr id="631" name="Google Shape;631;p14">
                <a:extLst>
                  <a:ext uri="{FF2B5EF4-FFF2-40B4-BE49-F238E27FC236}">
                    <a16:creationId xmlns:a16="http://schemas.microsoft.com/office/drawing/2014/main" id="{E17265CB-5BC6-C273-8EFA-89C8B6C2104F}"/>
                  </a:ext>
                </a:extLst>
              </p:cNvPr>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a:extLst>
                <a:ext uri="{FF2B5EF4-FFF2-40B4-BE49-F238E27FC236}">
                  <a16:creationId xmlns:a16="http://schemas.microsoft.com/office/drawing/2014/main" id="{A1356D03-6FFC-7911-D64D-0293FD5DDB70}"/>
                </a:ext>
              </a:extLst>
            </p:cNvPr>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a:extLst>
                <a:ext uri="{FF2B5EF4-FFF2-40B4-BE49-F238E27FC236}">
                  <a16:creationId xmlns:a16="http://schemas.microsoft.com/office/drawing/2014/main" id="{4C0A4656-8250-D662-C953-D3D11528F22E}"/>
                </a:ext>
              </a:extLst>
            </p:cNvPr>
            <p:cNvGrpSpPr/>
            <p:nvPr/>
          </p:nvGrpSpPr>
          <p:grpSpPr>
            <a:xfrm>
              <a:off x="318466" y="201915"/>
              <a:ext cx="394763" cy="394763"/>
              <a:chOff x="0" y="0"/>
              <a:chExt cx="812800" cy="812800"/>
            </a:xfrm>
          </p:grpSpPr>
          <p:sp>
            <p:nvSpPr>
              <p:cNvPr id="634" name="Google Shape;634;p14">
                <a:extLst>
                  <a:ext uri="{FF2B5EF4-FFF2-40B4-BE49-F238E27FC236}">
                    <a16:creationId xmlns:a16="http://schemas.microsoft.com/office/drawing/2014/main" id="{10064AA9-2AB1-4565-A486-FBD3FA0C8E0C}"/>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1200" kern="0">
                  <a:solidFill>
                    <a:srgbClr val="000000"/>
                  </a:solidFill>
                  <a:latin typeface="Arial"/>
                  <a:cs typeface="Arial"/>
                  <a:sym typeface="Arial"/>
                </a:endParaRPr>
              </a:p>
            </p:txBody>
          </p:sp>
          <p:sp>
            <p:nvSpPr>
              <p:cNvPr id="635" name="Google Shape;635;p14">
                <a:extLst>
                  <a:ext uri="{FF2B5EF4-FFF2-40B4-BE49-F238E27FC236}">
                    <a16:creationId xmlns:a16="http://schemas.microsoft.com/office/drawing/2014/main" id="{21A3CDD4-B18A-55E0-5775-A3C8A9858E8E}"/>
                  </a:ext>
                </a:extLst>
              </p:cNvPr>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a:extLst>
                <a:ext uri="{FF2B5EF4-FFF2-40B4-BE49-F238E27FC236}">
                  <a16:creationId xmlns:a16="http://schemas.microsoft.com/office/drawing/2014/main" id="{0D870015-51D0-0E2D-8677-595784DE274C}"/>
                </a:ext>
              </a:extLst>
            </p:cNvPr>
            <p:cNvGrpSpPr/>
            <p:nvPr/>
          </p:nvGrpSpPr>
          <p:grpSpPr>
            <a:xfrm>
              <a:off x="989083" y="201915"/>
              <a:ext cx="394763" cy="394763"/>
              <a:chOff x="0" y="0"/>
              <a:chExt cx="812800" cy="812800"/>
            </a:xfrm>
          </p:grpSpPr>
          <p:sp>
            <p:nvSpPr>
              <p:cNvPr id="637" name="Google Shape;637;p14">
                <a:extLst>
                  <a:ext uri="{FF2B5EF4-FFF2-40B4-BE49-F238E27FC236}">
                    <a16:creationId xmlns:a16="http://schemas.microsoft.com/office/drawing/2014/main" id="{D4768841-1AFD-C14A-CCC6-BC8843EBE776}"/>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1200" kern="0">
                  <a:solidFill>
                    <a:srgbClr val="000000"/>
                  </a:solidFill>
                  <a:latin typeface="Arial"/>
                  <a:cs typeface="Arial"/>
                  <a:sym typeface="Arial"/>
                </a:endParaRPr>
              </a:p>
            </p:txBody>
          </p:sp>
          <p:sp>
            <p:nvSpPr>
              <p:cNvPr id="638" name="Google Shape;638;p14">
                <a:extLst>
                  <a:ext uri="{FF2B5EF4-FFF2-40B4-BE49-F238E27FC236}">
                    <a16:creationId xmlns:a16="http://schemas.microsoft.com/office/drawing/2014/main" id="{905EA758-8934-71E2-5160-ABDE365A3DC8}"/>
                  </a:ext>
                </a:extLst>
              </p:cNvPr>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a:extLst>
                <a:ext uri="{FF2B5EF4-FFF2-40B4-BE49-F238E27FC236}">
                  <a16:creationId xmlns:a16="http://schemas.microsoft.com/office/drawing/2014/main" id="{900CAED6-6F5F-7872-C061-A7F951A0B04F}"/>
                </a:ext>
              </a:extLst>
            </p:cNvPr>
            <p:cNvGrpSpPr/>
            <p:nvPr/>
          </p:nvGrpSpPr>
          <p:grpSpPr>
            <a:xfrm>
              <a:off x="1663247" y="201915"/>
              <a:ext cx="394763" cy="394763"/>
              <a:chOff x="0" y="0"/>
              <a:chExt cx="812800" cy="812800"/>
            </a:xfrm>
          </p:grpSpPr>
          <p:sp>
            <p:nvSpPr>
              <p:cNvPr id="640" name="Google Shape;640;p14">
                <a:extLst>
                  <a:ext uri="{FF2B5EF4-FFF2-40B4-BE49-F238E27FC236}">
                    <a16:creationId xmlns:a16="http://schemas.microsoft.com/office/drawing/2014/main" id="{4681C6F2-F8D6-7721-8CAE-B83E9B220AF1}"/>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1200" kern="0">
                  <a:solidFill>
                    <a:srgbClr val="000000"/>
                  </a:solidFill>
                  <a:latin typeface="Arial"/>
                  <a:cs typeface="Arial"/>
                  <a:sym typeface="Arial"/>
                </a:endParaRPr>
              </a:p>
            </p:txBody>
          </p:sp>
          <p:sp>
            <p:nvSpPr>
              <p:cNvPr id="641" name="Google Shape;641;p14">
                <a:extLst>
                  <a:ext uri="{FF2B5EF4-FFF2-40B4-BE49-F238E27FC236}">
                    <a16:creationId xmlns:a16="http://schemas.microsoft.com/office/drawing/2014/main" id="{04D71B8D-0E3E-8CC1-48AA-ED75408EE97C}"/>
                  </a:ext>
                </a:extLst>
              </p:cNvPr>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a:extLst>
              <a:ext uri="{FF2B5EF4-FFF2-40B4-BE49-F238E27FC236}">
                <a16:creationId xmlns:a16="http://schemas.microsoft.com/office/drawing/2014/main" id="{C3FC0A0A-5286-2E44-5C63-EFE6D7A8ED5A}"/>
              </a:ext>
            </a:extLst>
          </p:cNvPr>
          <p:cNvGrpSpPr/>
          <p:nvPr/>
        </p:nvGrpSpPr>
        <p:grpSpPr>
          <a:xfrm>
            <a:off x="685800" y="879049"/>
            <a:ext cx="10562908" cy="1109071"/>
            <a:chOff x="0" y="-47625"/>
            <a:chExt cx="4517902" cy="474365"/>
          </a:xfrm>
          <a:solidFill>
            <a:schemeClr val="accent1"/>
          </a:solidFill>
        </p:grpSpPr>
        <p:sp>
          <p:nvSpPr>
            <p:cNvPr id="643" name="Google Shape;643;p14">
              <a:extLst>
                <a:ext uri="{FF2B5EF4-FFF2-40B4-BE49-F238E27FC236}">
                  <a16:creationId xmlns:a16="http://schemas.microsoft.com/office/drawing/2014/main" id="{7380D28F-D050-7B91-0924-5C7F7C2B18F1}"/>
                </a:ext>
              </a:extLst>
            </p:cNvPr>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1200" kern="0">
                <a:solidFill>
                  <a:srgbClr val="000000"/>
                </a:solidFill>
                <a:latin typeface="Arial"/>
                <a:cs typeface="Arial"/>
                <a:sym typeface="Arial"/>
              </a:endParaRPr>
            </a:p>
          </p:txBody>
        </p:sp>
        <p:sp>
          <p:nvSpPr>
            <p:cNvPr id="644" name="Google Shape;644;p14">
              <a:extLst>
                <a:ext uri="{FF2B5EF4-FFF2-40B4-BE49-F238E27FC236}">
                  <a16:creationId xmlns:a16="http://schemas.microsoft.com/office/drawing/2014/main" id="{00F94AB0-2AF9-275C-A745-178F4574A55B}"/>
                </a:ext>
              </a:extLst>
            </p:cNvPr>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a:extLst>
              <a:ext uri="{FF2B5EF4-FFF2-40B4-BE49-F238E27FC236}">
                <a16:creationId xmlns:a16="http://schemas.microsoft.com/office/drawing/2014/main" id="{7A935FF8-82EA-A05D-EBDC-61C87BC4139A}"/>
              </a:ext>
            </a:extLst>
          </p:cNvPr>
          <p:cNvGrpSpPr/>
          <p:nvPr/>
        </p:nvGrpSpPr>
        <p:grpSpPr>
          <a:xfrm>
            <a:off x="1008592" y="1041879"/>
            <a:ext cx="10562908" cy="1109071"/>
            <a:chOff x="0" y="-47625"/>
            <a:chExt cx="4517902" cy="474365"/>
          </a:xfrm>
        </p:grpSpPr>
        <p:sp>
          <p:nvSpPr>
            <p:cNvPr id="646" name="Google Shape;646;p14">
              <a:extLst>
                <a:ext uri="{FF2B5EF4-FFF2-40B4-BE49-F238E27FC236}">
                  <a16:creationId xmlns:a16="http://schemas.microsoft.com/office/drawing/2014/main" id="{D5037B17-7D52-B9B9-57CD-2AD8A951C94A}"/>
                </a:ext>
              </a:extLst>
            </p:cNvPr>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1200" kern="0">
                <a:solidFill>
                  <a:srgbClr val="000000"/>
                </a:solidFill>
                <a:latin typeface="Arial"/>
                <a:cs typeface="Arial"/>
                <a:sym typeface="Arial"/>
              </a:endParaRPr>
            </a:p>
          </p:txBody>
        </p:sp>
        <p:sp>
          <p:nvSpPr>
            <p:cNvPr id="647" name="Google Shape;647;p14">
              <a:extLst>
                <a:ext uri="{FF2B5EF4-FFF2-40B4-BE49-F238E27FC236}">
                  <a16:creationId xmlns:a16="http://schemas.microsoft.com/office/drawing/2014/main" id="{14DDC2B7-4B06-7311-A40C-A7187A15F49A}"/>
                </a:ext>
              </a:extLst>
            </p:cNvPr>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a:extLst>
              <a:ext uri="{FF2B5EF4-FFF2-40B4-BE49-F238E27FC236}">
                <a16:creationId xmlns:a16="http://schemas.microsoft.com/office/drawing/2014/main" id="{D8112E86-1565-D6DB-7960-DE6331819CE9}"/>
              </a:ext>
            </a:extLst>
          </p:cNvPr>
          <p:cNvSpPr txBox="1"/>
          <p:nvPr/>
        </p:nvSpPr>
        <p:spPr>
          <a:xfrm>
            <a:off x="1127043" y="1162461"/>
            <a:ext cx="10722297" cy="886397"/>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4800" kern="0" dirty="0">
                <a:solidFill>
                  <a:srgbClr val="FFFFFF"/>
                </a:solidFill>
                <a:latin typeface="Courier"/>
                <a:cs typeface="Arial"/>
                <a:sym typeface="Courier"/>
              </a:rPr>
              <a:t>Built-in Sequence Functions</a:t>
            </a:r>
            <a:endParaRPr sz="4800"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8607B842-FE72-66E0-CD95-71EEEA44219C}"/>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1200" kern="0">
              <a:solidFill>
                <a:srgbClr val="000000"/>
              </a:solidFill>
              <a:latin typeface="Arial"/>
              <a:cs typeface="Arial"/>
              <a:sym typeface="Arial"/>
            </a:endParaRPr>
          </a:p>
        </p:txBody>
      </p:sp>
      <p:sp>
        <p:nvSpPr>
          <p:cNvPr id="7" name="Rectangle 1">
            <a:extLst>
              <a:ext uri="{FF2B5EF4-FFF2-40B4-BE49-F238E27FC236}">
                <a16:creationId xmlns:a16="http://schemas.microsoft.com/office/drawing/2014/main" id="{9CFB061D-949F-30DA-371D-C4FD142791AF}"/>
              </a:ext>
            </a:extLst>
          </p:cNvPr>
          <p:cNvSpPr>
            <a:spLocks noChangeArrowheads="1"/>
          </p:cNvSpPr>
          <p:nvPr/>
        </p:nvSpPr>
        <p:spPr bwMode="auto">
          <a:xfrm>
            <a:off x="1" y="29291"/>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60" eaLnBrk="0" fontAlgn="base" hangingPunct="0">
              <a:spcBef>
                <a:spcPct val="0"/>
              </a:spcBef>
              <a:spcAft>
                <a:spcPct val="0"/>
              </a:spcAft>
              <a:buClr>
                <a:srgbClr val="000000"/>
              </a:buClr>
            </a:pPr>
            <a:endParaRPr lang="en-US" altLang="en-US" sz="1200" kern="0" dirty="0">
              <a:solidFill>
                <a:srgbClr val="000000"/>
              </a:solidFill>
              <a:latin typeface="Arial" panose="020B0604020202020204" pitchFamily="34" charset="0"/>
              <a:cs typeface="Arial"/>
              <a:sym typeface="Arial"/>
            </a:endParaRPr>
          </a:p>
        </p:txBody>
      </p:sp>
      <p:sp>
        <p:nvSpPr>
          <p:cNvPr id="3" name="Rectangle 1">
            <a:extLst>
              <a:ext uri="{FF2B5EF4-FFF2-40B4-BE49-F238E27FC236}">
                <a16:creationId xmlns:a16="http://schemas.microsoft.com/office/drawing/2014/main" id="{3E7FD549-D1E6-9BD0-9BEB-CE6A28FDD71B}"/>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60" eaLnBrk="0" fontAlgn="base" hangingPunct="0">
              <a:spcBef>
                <a:spcPct val="0"/>
              </a:spcBef>
              <a:spcAft>
                <a:spcPct val="0"/>
              </a:spcAft>
              <a:buClr>
                <a:srgbClr val="000000"/>
              </a:buClr>
            </a:pPr>
            <a:endParaRPr lang="en-US" altLang="en-US" sz="1200" kern="0" dirty="0">
              <a:solidFill>
                <a:srgbClr val="000000"/>
              </a:solidFill>
              <a:latin typeface="Arial" panose="020B0604020202020204" pitchFamily="34" charset="0"/>
              <a:cs typeface="Arial"/>
              <a:sym typeface="Arial"/>
            </a:endParaRPr>
          </a:p>
        </p:txBody>
      </p:sp>
      <p:sp>
        <p:nvSpPr>
          <p:cNvPr id="4" name="Rectangle 1">
            <a:extLst>
              <a:ext uri="{FF2B5EF4-FFF2-40B4-BE49-F238E27FC236}">
                <a16:creationId xmlns:a16="http://schemas.microsoft.com/office/drawing/2014/main" id="{50F52B94-A371-DD13-FC00-6721C57983B9}"/>
              </a:ext>
            </a:extLst>
          </p:cNvPr>
          <p:cNvSpPr>
            <a:spLocks noChangeArrowheads="1"/>
          </p:cNvSpPr>
          <p:nvPr/>
        </p:nvSpPr>
        <p:spPr bwMode="auto">
          <a:xfrm>
            <a:off x="1" y="29291"/>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16" name="Rectangle 5">
            <a:extLst>
              <a:ext uri="{FF2B5EF4-FFF2-40B4-BE49-F238E27FC236}">
                <a16:creationId xmlns:a16="http://schemas.microsoft.com/office/drawing/2014/main" id="{811C069B-C2D6-1736-4757-C331AB8BAC82}"/>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5" name="Rectangle 1">
            <a:extLst>
              <a:ext uri="{FF2B5EF4-FFF2-40B4-BE49-F238E27FC236}">
                <a16:creationId xmlns:a16="http://schemas.microsoft.com/office/drawing/2014/main" id="{577D36CB-CF61-DAC0-C0D6-8496D0579D74}"/>
              </a:ext>
            </a:extLst>
          </p:cNvPr>
          <p:cNvSpPr>
            <a:spLocks noChangeArrowheads="1"/>
          </p:cNvSpPr>
          <p:nvPr/>
        </p:nvSpPr>
        <p:spPr bwMode="auto">
          <a:xfrm>
            <a:off x="1" y="-123109"/>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9" name="Rectangle 2">
            <a:extLst>
              <a:ext uri="{FF2B5EF4-FFF2-40B4-BE49-F238E27FC236}">
                <a16:creationId xmlns:a16="http://schemas.microsoft.com/office/drawing/2014/main" id="{6F34E8E6-112C-9076-6538-DA8E5E592F73}"/>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12" name="Rectangle 2">
            <a:extLst>
              <a:ext uri="{FF2B5EF4-FFF2-40B4-BE49-F238E27FC236}">
                <a16:creationId xmlns:a16="http://schemas.microsoft.com/office/drawing/2014/main" id="{3C9A7371-AB0D-5F18-BD2C-338300989776}"/>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13" name="Rectangle 3">
            <a:extLst>
              <a:ext uri="{FF2B5EF4-FFF2-40B4-BE49-F238E27FC236}">
                <a16:creationId xmlns:a16="http://schemas.microsoft.com/office/drawing/2014/main" id="{DDEB05FD-89A9-B793-67B2-F18E9158D586}"/>
              </a:ext>
            </a:extLst>
          </p:cNvPr>
          <p:cNvSpPr>
            <a:spLocks noChangeArrowheads="1"/>
          </p:cNvSpPr>
          <p:nvPr/>
        </p:nvSpPr>
        <p:spPr bwMode="auto">
          <a:xfrm>
            <a:off x="1" y="-123109"/>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14" name="Rectangle 4">
            <a:extLst>
              <a:ext uri="{FF2B5EF4-FFF2-40B4-BE49-F238E27FC236}">
                <a16:creationId xmlns:a16="http://schemas.microsoft.com/office/drawing/2014/main" id="{1C8F7816-9351-C56E-6552-FABBCFDE7B2F}"/>
              </a:ext>
            </a:extLst>
          </p:cNvPr>
          <p:cNvSpPr>
            <a:spLocks noChangeArrowheads="1"/>
          </p:cNvSpPr>
          <p:nvPr/>
        </p:nvSpPr>
        <p:spPr bwMode="auto">
          <a:xfrm>
            <a:off x="1" y="29291"/>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60" eaLnBrk="0" fontAlgn="base" hangingPunct="0">
              <a:spcBef>
                <a:spcPct val="0"/>
              </a:spcBef>
              <a:spcAft>
                <a:spcPct val="0"/>
              </a:spcAft>
              <a:buClr>
                <a:srgbClr val="000000"/>
              </a:buClr>
            </a:pPr>
            <a:endParaRPr lang="en-US" altLang="en-US" sz="1200" kern="0" dirty="0">
              <a:solidFill>
                <a:srgbClr val="000000"/>
              </a:solidFill>
              <a:latin typeface="Arial" panose="020B0604020202020204" pitchFamily="34" charset="0"/>
              <a:cs typeface="Arial"/>
              <a:sym typeface="Arial"/>
            </a:endParaRPr>
          </a:p>
        </p:txBody>
      </p:sp>
      <p:sp>
        <p:nvSpPr>
          <p:cNvPr id="19" name="Rectangle 6">
            <a:extLst>
              <a:ext uri="{FF2B5EF4-FFF2-40B4-BE49-F238E27FC236}">
                <a16:creationId xmlns:a16="http://schemas.microsoft.com/office/drawing/2014/main" id="{723B62D7-7EC9-584D-2006-136BD0705F5A}"/>
              </a:ext>
            </a:extLst>
          </p:cNvPr>
          <p:cNvSpPr>
            <a:spLocks noChangeArrowheads="1"/>
          </p:cNvSpPr>
          <p:nvPr/>
        </p:nvSpPr>
        <p:spPr bwMode="auto">
          <a:xfrm>
            <a:off x="1" y="-123109"/>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60" eaLnBrk="0" fontAlgn="base" hangingPunct="0">
              <a:spcBef>
                <a:spcPct val="0"/>
              </a:spcBef>
              <a:spcAft>
                <a:spcPct val="0"/>
              </a:spcAft>
              <a:buClr>
                <a:srgbClr val="000000"/>
              </a:buClr>
            </a:pPr>
            <a:endParaRPr lang="en-US" altLang="en-US" sz="1200" kern="0" dirty="0">
              <a:solidFill>
                <a:srgbClr val="000000"/>
              </a:solidFill>
              <a:latin typeface="Arial" panose="020B0604020202020204" pitchFamily="34" charset="0"/>
              <a:cs typeface="Arial"/>
              <a:sym typeface="Arial"/>
            </a:endParaRPr>
          </a:p>
        </p:txBody>
      </p:sp>
      <p:sp>
        <p:nvSpPr>
          <p:cNvPr id="10" name="Rectangle 1">
            <a:extLst>
              <a:ext uri="{FF2B5EF4-FFF2-40B4-BE49-F238E27FC236}">
                <a16:creationId xmlns:a16="http://schemas.microsoft.com/office/drawing/2014/main" id="{415877F1-45E5-11E1-38FB-1E7C4827094E}"/>
              </a:ext>
            </a:extLst>
          </p:cNvPr>
          <p:cNvSpPr>
            <a:spLocks noChangeArrowheads="1"/>
          </p:cNvSpPr>
          <p:nvPr/>
        </p:nvSpPr>
        <p:spPr bwMode="auto">
          <a:xfrm>
            <a:off x="1" y="29291"/>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15" name="Rectangle 2">
            <a:extLst>
              <a:ext uri="{FF2B5EF4-FFF2-40B4-BE49-F238E27FC236}">
                <a16:creationId xmlns:a16="http://schemas.microsoft.com/office/drawing/2014/main" id="{F0B33365-6113-1AF1-D090-D02EB279DDCF}"/>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11" name="Rectangle 1">
            <a:extLst>
              <a:ext uri="{FF2B5EF4-FFF2-40B4-BE49-F238E27FC236}">
                <a16:creationId xmlns:a16="http://schemas.microsoft.com/office/drawing/2014/main" id="{B9CEBD0C-8188-75FD-860E-0F40476B3DDF}"/>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60" eaLnBrk="0" fontAlgn="base" hangingPunct="0">
              <a:spcBef>
                <a:spcPct val="0"/>
              </a:spcBef>
              <a:spcAft>
                <a:spcPct val="0"/>
              </a:spcAft>
              <a:buClr>
                <a:srgbClr val="000000"/>
              </a:buClr>
            </a:pPr>
            <a:endParaRPr lang="en-US" altLang="en-US" sz="1200" kern="0" dirty="0">
              <a:solidFill>
                <a:srgbClr val="000000"/>
              </a:solidFill>
              <a:latin typeface="Arial" panose="020B0604020202020204" pitchFamily="34" charset="0"/>
              <a:cs typeface="Arial"/>
              <a:sym typeface="Arial"/>
            </a:endParaRPr>
          </a:p>
        </p:txBody>
      </p:sp>
      <p:sp>
        <p:nvSpPr>
          <p:cNvPr id="8" name="Rectangle 1">
            <a:extLst>
              <a:ext uri="{FF2B5EF4-FFF2-40B4-BE49-F238E27FC236}">
                <a16:creationId xmlns:a16="http://schemas.microsoft.com/office/drawing/2014/main" id="{D9A74F6E-C47A-0988-F8D1-71F4D9D6F8DF}"/>
              </a:ext>
            </a:extLst>
          </p:cNvPr>
          <p:cNvSpPr>
            <a:spLocks noChangeArrowheads="1"/>
          </p:cNvSpPr>
          <p:nvPr/>
        </p:nvSpPr>
        <p:spPr bwMode="auto">
          <a:xfrm>
            <a:off x="1" y="-123109"/>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20" name="Rectangle 1">
            <a:extLst>
              <a:ext uri="{FF2B5EF4-FFF2-40B4-BE49-F238E27FC236}">
                <a16:creationId xmlns:a16="http://schemas.microsoft.com/office/drawing/2014/main" id="{EE964D9A-BDBA-E4CA-9E34-F3EE2DD64F1F}"/>
              </a:ext>
            </a:extLst>
          </p:cNvPr>
          <p:cNvSpPr>
            <a:spLocks noChangeArrowheads="1"/>
          </p:cNvSpPr>
          <p:nvPr/>
        </p:nvSpPr>
        <p:spPr bwMode="auto">
          <a:xfrm>
            <a:off x="1" y="29291"/>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17" name="Rectangle 1">
            <a:extLst>
              <a:ext uri="{FF2B5EF4-FFF2-40B4-BE49-F238E27FC236}">
                <a16:creationId xmlns:a16="http://schemas.microsoft.com/office/drawing/2014/main" id="{909DE5B6-BA37-9401-4636-F9D5BA74A1C9}"/>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60" eaLnBrk="0" fontAlgn="base" hangingPunct="0">
              <a:spcBef>
                <a:spcPct val="0"/>
              </a:spcBef>
              <a:spcAft>
                <a:spcPct val="0"/>
              </a:spcAft>
              <a:buClr>
                <a:srgbClr val="000000"/>
              </a:buClr>
            </a:pPr>
            <a:endParaRPr lang="en-US" altLang="en-US" sz="1200" kern="0" dirty="0">
              <a:solidFill>
                <a:srgbClr val="000000"/>
              </a:solidFill>
              <a:latin typeface="Arial" panose="020B0604020202020204" pitchFamily="34" charset="0"/>
              <a:cs typeface="Arial"/>
              <a:sym typeface="Arial"/>
            </a:endParaRPr>
          </a:p>
        </p:txBody>
      </p:sp>
      <p:sp>
        <p:nvSpPr>
          <p:cNvPr id="22" name="Rectangle 1">
            <a:extLst>
              <a:ext uri="{FF2B5EF4-FFF2-40B4-BE49-F238E27FC236}">
                <a16:creationId xmlns:a16="http://schemas.microsoft.com/office/drawing/2014/main" id="{86F7BDCA-933D-6877-3442-F3298B4FA595}"/>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60" eaLnBrk="0" fontAlgn="base" hangingPunct="0">
              <a:spcBef>
                <a:spcPct val="0"/>
              </a:spcBef>
              <a:spcAft>
                <a:spcPct val="0"/>
              </a:spcAft>
              <a:buClr>
                <a:srgbClr val="000000"/>
              </a:buClr>
            </a:pPr>
            <a:endParaRPr lang="en-US" altLang="en-US" sz="1200" kern="0" dirty="0">
              <a:solidFill>
                <a:srgbClr val="000000"/>
              </a:solidFill>
              <a:latin typeface="Arial" panose="020B0604020202020204" pitchFamily="34" charset="0"/>
              <a:cs typeface="Arial"/>
              <a:sym typeface="Arial"/>
            </a:endParaRPr>
          </a:p>
        </p:txBody>
      </p:sp>
      <p:sp>
        <p:nvSpPr>
          <p:cNvPr id="18" name="Rectangle 1">
            <a:extLst>
              <a:ext uri="{FF2B5EF4-FFF2-40B4-BE49-F238E27FC236}">
                <a16:creationId xmlns:a16="http://schemas.microsoft.com/office/drawing/2014/main" id="{107591DB-74FD-46DE-E0E9-C898AA45B64A}"/>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60" eaLnBrk="0" fontAlgn="base" hangingPunct="0">
              <a:spcBef>
                <a:spcPct val="0"/>
              </a:spcBef>
              <a:spcAft>
                <a:spcPct val="0"/>
              </a:spcAft>
              <a:buClr>
                <a:srgbClr val="000000"/>
              </a:buClr>
            </a:pPr>
            <a:endParaRPr lang="en-US" altLang="en-US" sz="1200" kern="0" dirty="0">
              <a:solidFill>
                <a:srgbClr val="000000"/>
              </a:solidFill>
              <a:latin typeface="Arial" panose="020B0604020202020204" pitchFamily="34" charset="0"/>
              <a:cs typeface="Arial"/>
              <a:sym typeface="Arial"/>
            </a:endParaRPr>
          </a:p>
        </p:txBody>
      </p:sp>
      <p:sp>
        <p:nvSpPr>
          <p:cNvPr id="25" name="Rectangle 1">
            <a:extLst>
              <a:ext uri="{FF2B5EF4-FFF2-40B4-BE49-F238E27FC236}">
                <a16:creationId xmlns:a16="http://schemas.microsoft.com/office/drawing/2014/main" id="{22AE0E46-818E-CDD5-94C3-0CB5DDEBE6E7}"/>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60" eaLnBrk="0" fontAlgn="base" hangingPunct="0">
              <a:spcBef>
                <a:spcPct val="0"/>
              </a:spcBef>
              <a:spcAft>
                <a:spcPct val="0"/>
              </a:spcAft>
              <a:buClr>
                <a:srgbClr val="000000"/>
              </a:buClr>
            </a:pPr>
            <a:endParaRPr lang="en-US" altLang="en-US" sz="1200" kern="0" dirty="0">
              <a:solidFill>
                <a:srgbClr val="000000"/>
              </a:solidFill>
              <a:latin typeface="Arial" panose="020B0604020202020204" pitchFamily="34" charset="0"/>
              <a:cs typeface="Arial"/>
              <a:sym typeface="Arial"/>
            </a:endParaRPr>
          </a:p>
        </p:txBody>
      </p:sp>
      <p:sp>
        <p:nvSpPr>
          <p:cNvPr id="6" name="Rectangle 1">
            <a:extLst>
              <a:ext uri="{FF2B5EF4-FFF2-40B4-BE49-F238E27FC236}">
                <a16:creationId xmlns:a16="http://schemas.microsoft.com/office/drawing/2014/main" id="{2697BC52-6BCC-DB7B-1587-0971A9555C6C}"/>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28" name="Rectangle 1">
            <a:extLst>
              <a:ext uri="{FF2B5EF4-FFF2-40B4-BE49-F238E27FC236}">
                <a16:creationId xmlns:a16="http://schemas.microsoft.com/office/drawing/2014/main" id="{8BD32EF5-8229-AF6C-0D7F-7EE8A54E5AD5}"/>
              </a:ext>
            </a:extLst>
          </p:cNvPr>
          <p:cNvSpPr>
            <a:spLocks noChangeArrowheads="1"/>
          </p:cNvSpPr>
          <p:nvPr/>
        </p:nvSpPr>
        <p:spPr bwMode="auto">
          <a:xfrm>
            <a:off x="1" y="29291"/>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21" name="Rectangle 1">
            <a:extLst>
              <a:ext uri="{FF2B5EF4-FFF2-40B4-BE49-F238E27FC236}">
                <a16:creationId xmlns:a16="http://schemas.microsoft.com/office/drawing/2014/main" id="{07D2DAD1-B33C-E1CE-68F2-E60E61848089}"/>
              </a:ext>
            </a:extLst>
          </p:cNvPr>
          <p:cNvSpPr>
            <a:spLocks noChangeArrowheads="1"/>
          </p:cNvSpPr>
          <p:nvPr/>
        </p:nvSpPr>
        <p:spPr bwMode="auto">
          <a:xfrm>
            <a:off x="1" y="29291"/>
            <a:ext cx="123175" cy="246221"/>
          </a:xfrm>
          <a:prstGeom prst="rect">
            <a:avLst/>
          </a:prstGeom>
          <a:solidFill>
            <a:srgbClr val="1E1F2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60" eaLnBrk="0" fontAlgn="base" hangingPunct="0">
              <a:spcBef>
                <a:spcPct val="0"/>
              </a:spcBef>
              <a:spcAft>
                <a:spcPct val="0"/>
              </a:spcAft>
              <a:buClr>
                <a:srgbClr val="000000"/>
              </a:buClr>
            </a:pPr>
            <a:endParaRPr lang="en-US" altLang="en-US" sz="1200" kern="0" dirty="0">
              <a:solidFill>
                <a:srgbClr val="000000"/>
              </a:solidFill>
              <a:latin typeface="Arial" panose="020B0604020202020204" pitchFamily="34" charset="0"/>
              <a:cs typeface="Arial"/>
              <a:sym typeface="Arial"/>
            </a:endParaRPr>
          </a:p>
        </p:txBody>
      </p:sp>
      <p:sp>
        <p:nvSpPr>
          <p:cNvPr id="24" name="Rectangle 1">
            <a:extLst>
              <a:ext uri="{FF2B5EF4-FFF2-40B4-BE49-F238E27FC236}">
                <a16:creationId xmlns:a16="http://schemas.microsoft.com/office/drawing/2014/main" id="{699219E4-927D-8FDC-6EF1-F9F0ACFE3BCE}"/>
              </a:ext>
            </a:extLst>
          </p:cNvPr>
          <p:cNvSpPr>
            <a:spLocks noChangeArrowheads="1"/>
          </p:cNvSpPr>
          <p:nvPr/>
        </p:nvSpPr>
        <p:spPr bwMode="auto">
          <a:xfrm>
            <a:off x="1" y="-123109"/>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30" name="Rectangle 2">
            <a:extLst>
              <a:ext uri="{FF2B5EF4-FFF2-40B4-BE49-F238E27FC236}">
                <a16:creationId xmlns:a16="http://schemas.microsoft.com/office/drawing/2014/main" id="{197E3AB9-422B-33CD-2B60-64CDC2F659E9}"/>
              </a:ext>
            </a:extLst>
          </p:cNvPr>
          <p:cNvSpPr>
            <a:spLocks noChangeArrowheads="1"/>
          </p:cNvSpPr>
          <p:nvPr/>
        </p:nvSpPr>
        <p:spPr bwMode="auto">
          <a:xfrm>
            <a:off x="1" y="-123109"/>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23" name="Rectangle 1">
            <a:extLst>
              <a:ext uri="{FF2B5EF4-FFF2-40B4-BE49-F238E27FC236}">
                <a16:creationId xmlns:a16="http://schemas.microsoft.com/office/drawing/2014/main" id="{A15B7044-26A9-EED3-B24F-96F3819CB4E5}"/>
              </a:ext>
            </a:extLst>
          </p:cNvPr>
          <p:cNvSpPr>
            <a:spLocks noChangeArrowheads="1"/>
          </p:cNvSpPr>
          <p:nvPr/>
        </p:nvSpPr>
        <p:spPr bwMode="auto">
          <a:xfrm>
            <a:off x="1" y="-123109"/>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26" name="Rectangle 1">
            <a:extLst>
              <a:ext uri="{FF2B5EF4-FFF2-40B4-BE49-F238E27FC236}">
                <a16:creationId xmlns:a16="http://schemas.microsoft.com/office/drawing/2014/main" id="{C3CF0E89-7345-7C02-612D-53137DD0A9E7}"/>
              </a:ext>
            </a:extLst>
          </p:cNvPr>
          <p:cNvSpPr>
            <a:spLocks noChangeArrowheads="1"/>
          </p:cNvSpPr>
          <p:nvPr/>
        </p:nvSpPr>
        <p:spPr bwMode="auto">
          <a:xfrm>
            <a:off x="1" y="-123109"/>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29" name="Rectangle 1">
            <a:extLst>
              <a:ext uri="{FF2B5EF4-FFF2-40B4-BE49-F238E27FC236}">
                <a16:creationId xmlns:a16="http://schemas.microsoft.com/office/drawing/2014/main" id="{F88536A6-7AFE-7BEB-700F-8A2F08F108AF}"/>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39" name="Rectangle 3">
            <a:extLst>
              <a:ext uri="{FF2B5EF4-FFF2-40B4-BE49-F238E27FC236}">
                <a16:creationId xmlns:a16="http://schemas.microsoft.com/office/drawing/2014/main" id="{A430E35A-DCBC-BD84-5E33-29CFE58393B5}"/>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37" name="Rectangle 1">
            <a:extLst>
              <a:ext uri="{FF2B5EF4-FFF2-40B4-BE49-F238E27FC236}">
                <a16:creationId xmlns:a16="http://schemas.microsoft.com/office/drawing/2014/main" id="{A82BFB47-1129-49B8-EB07-9874B16A506E}"/>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31" name="Rectangle 1">
            <a:extLst>
              <a:ext uri="{FF2B5EF4-FFF2-40B4-BE49-F238E27FC236}">
                <a16:creationId xmlns:a16="http://schemas.microsoft.com/office/drawing/2014/main" id="{28763EBD-8CED-9302-A272-D51BD671113D}"/>
              </a:ext>
            </a:extLst>
          </p:cNvPr>
          <p:cNvSpPr>
            <a:spLocks noChangeArrowheads="1"/>
          </p:cNvSpPr>
          <p:nvPr/>
        </p:nvSpPr>
        <p:spPr bwMode="auto">
          <a:xfrm>
            <a:off x="1" y="29291"/>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60" eaLnBrk="0" fontAlgn="base" hangingPunct="0">
              <a:spcBef>
                <a:spcPct val="0"/>
              </a:spcBef>
              <a:spcAft>
                <a:spcPct val="0"/>
              </a:spcAft>
              <a:buClr>
                <a:srgbClr val="000000"/>
              </a:buClr>
            </a:pPr>
            <a:endParaRPr lang="en-US" altLang="en-US" sz="1200" kern="0" dirty="0">
              <a:solidFill>
                <a:srgbClr val="000000"/>
              </a:solidFill>
              <a:latin typeface="Arial" panose="020B0604020202020204" pitchFamily="34" charset="0"/>
              <a:cs typeface="Arial"/>
              <a:sym typeface="Arial"/>
            </a:endParaRPr>
          </a:p>
        </p:txBody>
      </p:sp>
      <p:sp>
        <p:nvSpPr>
          <p:cNvPr id="32" name="Rectangle 1">
            <a:extLst>
              <a:ext uri="{FF2B5EF4-FFF2-40B4-BE49-F238E27FC236}">
                <a16:creationId xmlns:a16="http://schemas.microsoft.com/office/drawing/2014/main" id="{90D4E2EA-8CD2-3DA7-23DF-587CF9FB7D24}"/>
              </a:ext>
            </a:extLst>
          </p:cNvPr>
          <p:cNvSpPr>
            <a:spLocks noChangeArrowheads="1"/>
          </p:cNvSpPr>
          <p:nvPr/>
        </p:nvSpPr>
        <p:spPr bwMode="auto">
          <a:xfrm>
            <a:off x="1" y="-123109"/>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33" name="Rectangle 1">
            <a:extLst>
              <a:ext uri="{FF2B5EF4-FFF2-40B4-BE49-F238E27FC236}">
                <a16:creationId xmlns:a16="http://schemas.microsoft.com/office/drawing/2014/main" id="{8AC83E44-976C-33CC-C504-5CA9563C21DC}"/>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35" name="Rectangle 2">
            <a:extLst>
              <a:ext uri="{FF2B5EF4-FFF2-40B4-BE49-F238E27FC236}">
                <a16:creationId xmlns:a16="http://schemas.microsoft.com/office/drawing/2014/main" id="{DFDD17EE-B6F0-F6C3-64E8-AD41FED02AEF}"/>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38" name="Rectangle 3">
            <a:extLst>
              <a:ext uri="{FF2B5EF4-FFF2-40B4-BE49-F238E27FC236}">
                <a16:creationId xmlns:a16="http://schemas.microsoft.com/office/drawing/2014/main" id="{6578D0E3-236C-4163-705A-CD9971FE36B0}"/>
              </a:ext>
            </a:extLst>
          </p:cNvPr>
          <p:cNvSpPr>
            <a:spLocks noChangeArrowheads="1"/>
          </p:cNvSpPr>
          <p:nvPr/>
        </p:nvSpPr>
        <p:spPr bwMode="auto">
          <a:xfrm>
            <a:off x="1" y="-123109"/>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27" name="Google Shape;649;p14">
            <a:extLst>
              <a:ext uri="{FF2B5EF4-FFF2-40B4-BE49-F238E27FC236}">
                <a16:creationId xmlns:a16="http://schemas.microsoft.com/office/drawing/2014/main" id="{238EBD37-2E99-41B0-0DCA-DB8CA15A48B1}"/>
              </a:ext>
            </a:extLst>
          </p:cNvPr>
          <p:cNvSpPr txBox="1"/>
          <p:nvPr/>
        </p:nvSpPr>
        <p:spPr>
          <a:xfrm>
            <a:off x="817537" y="2303025"/>
            <a:ext cx="10885700" cy="804451"/>
          </a:xfrm>
          <a:prstGeom prst="rect">
            <a:avLst/>
          </a:prstGeom>
          <a:noFill/>
          <a:ln>
            <a:noFill/>
          </a:ln>
        </p:spPr>
        <p:txBody>
          <a:bodyPr spcFirstLastPara="1" wrap="square" lIns="0" tIns="0" rIns="0" bIns="0" anchor="t" anchorCtr="0">
            <a:spAutoFit/>
          </a:bodyPr>
          <a:lstStyle/>
          <a:p>
            <a:pPr defTabSz="609630">
              <a:lnSpc>
                <a:spcPct val="139958"/>
              </a:lnSpc>
              <a:buClr>
                <a:srgbClr val="FFFFFF"/>
              </a:buClr>
            </a:pPr>
            <a:r>
              <a:rPr lang="en-US" sz="1867" i="1" kern="0" dirty="0">
                <a:solidFill>
                  <a:srgbClr val="8C52FF"/>
                </a:solidFill>
                <a:latin typeface="Roboto Mono"/>
                <a:ea typeface="Roboto Mono"/>
                <a:cs typeface="Arial"/>
                <a:sym typeface="Roboto Mono"/>
              </a:rPr>
              <a:t>sorted() – Returns a sorted list</a:t>
            </a:r>
          </a:p>
          <a:p>
            <a:pPr defTabSz="609630">
              <a:lnSpc>
                <a:spcPct val="139958"/>
              </a:lnSpc>
              <a:buClr>
                <a:srgbClr val="FFFFFF"/>
              </a:buClr>
            </a:pPr>
            <a:r>
              <a:rPr lang="en-US" sz="1867" i="1" kern="0" dirty="0">
                <a:solidFill>
                  <a:srgbClr val="FFFFFF"/>
                </a:solidFill>
                <a:latin typeface="Roboto Mono"/>
                <a:ea typeface="Roboto Mono"/>
                <a:cs typeface="Arial"/>
                <a:sym typeface="Roboto Mono"/>
              </a:rPr>
              <a:t>Works on any sequence, returns a new list.</a:t>
            </a:r>
          </a:p>
        </p:txBody>
      </p:sp>
      <p:pic>
        <p:nvPicPr>
          <p:cNvPr id="40" name="Picture 39">
            <a:extLst>
              <a:ext uri="{FF2B5EF4-FFF2-40B4-BE49-F238E27FC236}">
                <a16:creationId xmlns:a16="http://schemas.microsoft.com/office/drawing/2014/main" id="{3C5D0A93-4B63-FA0F-C0AF-1DD1F31A8EEF}"/>
              </a:ext>
            </a:extLst>
          </p:cNvPr>
          <p:cNvPicPr>
            <a:picLocks noChangeAspect="1"/>
          </p:cNvPicPr>
          <p:nvPr/>
        </p:nvPicPr>
        <p:blipFill>
          <a:blip r:embed="rId3"/>
          <a:stretch>
            <a:fillRect/>
          </a:stretch>
        </p:blipFill>
        <p:spPr>
          <a:xfrm>
            <a:off x="2395732" y="3658663"/>
            <a:ext cx="7400536" cy="1210368"/>
          </a:xfrm>
          <a:prstGeom prst="rect">
            <a:avLst/>
          </a:prstGeom>
        </p:spPr>
      </p:pic>
    </p:spTree>
    <p:extLst>
      <p:ext uri="{BB962C8B-B14F-4D97-AF65-F5344CB8AC3E}">
        <p14:creationId xmlns:p14="http://schemas.microsoft.com/office/powerpoint/2010/main" val="646927239"/>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Shape 624">
          <a:extLst>
            <a:ext uri="{FF2B5EF4-FFF2-40B4-BE49-F238E27FC236}">
              <a16:creationId xmlns:a16="http://schemas.microsoft.com/office/drawing/2014/main" id="{3D1EA4B7-991B-811E-EE89-72C41842268E}"/>
            </a:ext>
          </a:extLst>
        </p:cNvPr>
        <p:cNvGrpSpPr/>
        <p:nvPr/>
      </p:nvGrpSpPr>
      <p:grpSpPr>
        <a:xfrm>
          <a:off x="0" y="0"/>
          <a:ext cx="0" cy="0"/>
          <a:chOff x="0" y="0"/>
          <a:chExt cx="0" cy="0"/>
        </a:xfrm>
      </p:grpSpPr>
      <p:grpSp>
        <p:nvGrpSpPr>
          <p:cNvPr id="625" name="Google Shape;625;p14">
            <a:extLst>
              <a:ext uri="{FF2B5EF4-FFF2-40B4-BE49-F238E27FC236}">
                <a16:creationId xmlns:a16="http://schemas.microsoft.com/office/drawing/2014/main" id="{77472F75-3C10-F1F6-A31A-C84073FBC40D}"/>
              </a:ext>
            </a:extLst>
          </p:cNvPr>
          <p:cNvGrpSpPr/>
          <p:nvPr/>
        </p:nvGrpSpPr>
        <p:grpSpPr>
          <a:xfrm>
            <a:off x="305423" y="175962"/>
            <a:ext cx="11543917" cy="6302879"/>
            <a:chOff x="0" y="-241102"/>
            <a:chExt cx="23087835" cy="12605759"/>
          </a:xfrm>
        </p:grpSpPr>
        <p:grpSp>
          <p:nvGrpSpPr>
            <p:cNvPr id="626" name="Google Shape;626;p14">
              <a:extLst>
                <a:ext uri="{FF2B5EF4-FFF2-40B4-BE49-F238E27FC236}">
                  <a16:creationId xmlns:a16="http://schemas.microsoft.com/office/drawing/2014/main" id="{E050524E-3FA6-A7C4-ACBD-202721577FF7}"/>
                </a:ext>
              </a:extLst>
            </p:cNvPr>
            <p:cNvGrpSpPr/>
            <p:nvPr/>
          </p:nvGrpSpPr>
          <p:grpSpPr>
            <a:xfrm>
              <a:off x="0" y="-241102"/>
              <a:ext cx="23069216" cy="12605759"/>
              <a:chOff x="0" y="-47625"/>
              <a:chExt cx="4556882" cy="2490026"/>
            </a:xfrm>
          </p:grpSpPr>
          <p:sp>
            <p:nvSpPr>
              <p:cNvPr id="627" name="Google Shape;627;p14">
                <a:extLst>
                  <a:ext uri="{FF2B5EF4-FFF2-40B4-BE49-F238E27FC236}">
                    <a16:creationId xmlns:a16="http://schemas.microsoft.com/office/drawing/2014/main" id="{C3212951-D0F5-4C7E-C0CC-0A0844880409}"/>
                  </a:ext>
                </a:extLst>
              </p:cNvPr>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1200" kern="0">
                  <a:solidFill>
                    <a:srgbClr val="000000"/>
                  </a:solidFill>
                  <a:latin typeface="Arial"/>
                  <a:cs typeface="Arial"/>
                  <a:sym typeface="Arial"/>
                </a:endParaRPr>
              </a:p>
            </p:txBody>
          </p:sp>
          <p:sp>
            <p:nvSpPr>
              <p:cNvPr id="628" name="Google Shape;628;p14">
                <a:extLst>
                  <a:ext uri="{FF2B5EF4-FFF2-40B4-BE49-F238E27FC236}">
                    <a16:creationId xmlns:a16="http://schemas.microsoft.com/office/drawing/2014/main" id="{B127E797-D5AA-A92C-9C91-AB6B1EC47247}"/>
                  </a:ext>
                </a:extLst>
              </p:cNvPr>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a:extLst>
                <a:ext uri="{FF2B5EF4-FFF2-40B4-BE49-F238E27FC236}">
                  <a16:creationId xmlns:a16="http://schemas.microsoft.com/office/drawing/2014/main" id="{474ED681-45B5-431F-BCE7-5278947D7F50}"/>
                </a:ext>
              </a:extLst>
            </p:cNvPr>
            <p:cNvGrpSpPr/>
            <p:nvPr/>
          </p:nvGrpSpPr>
          <p:grpSpPr>
            <a:xfrm>
              <a:off x="18619" y="-241102"/>
              <a:ext cx="23069216" cy="12605759"/>
              <a:chOff x="0" y="-47625"/>
              <a:chExt cx="4556882" cy="2490026"/>
            </a:xfrm>
          </p:grpSpPr>
          <p:sp>
            <p:nvSpPr>
              <p:cNvPr id="630" name="Google Shape;630;p14">
                <a:extLst>
                  <a:ext uri="{FF2B5EF4-FFF2-40B4-BE49-F238E27FC236}">
                    <a16:creationId xmlns:a16="http://schemas.microsoft.com/office/drawing/2014/main" id="{8481ECC1-7EBB-1632-D037-1921307B8588}"/>
                  </a:ext>
                </a:extLst>
              </p:cNvPr>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1200" kern="0">
                  <a:solidFill>
                    <a:srgbClr val="000000"/>
                  </a:solidFill>
                  <a:latin typeface="Arial"/>
                  <a:cs typeface="Arial"/>
                  <a:sym typeface="Arial"/>
                </a:endParaRPr>
              </a:p>
            </p:txBody>
          </p:sp>
          <p:sp>
            <p:nvSpPr>
              <p:cNvPr id="631" name="Google Shape;631;p14">
                <a:extLst>
                  <a:ext uri="{FF2B5EF4-FFF2-40B4-BE49-F238E27FC236}">
                    <a16:creationId xmlns:a16="http://schemas.microsoft.com/office/drawing/2014/main" id="{7F8BB4AB-9B79-EA5D-C3D3-C58BCAD74B11}"/>
                  </a:ext>
                </a:extLst>
              </p:cNvPr>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a:extLst>
                <a:ext uri="{FF2B5EF4-FFF2-40B4-BE49-F238E27FC236}">
                  <a16:creationId xmlns:a16="http://schemas.microsoft.com/office/drawing/2014/main" id="{C0249EC0-069C-E8C5-F401-7390AD3A17EF}"/>
                </a:ext>
              </a:extLst>
            </p:cNvPr>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a:extLst>
                <a:ext uri="{FF2B5EF4-FFF2-40B4-BE49-F238E27FC236}">
                  <a16:creationId xmlns:a16="http://schemas.microsoft.com/office/drawing/2014/main" id="{96B4E30F-BE4C-B47A-F0E5-0F0F972B4669}"/>
                </a:ext>
              </a:extLst>
            </p:cNvPr>
            <p:cNvGrpSpPr/>
            <p:nvPr/>
          </p:nvGrpSpPr>
          <p:grpSpPr>
            <a:xfrm>
              <a:off x="318466" y="201915"/>
              <a:ext cx="394763" cy="394763"/>
              <a:chOff x="0" y="0"/>
              <a:chExt cx="812800" cy="812800"/>
            </a:xfrm>
          </p:grpSpPr>
          <p:sp>
            <p:nvSpPr>
              <p:cNvPr id="634" name="Google Shape;634;p14">
                <a:extLst>
                  <a:ext uri="{FF2B5EF4-FFF2-40B4-BE49-F238E27FC236}">
                    <a16:creationId xmlns:a16="http://schemas.microsoft.com/office/drawing/2014/main" id="{5F13E57E-D44D-77C0-E476-C2F58525D6D4}"/>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1200" kern="0">
                  <a:solidFill>
                    <a:srgbClr val="000000"/>
                  </a:solidFill>
                  <a:latin typeface="Arial"/>
                  <a:cs typeface="Arial"/>
                  <a:sym typeface="Arial"/>
                </a:endParaRPr>
              </a:p>
            </p:txBody>
          </p:sp>
          <p:sp>
            <p:nvSpPr>
              <p:cNvPr id="635" name="Google Shape;635;p14">
                <a:extLst>
                  <a:ext uri="{FF2B5EF4-FFF2-40B4-BE49-F238E27FC236}">
                    <a16:creationId xmlns:a16="http://schemas.microsoft.com/office/drawing/2014/main" id="{F5E44EED-28DC-89C9-EAB4-A1CB2FB1CB56}"/>
                  </a:ext>
                </a:extLst>
              </p:cNvPr>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a:extLst>
                <a:ext uri="{FF2B5EF4-FFF2-40B4-BE49-F238E27FC236}">
                  <a16:creationId xmlns:a16="http://schemas.microsoft.com/office/drawing/2014/main" id="{2F4639EE-A921-64DA-74CC-6B5E2609FA98}"/>
                </a:ext>
              </a:extLst>
            </p:cNvPr>
            <p:cNvGrpSpPr/>
            <p:nvPr/>
          </p:nvGrpSpPr>
          <p:grpSpPr>
            <a:xfrm>
              <a:off x="989083" y="201915"/>
              <a:ext cx="394763" cy="394763"/>
              <a:chOff x="0" y="0"/>
              <a:chExt cx="812800" cy="812800"/>
            </a:xfrm>
          </p:grpSpPr>
          <p:sp>
            <p:nvSpPr>
              <p:cNvPr id="637" name="Google Shape;637;p14">
                <a:extLst>
                  <a:ext uri="{FF2B5EF4-FFF2-40B4-BE49-F238E27FC236}">
                    <a16:creationId xmlns:a16="http://schemas.microsoft.com/office/drawing/2014/main" id="{B6A90B39-FDB0-9529-FF4C-6ACB920CD475}"/>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1200" kern="0">
                  <a:solidFill>
                    <a:srgbClr val="000000"/>
                  </a:solidFill>
                  <a:latin typeface="Arial"/>
                  <a:cs typeface="Arial"/>
                  <a:sym typeface="Arial"/>
                </a:endParaRPr>
              </a:p>
            </p:txBody>
          </p:sp>
          <p:sp>
            <p:nvSpPr>
              <p:cNvPr id="638" name="Google Shape;638;p14">
                <a:extLst>
                  <a:ext uri="{FF2B5EF4-FFF2-40B4-BE49-F238E27FC236}">
                    <a16:creationId xmlns:a16="http://schemas.microsoft.com/office/drawing/2014/main" id="{5D2A8A28-C928-05C8-4E4D-30E7D63D7F3A}"/>
                  </a:ext>
                </a:extLst>
              </p:cNvPr>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a:extLst>
                <a:ext uri="{FF2B5EF4-FFF2-40B4-BE49-F238E27FC236}">
                  <a16:creationId xmlns:a16="http://schemas.microsoft.com/office/drawing/2014/main" id="{8D7FA6A4-5B9D-5562-74B9-1B7969E41C79}"/>
                </a:ext>
              </a:extLst>
            </p:cNvPr>
            <p:cNvGrpSpPr/>
            <p:nvPr/>
          </p:nvGrpSpPr>
          <p:grpSpPr>
            <a:xfrm>
              <a:off x="1663247" y="201915"/>
              <a:ext cx="394763" cy="394763"/>
              <a:chOff x="0" y="0"/>
              <a:chExt cx="812800" cy="812800"/>
            </a:xfrm>
          </p:grpSpPr>
          <p:sp>
            <p:nvSpPr>
              <p:cNvPr id="640" name="Google Shape;640;p14">
                <a:extLst>
                  <a:ext uri="{FF2B5EF4-FFF2-40B4-BE49-F238E27FC236}">
                    <a16:creationId xmlns:a16="http://schemas.microsoft.com/office/drawing/2014/main" id="{BC963E64-66BE-996F-B433-9A9DCF218513}"/>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1200" kern="0">
                  <a:solidFill>
                    <a:srgbClr val="000000"/>
                  </a:solidFill>
                  <a:latin typeface="Arial"/>
                  <a:cs typeface="Arial"/>
                  <a:sym typeface="Arial"/>
                </a:endParaRPr>
              </a:p>
            </p:txBody>
          </p:sp>
          <p:sp>
            <p:nvSpPr>
              <p:cNvPr id="641" name="Google Shape;641;p14">
                <a:extLst>
                  <a:ext uri="{FF2B5EF4-FFF2-40B4-BE49-F238E27FC236}">
                    <a16:creationId xmlns:a16="http://schemas.microsoft.com/office/drawing/2014/main" id="{150141EC-04B2-43E9-AD3D-9970B60947AF}"/>
                  </a:ext>
                </a:extLst>
              </p:cNvPr>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a:extLst>
              <a:ext uri="{FF2B5EF4-FFF2-40B4-BE49-F238E27FC236}">
                <a16:creationId xmlns:a16="http://schemas.microsoft.com/office/drawing/2014/main" id="{B2E2E712-4130-5FF7-43CA-319CDBAB06E5}"/>
              </a:ext>
            </a:extLst>
          </p:cNvPr>
          <p:cNvGrpSpPr/>
          <p:nvPr/>
        </p:nvGrpSpPr>
        <p:grpSpPr>
          <a:xfrm>
            <a:off x="685800" y="879049"/>
            <a:ext cx="10562908" cy="1109071"/>
            <a:chOff x="0" y="-47625"/>
            <a:chExt cx="4517902" cy="474365"/>
          </a:xfrm>
          <a:solidFill>
            <a:schemeClr val="accent1"/>
          </a:solidFill>
        </p:grpSpPr>
        <p:sp>
          <p:nvSpPr>
            <p:cNvPr id="643" name="Google Shape;643;p14">
              <a:extLst>
                <a:ext uri="{FF2B5EF4-FFF2-40B4-BE49-F238E27FC236}">
                  <a16:creationId xmlns:a16="http://schemas.microsoft.com/office/drawing/2014/main" id="{2CC288D0-5EAB-2B2D-88AA-BAD6AF50A2B3}"/>
                </a:ext>
              </a:extLst>
            </p:cNvPr>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1200" kern="0">
                <a:solidFill>
                  <a:srgbClr val="000000"/>
                </a:solidFill>
                <a:latin typeface="Arial"/>
                <a:cs typeface="Arial"/>
                <a:sym typeface="Arial"/>
              </a:endParaRPr>
            </a:p>
          </p:txBody>
        </p:sp>
        <p:sp>
          <p:nvSpPr>
            <p:cNvPr id="644" name="Google Shape;644;p14">
              <a:extLst>
                <a:ext uri="{FF2B5EF4-FFF2-40B4-BE49-F238E27FC236}">
                  <a16:creationId xmlns:a16="http://schemas.microsoft.com/office/drawing/2014/main" id="{E6FB29A1-698B-5305-ADAE-DF5E3DD07D57}"/>
                </a:ext>
              </a:extLst>
            </p:cNvPr>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a:extLst>
              <a:ext uri="{FF2B5EF4-FFF2-40B4-BE49-F238E27FC236}">
                <a16:creationId xmlns:a16="http://schemas.microsoft.com/office/drawing/2014/main" id="{46E49E27-1DDF-2D89-9FA4-5D0D3E2C5439}"/>
              </a:ext>
            </a:extLst>
          </p:cNvPr>
          <p:cNvGrpSpPr/>
          <p:nvPr/>
        </p:nvGrpSpPr>
        <p:grpSpPr>
          <a:xfrm>
            <a:off x="1008592" y="1041879"/>
            <a:ext cx="10562908" cy="1109071"/>
            <a:chOff x="0" y="-47625"/>
            <a:chExt cx="4517902" cy="474365"/>
          </a:xfrm>
        </p:grpSpPr>
        <p:sp>
          <p:nvSpPr>
            <p:cNvPr id="646" name="Google Shape;646;p14">
              <a:extLst>
                <a:ext uri="{FF2B5EF4-FFF2-40B4-BE49-F238E27FC236}">
                  <a16:creationId xmlns:a16="http://schemas.microsoft.com/office/drawing/2014/main" id="{FDAB0CEA-5BF6-3251-6E54-047802720BB6}"/>
                </a:ext>
              </a:extLst>
            </p:cNvPr>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1200" kern="0">
                <a:solidFill>
                  <a:srgbClr val="000000"/>
                </a:solidFill>
                <a:latin typeface="Arial"/>
                <a:cs typeface="Arial"/>
                <a:sym typeface="Arial"/>
              </a:endParaRPr>
            </a:p>
          </p:txBody>
        </p:sp>
        <p:sp>
          <p:nvSpPr>
            <p:cNvPr id="647" name="Google Shape;647;p14">
              <a:extLst>
                <a:ext uri="{FF2B5EF4-FFF2-40B4-BE49-F238E27FC236}">
                  <a16:creationId xmlns:a16="http://schemas.microsoft.com/office/drawing/2014/main" id="{B337DF61-C1C7-831F-EDFC-9D8FA319C038}"/>
                </a:ext>
              </a:extLst>
            </p:cNvPr>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a:extLst>
              <a:ext uri="{FF2B5EF4-FFF2-40B4-BE49-F238E27FC236}">
                <a16:creationId xmlns:a16="http://schemas.microsoft.com/office/drawing/2014/main" id="{3B2EA6EF-D582-48B9-5713-F1E8D69C439C}"/>
              </a:ext>
            </a:extLst>
          </p:cNvPr>
          <p:cNvSpPr txBox="1"/>
          <p:nvPr/>
        </p:nvSpPr>
        <p:spPr>
          <a:xfrm>
            <a:off x="1127043" y="1162461"/>
            <a:ext cx="10722297" cy="886397"/>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4800" kern="0" dirty="0">
                <a:solidFill>
                  <a:srgbClr val="FFFFFF"/>
                </a:solidFill>
                <a:latin typeface="Courier"/>
                <a:cs typeface="Arial"/>
                <a:sym typeface="Courier"/>
              </a:rPr>
              <a:t>Built-in Sequence Functions</a:t>
            </a:r>
            <a:endParaRPr sz="4800"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1A039CE8-D050-85E3-178F-9D462F5975DD}"/>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1200" kern="0">
              <a:solidFill>
                <a:srgbClr val="000000"/>
              </a:solidFill>
              <a:latin typeface="Arial"/>
              <a:cs typeface="Arial"/>
              <a:sym typeface="Arial"/>
            </a:endParaRPr>
          </a:p>
        </p:txBody>
      </p:sp>
      <p:sp>
        <p:nvSpPr>
          <p:cNvPr id="7" name="Rectangle 1">
            <a:extLst>
              <a:ext uri="{FF2B5EF4-FFF2-40B4-BE49-F238E27FC236}">
                <a16:creationId xmlns:a16="http://schemas.microsoft.com/office/drawing/2014/main" id="{6B254B8C-D261-ECB8-238F-F551E8CCF3FC}"/>
              </a:ext>
            </a:extLst>
          </p:cNvPr>
          <p:cNvSpPr>
            <a:spLocks noChangeArrowheads="1"/>
          </p:cNvSpPr>
          <p:nvPr/>
        </p:nvSpPr>
        <p:spPr bwMode="auto">
          <a:xfrm>
            <a:off x="1" y="29291"/>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60" eaLnBrk="0" fontAlgn="base" hangingPunct="0">
              <a:spcBef>
                <a:spcPct val="0"/>
              </a:spcBef>
              <a:spcAft>
                <a:spcPct val="0"/>
              </a:spcAft>
              <a:buClr>
                <a:srgbClr val="000000"/>
              </a:buClr>
            </a:pPr>
            <a:endParaRPr lang="en-US" altLang="en-US" sz="1200" kern="0" dirty="0">
              <a:solidFill>
                <a:srgbClr val="000000"/>
              </a:solidFill>
              <a:latin typeface="Arial" panose="020B0604020202020204" pitchFamily="34" charset="0"/>
              <a:cs typeface="Arial"/>
              <a:sym typeface="Arial"/>
            </a:endParaRPr>
          </a:p>
        </p:txBody>
      </p:sp>
      <p:sp>
        <p:nvSpPr>
          <p:cNvPr id="3" name="Rectangle 1">
            <a:extLst>
              <a:ext uri="{FF2B5EF4-FFF2-40B4-BE49-F238E27FC236}">
                <a16:creationId xmlns:a16="http://schemas.microsoft.com/office/drawing/2014/main" id="{3704FF17-37D1-B73C-7FD2-ECECCEDA2A96}"/>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60" eaLnBrk="0" fontAlgn="base" hangingPunct="0">
              <a:spcBef>
                <a:spcPct val="0"/>
              </a:spcBef>
              <a:spcAft>
                <a:spcPct val="0"/>
              </a:spcAft>
              <a:buClr>
                <a:srgbClr val="000000"/>
              </a:buClr>
            </a:pPr>
            <a:endParaRPr lang="en-US" altLang="en-US" sz="1200" kern="0" dirty="0">
              <a:solidFill>
                <a:srgbClr val="000000"/>
              </a:solidFill>
              <a:latin typeface="Arial" panose="020B0604020202020204" pitchFamily="34" charset="0"/>
              <a:cs typeface="Arial"/>
              <a:sym typeface="Arial"/>
            </a:endParaRPr>
          </a:p>
        </p:txBody>
      </p:sp>
      <p:sp>
        <p:nvSpPr>
          <p:cNvPr id="4" name="Rectangle 1">
            <a:extLst>
              <a:ext uri="{FF2B5EF4-FFF2-40B4-BE49-F238E27FC236}">
                <a16:creationId xmlns:a16="http://schemas.microsoft.com/office/drawing/2014/main" id="{EE6F118C-11F6-0045-6370-4AF975BEFA41}"/>
              </a:ext>
            </a:extLst>
          </p:cNvPr>
          <p:cNvSpPr>
            <a:spLocks noChangeArrowheads="1"/>
          </p:cNvSpPr>
          <p:nvPr/>
        </p:nvSpPr>
        <p:spPr bwMode="auto">
          <a:xfrm>
            <a:off x="1" y="29291"/>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16" name="Rectangle 5">
            <a:extLst>
              <a:ext uri="{FF2B5EF4-FFF2-40B4-BE49-F238E27FC236}">
                <a16:creationId xmlns:a16="http://schemas.microsoft.com/office/drawing/2014/main" id="{77C76529-8B67-DBCC-9C3D-C1170B4E47BF}"/>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5" name="Rectangle 1">
            <a:extLst>
              <a:ext uri="{FF2B5EF4-FFF2-40B4-BE49-F238E27FC236}">
                <a16:creationId xmlns:a16="http://schemas.microsoft.com/office/drawing/2014/main" id="{37876459-A942-924B-0F51-444CE11F480D}"/>
              </a:ext>
            </a:extLst>
          </p:cNvPr>
          <p:cNvSpPr>
            <a:spLocks noChangeArrowheads="1"/>
          </p:cNvSpPr>
          <p:nvPr/>
        </p:nvSpPr>
        <p:spPr bwMode="auto">
          <a:xfrm>
            <a:off x="1" y="-123109"/>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9" name="Rectangle 2">
            <a:extLst>
              <a:ext uri="{FF2B5EF4-FFF2-40B4-BE49-F238E27FC236}">
                <a16:creationId xmlns:a16="http://schemas.microsoft.com/office/drawing/2014/main" id="{EC5D0BB8-7485-0C3B-0820-DBEE8B27D770}"/>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12" name="Rectangle 2">
            <a:extLst>
              <a:ext uri="{FF2B5EF4-FFF2-40B4-BE49-F238E27FC236}">
                <a16:creationId xmlns:a16="http://schemas.microsoft.com/office/drawing/2014/main" id="{1494B7AC-3403-8452-9F24-17B4AAEE26D7}"/>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13" name="Rectangle 3">
            <a:extLst>
              <a:ext uri="{FF2B5EF4-FFF2-40B4-BE49-F238E27FC236}">
                <a16:creationId xmlns:a16="http://schemas.microsoft.com/office/drawing/2014/main" id="{708AC9E6-4AF8-FCA8-2CC6-8E70C8FC7493}"/>
              </a:ext>
            </a:extLst>
          </p:cNvPr>
          <p:cNvSpPr>
            <a:spLocks noChangeArrowheads="1"/>
          </p:cNvSpPr>
          <p:nvPr/>
        </p:nvSpPr>
        <p:spPr bwMode="auto">
          <a:xfrm>
            <a:off x="1" y="-123109"/>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14" name="Rectangle 4">
            <a:extLst>
              <a:ext uri="{FF2B5EF4-FFF2-40B4-BE49-F238E27FC236}">
                <a16:creationId xmlns:a16="http://schemas.microsoft.com/office/drawing/2014/main" id="{CD338301-D43F-2D11-7423-5527203C106A}"/>
              </a:ext>
            </a:extLst>
          </p:cNvPr>
          <p:cNvSpPr>
            <a:spLocks noChangeArrowheads="1"/>
          </p:cNvSpPr>
          <p:nvPr/>
        </p:nvSpPr>
        <p:spPr bwMode="auto">
          <a:xfrm>
            <a:off x="1" y="29291"/>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60" eaLnBrk="0" fontAlgn="base" hangingPunct="0">
              <a:spcBef>
                <a:spcPct val="0"/>
              </a:spcBef>
              <a:spcAft>
                <a:spcPct val="0"/>
              </a:spcAft>
              <a:buClr>
                <a:srgbClr val="000000"/>
              </a:buClr>
            </a:pPr>
            <a:endParaRPr lang="en-US" altLang="en-US" sz="1200" kern="0" dirty="0">
              <a:solidFill>
                <a:srgbClr val="000000"/>
              </a:solidFill>
              <a:latin typeface="Arial" panose="020B0604020202020204" pitchFamily="34" charset="0"/>
              <a:cs typeface="Arial"/>
              <a:sym typeface="Arial"/>
            </a:endParaRPr>
          </a:p>
        </p:txBody>
      </p:sp>
      <p:sp>
        <p:nvSpPr>
          <p:cNvPr id="19" name="Rectangle 6">
            <a:extLst>
              <a:ext uri="{FF2B5EF4-FFF2-40B4-BE49-F238E27FC236}">
                <a16:creationId xmlns:a16="http://schemas.microsoft.com/office/drawing/2014/main" id="{42AC9E74-1569-FDEF-5E7A-66C5DF6E3087}"/>
              </a:ext>
            </a:extLst>
          </p:cNvPr>
          <p:cNvSpPr>
            <a:spLocks noChangeArrowheads="1"/>
          </p:cNvSpPr>
          <p:nvPr/>
        </p:nvSpPr>
        <p:spPr bwMode="auto">
          <a:xfrm>
            <a:off x="1" y="-123109"/>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60" eaLnBrk="0" fontAlgn="base" hangingPunct="0">
              <a:spcBef>
                <a:spcPct val="0"/>
              </a:spcBef>
              <a:spcAft>
                <a:spcPct val="0"/>
              </a:spcAft>
              <a:buClr>
                <a:srgbClr val="000000"/>
              </a:buClr>
            </a:pPr>
            <a:endParaRPr lang="en-US" altLang="en-US" sz="1200" kern="0" dirty="0">
              <a:solidFill>
                <a:srgbClr val="000000"/>
              </a:solidFill>
              <a:latin typeface="Arial" panose="020B0604020202020204" pitchFamily="34" charset="0"/>
              <a:cs typeface="Arial"/>
              <a:sym typeface="Arial"/>
            </a:endParaRPr>
          </a:p>
        </p:txBody>
      </p:sp>
      <p:sp>
        <p:nvSpPr>
          <p:cNvPr id="10" name="Rectangle 1">
            <a:extLst>
              <a:ext uri="{FF2B5EF4-FFF2-40B4-BE49-F238E27FC236}">
                <a16:creationId xmlns:a16="http://schemas.microsoft.com/office/drawing/2014/main" id="{CE0915C0-3ED9-1CCD-6AE8-830D20E8F20A}"/>
              </a:ext>
            </a:extLst>
          </p:cNvPr>
          <p:cNvSpPr>
            <a:spLocks noChangeArrowheads="1"/>
          </p:cNvSpPr>
          <p:nvPr/>
        </p:nvSpPr>
        <p:spPr bwMode="auto">
          <a:xfrm>
            <a:off x="1" y="29291"/>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15" name="Rectangle 2">
            <a:extLst>
              <a:ext uri="{FF2B5EF4-FFF2-40B4-BE49-F238E27FC236}">
                <a16:creationId xmlns:a16="http://schemas.microsoft.com/office/drawing/2014/main" id="{814F2D9E-E5BA-0F75-08C4-83F77FA4C31F}"/>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11" name="Rectangle 1">
            <a:extLst>
              <a:ext uri="{FF2B5EF4-FFF2-40B4-BE49-F238E27FC236}">
                <a16:creationId xmlns:a16="http://schemas.microsoft.com/office/drawing/2014/main" id="{9EF302D2-FD15-C716-D220-6565A3424962}"/>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60" eaLnBrk="0" fontAlgn="base" hangingPunct="0">
              <a:spcBef>
                <a:spcPct val="0"/>
              </a:spcBef>
              <a:spcAft>
                <a:spcPct val="0"/>
              </a:spcAft>
              <a:buClr>
                <a:srgbClr val="000000"/>
              </a:buClr>
            </a:pPr>
            <a:endParaRPr lang="en-US" altLang="en-US" sz="1200" kern="0" dirty="0">
              <a:solidFill>
                <a:srgbClr val="000000"/>
              </a:solidFill>
              <a:latin typeface="Arial" panose="020B0604020202020204" pitchFamily="34" charset="0"/>
              <a:cs typeface="Arial"/>
              <a:sym typeface="Arial"/>
            </a:endParaRPr>
          </a:p>
        </p:txBody>
      </p:sp>
      <p:sp>
        <p:nvSpPr>
          <p:cNvPr id="8" name="Rectangle 1">
            <a:extLst>
              <a:ext uri="{FF2B5EF4-FFF2-40B4-BE49-F238E27FC236}">
                <a16:creationId xmlns:a16="http://schemas.microsoft.com/office/drawing/2014/main" id="{599259D7-D189-4825-16A7-7CC1F4AA3DBC}"/>
              </a:ext>
            </a:extLst>
          </p:cNvPr>
          <p:cNvSpPr>
            <a:spLocks noChangeArrowheads="1"/>
          </p:cNvSpPr>
          <p:nvPr/>
        </p:nvSpPr>
        <p:spPr bwMode="auto">
          <a:xfrm>
            <a:off x="1" y="-123109"/>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20" name="Rectangle 1">
            <a:extLst>
              <a:ext uri="{FF2B5EF4-FFF2-40B4-BE49-F238E27FC236}">
                <a16:creationId xmlns:a16="http://schemas.microsoft.com/office/drawing/2014/main" id="{FC2D6E43-C816-4D9D-61D5-337AFE48DCEA}"/>
              </a:ext>
            </a:extLst>
          </p:cNvPr>
          <p:cNvSpPr>
            <a:spLocks noChangeArrowheads="1"/>
          </p:cNvSpPr>
          <p:nvPr/>
        </p:nvSpPr>
        <p:spPr bwMode="auto">
          <a:xfrm>
            <a:off x="1" y="29291"/>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17" name="Rectangle 1">
            <a:extLst>
              <a:ext uri="{FF2B5EF4-FFF2-40B4-BE49-F238E27FC236}">
                <a16:creationId xmlns:a16="http://schemas.microsoft.com/office/drawing/2014/main" id="{C1BCF7C1-5564-709F-F56C-6393657FE81E}"/>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60" eaLnBrk="0" fontAlgn="base" hangingPunct="0">
              <a:spcBef>
                <a:spcPct val="0"/>
              </a:spcBef>
              <a:spcAft>
                <a:spcPct val="0"/>
              </a:spcAft>
              <a:buClr>
                <a:srgbClr val="000000"/>
              </a:buClr>
            </a:pPr>
            <a:endParaRPr lang="en-US" altLang="en-US" sz="1200" kern="0" dirty="0">
              <a:solidFill>
                <a:srgbClr val="000000"/>
              </a:solidFill>
              <a:latin typeface="Arial" panose="020B0604020202020204" pitchFamily="34" charset="0"/>
              <a:cs typeface="Arial"/>
              <a:sym typeface="Arial"/>
            </a:endParaRPr>
          </a:p>
        </p:txBody>
      </p:sp>
      <p:sp>
        <p:nvSpPr>
          <p:cNvPr id="22" name="Rectangle 1">
            <a:extLst>
              <a:ext uri="{FF2B5EF4-FFF2-40B4-BE49-F238E27FC236}">
                <a16:creationId xmlns:a16="http://schemas.microsoft.com/office/drawing/2014/main" id="{9DBDAA24-3BF9-7770-2229-F1BA5F32E220}"/>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60" eaLnBrk="0" fontAlgn="base" hangingPunct="0">
              <a:spcBef>
                <a:spcPct val="0"/>
              </a:spcBef>
              <a:spcAft>
                <a:spcPct val="0"/>
              </a:spcAft>
              <a:buClr>
                <a:srgbClr val="000000"/>
              </a:buClr>
            </a:pPr>
            <a:endParaRPr lang="en-US" altLang="en-US" sz="1200" kern="0" dirty="0">
              <a:solidFill>
                <a:srgbClr val="000000"/>
              </a:solidFill>
              <a:latin typeface="Arial" panose="020B0604020202020204" pitchFamily="34" charset="0"/>
              <a:cs typeface="Arial"/>
              <a:sym typeface="Arial"/>
            </a:endParaRPr>
          </a:p>
        </p:txBody>
      </p:sp>
      <p:sp>
        <p:nvSpPr>
          <p:cNvPr id="18" name="Rectangle 1">
            <a:extLst>
              <a:ext uri="{FF2B5EF4-FFF2-40B4-BE49-F238E27FC236}">
                <a16:creationId xmlns:a16="http://schemas.microsoft.com/office/drawing/2014/main" id="{0B8CE096-256A-C6B6-DA40-8229BA46DA6D}"/>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60" eaLnBrk="0" fontAlgn="base" hangingPunct="0">
              <a:spcBef>
                <a:spcPct val="0"/>
              </a:spcBef>
              <a:spcAft>
                <a:spcPct val="0"/>
              </a:spcAft>
              <a:buClr>
                <a:srgbClr val="000000"/>
              </a:buClr>
            </a:pPr>
            <a:endParaRPr lang="en-US" altLang="en-US" sz="1200" kern="0" dirty="0">
              <a:solidFill>
                <a:srgbClr val="000000"/>
              </a:solidFill>
              <a:latin typeface="Arial" panose="020B0604020202020204" pitchFamily="34" charset="0"/>
              <a:cs typeface="Arial"/>
              <a:sym typeface="Arial"/>
            </a:endParaRPr>
          </a:p>
        </p:txBody>
      </p:sp>
      <p:sp>
        <p:nvSpPr>
          <p:cNvPr id="25" name="Rectangle 1">
            <a:extLst>
              <a:ext uri="{FF2B5EF4-FFF2-40B4-BE49-F238E27FC236}">
                <a16:creationId xmlns:a16="http://schemas.microsoft.com/office/drawing/2014/main" id="{C1158F33-8B45-D381-FDEB-C0F1B9C43741}"/>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60" eaLnBrk="0" fontAlgn="base" hangingPunct="0">
              <a:spcBef>
                <a:spcPct val="0"/>
              </a:spcBef>
              <a:spcAft>
                <a:spcPct val="0"/>
              </a:spcAft>
              <a:buClr>
                <a:srgbClr val="000000"/>
              </a:buClr>
            </a:pPr>
            <a:endParaRPr lang="en-US" altLang="en-US" sz="1200" kern="0" dirty="0">
              <a:solidFill>
                <a:srgbClr val="000000"/>
              </a:solidFill>
              <a:latin typeface="Arial" panose="020B0604020202020204" pitchFamily="34" charset="0"/>
              <a:cs typeface="Arial"/>
              <a:sym typeface="Arial"/>
            </a:endParaRPr>
          </a:p>
        </p:txBody>
      </p:sp>
      <p:sp>
        <p:nvSpPr>
          <p:cNvPr id="6" name="Rectangle 1">
            <a:extLst>
              <a:ext uri="{FF2B5EF4-FFF2-40B4-BE49-F238E27FC236}">
                <a16:creationId xmlns:a16="http://schemas.microsoft.com/office/drawing/2014/main" id="{3A050969-10E3-64FA-F163-0EC6CB166C0E}"/>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28" name="Rectangle 1">
            <a:extLst>
              <a:ext uri="{FF2B5EF4-FFF2-40B4-BE49-F238E27FC236}">
                <a16:creationId xmlns:a16="http://schemas.microsoft.com/office/drawing/2014/main" id="{D215D317-5A19-367C-E0CD-89A36C8620EE}"/>
              </a:ext>
            </a:extLst>
          </p:cNvPr>
          <p:cNvSpPr>
            <a:spLocks noChangeArrowheads="1"/>
          </p:cNvSpPr>
          <p:nvPr/>
        </p:nvSpPr>
        <p:spPr bwMode="auto">
          <a:xfrm>
            <a:off x="1" y="29291"/>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21" name="Rectangle 1">
            <a:extLst>
              <a:ext uri="{FF2B5EF4-FFF2-40B4-BE49-F238E27FC236}">
                <a16:creationId xmlns:a16="http://schemas.microsoft.com/office/drawing/2014/main" id="{5F840029-32FC-FF67-56AA-A75276C92AAB}"/>
              </a:ext>
            </a:extLst>
          </p:cNvPr>
          <p:cNvSpPr>
            <a:spLocks noChangeArrowheads="1"/>
          </p:cNvSpPr>
          <p:nvPr/>
        </p:nvSpPr>
        <p:spPr bwMode="auto">
          <a:xfrm>
            <a:off x="1" y="29291"/>
            <a:ext cx="123175" cy="246221"/>
          </a:xfrm>
          <a:prstGeom prst="rect">
            <a:avLst/>
          </a:prstGeom>
          <a:solidFill>
            <a:srgbClr val="1E1F2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60" eaLnBrk="0" fontAlgn="base" hangingPunct="0">
              <a:spcBef>
                <a:spcPct val="0"/>
              </a:spcBef>
              <a:spcAft>
                <a:spcPct val="0"/>
              </a:spcAft>
              <a:buClr>
                <a:srgbClr val="000000"/>
              </a:buClr>
            </a:pPr>
            <a:endParaRPr lang="en-US" altLang="en-US" sz="1200" kern="0" dirty="0">
              <a:solidFill>
                <a:srgbClr val="000000"/>
              </a:solidFill>
              <a:latin typeface="Arial" panose="020B0604020202020204" pitchFamily="34" charset="0"/>
              <a:cs typeface="Arial"/>
              <a:sym typeface="Arial"/>
            </a:endParaRPr>
          </a:p>
        </p:txBody>
      </p:sp>
      <p:sp>
        <p:nvSpPr>
          <p:cNvPr id="24" name="Rectangle 1">
            <a:extLst>
              <a:ext uri="{FF2B5EF4-FFF2-40B4-BE49-F238E27FC236}">
                <a16:creationId xmlns:a16="http://schemas.microsoft.com/office/drawing/2014/main" id="{D6BFE06E-A0BF-4BA4-781E-CB1BA72A9DDE}"/>
              </a:ext>
            </a:extLst>
          </p:cNvPr>
          <p:cNvSpPr>
            <a:spLocks noChangeArrowheads="1"/>
          </p:cNvSpPr>
          <p:nvPr/>
        </p:nvSpPr>
        <p:spPr bwMode="auto">
          <a:xfrm>
            <a:off x="1" y="-123109"/>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30" name="Rectangle 2">
            <a:extLst>
              <a:ext uri="{FF2B5EF4-FFF2-40B4-BE49-F238E27FC236}">
                <a16:creationId xmlns:a16="http://schemas.microsoft.com/office/drawing/2014/main" id="{A31B9893-266C-DE5F-078B-C91B25F3A20E}"/>
              </a:ext>
            </a:extLst>
          </p:cNvPr>
          <p:cNvSpPr>
            <a:spLocks noChangeArrowheads="1"/>
          </p:cNvSpPr>
          <p:nvPr/>
        </p:nvSpPr>
        <p:spPr bwMode="auto">
          <a:xfrm>
            <a:off x="1" y="-123109"/>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23" name="Rectangle 1">
            <a:extLst>
              <a:ext uri="{FF2B5EF4-FFF2-40B4-BE49-F238E27FC236}">
                <a16:creationId xmlns:a16="http://schemas.microsoft.com/office/drawing/2014/main" id="{0B117C69-6A9E-6179-8944-A250CBBE8D12}"/>
              </a:ext>
            </a:extLst>
          </p:cNvPr>
          <p:cNvSpPr>
            <a:spLocks noChangeArrowheads="1"/>
          </p:cNvSpPr>
          <p:nvPr/>
        </p:nvSpPr>
        <p:spPr bwMode="auto">
          <a:xfrm>
            <a:off x="1" y="-123109"/>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26" name="Rectangle 1">
            <a:extLst>
              <a:ext uri="{FF2B5EF4-FFF2-40B4-BE49-F238E27FC236}">
                <a16:creationId xmlns:a16="http://schemas.microsoft.com/office/drawing/2014/main" id="{83326326-71A7-D36F-A463-1E7F86BAE193}"/>
              </a:ext>
            </a:extLst>
          </p:cNvPr>
          <p:cNvSpPr>
            <a:spLocks noChangeArrowheads="1"/>
          </p:cNvSpPr>
          <p:nvPr/>
        </p:nvSpPr>
        <p:spPr bwMode="auto">
          <a:xfrm>
            <a:off x="1" y="-123109"/>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29" name="Rectangle 1">
            <a:extLst>
              <a:ext uri="{FF2B5EF4-FFF2-40B4-BE49-F238E27FC236}">
                <a16:creationId xmlns:a16="http://schemas.microsoft.com/office/drawing/2014/main" id="{098C1071-F764-8DE7-89C2-C2FC28112ECD}"/>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39" name="Rectangle 3">
            <a:extLst>
              <a:ext uri="{FF2B5EF4-FFF2-40B4-BE49-F238E27FC236}">
                <a16:creationId xmlns:a16="http://schemas.microsoft.com/office/drawing/2014/main" id="{B478A86C-7D68-FDD2-43B6-41F8C50AA6B3}"/>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37" name="Rectangle 1">
            <a:extLst>
              <a:ext uri="{FF2B5EF4-FFF2-40B4-BE49-F238E27FC236}">
                <a16:creationId xmlns:a16="http://schemas.microsoft.com/office/drawing/2014/main" id="{9D80D0FC-B0BB-49E6-6A4A-2139599B3248}"/>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31" name="Rectangle 1">
            <a:extLst>
              <a:ext uri="{FF2B5EF4-FFF2-40B4-BE49-F238E27FC236}">
                <a16:creationId xmlns:a16="http://schemas.microsoft.com/office/drawing/2014/main" id="{715E3179-EB7E-C92D-3610-CC9F7B1A87E4}"/>
              </a:ext>
            </a:extLst>
          </p:cNvPr>
          <p:cNvSpPr>
            <a:spLocks noChangeArrowheads="1"/>
          </p:cNvSpPr>
          <p:nvPr/>
        </p:nvSpPr>
        <p:spPr bwMode="auto">
          <a:xfrm>
            <a:off x="1" y="29291"/>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60" eaLnBrk="0" fontAlgn="base" hangingPunct="0">
              <a:spcBef>
                <a:spcPct val="0"/>
              </a:spcBef>
              <a:spcAft>
                <a:spcPct val="0"/>
              </a:spcAft>
              <a:buClr>
                <a:srgbClr val="000000"/>
              </a:buClr>
            </a:pPr>
            <a:endParaRPr lang="en-US" altLang="en-US" sz="1200" kern="0" dirty="0">
              <a:solidFill>
                <a:srgbClr val="000000"/>
              </a:solidFill>
              <a:latin typeface="Arial" panose="020B0604020202020204" pitchFamily="34" charset="0"/>
              <a:cs typeface="Arial"/>
              <a:sym typeface="Arial"/>
            </a:endParaRPr>
          </a:p>
        </p:txBody>
      </p:sp>
      <p:sp>
        <p:nvSpPr>
          <p:cNvPr id="32" name="Rectangle 1">
            <a:extLst>
              <a:ext uri="{FF2B5EF4-FFF2-40B4-BE49-F238E27FC236}">
                <a16:creationId xmlns:a16="http://schemas.microsoft.com/office/drawing/2014/main" id="{D4560E08-67CC-CE6A-FA31-4898ACE8EEC2}"/>
              </a:ext>
            </a:extLst>
          </p:cNvPr>
          <p:cNvSpPr>
            <a:spLocks noChangeArrowheads="1"/>
          </p:cNvSpPr>
          <p:nvPr/>
        </p:nvSpPr>
        <p:spPr bwMode="auto">
          <a:xfrm>
            <a:off x="1" y="-123109"/>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33" name="Rectangle 1">
            <a:extLst>
              <a:ext uri="{FF2B5EF4-FFF2-40B4-BE49-F238E27FC236}">
                <a16:creationId xmlns:a16="http://schemas.microsoft.com/office/drawing/2014/main" id="{2C758DAF-8B94-F4C4-2687-972259AA4359}"/>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35" name="Rectangle 2">
            <a:extLst>
              <a:ext uri="{FF2B5EF4-FFF2-40B4-BE49-F238E27FC236}">
                <a16:creationId xmlns:a16="http://schemas.microsoft.com/office/drawing/2014/main" id="{E73F1C99-675B-8997-0797-489B3798F6F3}"/>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38" name="Rectangle 3">
            <a:extLst>
              <a:ext uri="{FF2B5EF4-FFF2-40B4-BE49-F238E27FC236}">
                <a16:creationId xmlns:a16="http://schemas.microsoft.com/office/drawing/2014/main" id="{FAB47B59-6F3D-9CF9-40E5-CC732C5A9226}"/>
              </a:ext>
            </a:extLst>
          </p:cNvPr>
          <p:cNvSpPr>
            <a:spLocks noChangeArrowheads="1"/>
          </p:cNvSpPr>
          <p:nvPr/>
        </p:nvSpPr>
        <p:spPr bwMode="auto">
          <a:xfrm>
            <a:off x="1" y="-123109"/>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27" name="Google Shape;649;p14">
            <a:extLst>
              <a:ext uri="{FF2B5EF4-FFF2-40B4-BE49-F238E27FC236}">
                <a16:creationId xmlns:a16="http://schemas.microsoft.com/office/drawing/2014/main" id="{8DADAB46-6179-BB3E-1C7B-936304787E82}"/>
              </a:ext>
            </a:extLst>
          </p:cNvPr>
          <p:cNvSpPr txBox="1"/>
          <p:nvPr/>
        </p:nvSpPr>
        <p:spPr>
          <a:xfrm>
            <a:off x="817537" y="2303025"/>
            <a:ext cx="10885700" cy="804451"/>
          </a:xfrm>
          <a:prstGeom prst="rect">
            <a:avLst/>
          </a:prstGeom>
          <a:noFill/>
          <a:ln>
            <a:noFill/>
          </a:ln>
        </p:spPr>
        <p:txBody>
          <a:bodyPr spcFirstLastPara="1" wrap="square" lIns="0" tIns="0" rIns="0" bIns="0" anchor="t" anchorCtr="0">
            <a:spAutoFit/>
          </a:bodyPr>
          <a:lstStyle/>
          <a:p>
            <a:pPr defTabSz="609630">
              <a:lnSpc>
                <a:spcPct val="139958"/>
              </a:lnSpc>
              <a:buClr>
                <a:srgbClr val="FFFFFF"/>
              </a:buClr>
            </a:pPr>
            <a:r>
              <a:rPr lang="en-US" sz="1867" i="1" kern="0" dirty="0">
                <a:solidFill>
                  <a:srgbClr val="8C52FF"/>
                </a:solidFill>
                <a:latin typeface="Roboto Mono"/>
                <a:ea typeface="Roboto Mono"/>
                <a:cs typeface="Arial"/>
                <a:sym typeface="Roboto Mono"/>
              </a:rPr>
              <a:t>reversed() — Reverse iterator</a:t>
            </a:r>
          </a:p>
          <a:p>
            <a:pPr defTabSz="609630">
              <a:lnSpc>
                <a:spcPct val="139958"/>
              </a:lnSpc>
              <a:buClr>
                <a:srgbClr val="FFFFFF"/>
              </a:buClr>
            </a:pPr>
            <a:r>
              <a:rPr lang="en-US" sz="1867" i="1" kern="0" dirty="0">
                <a:solidFill>
                  <a:srgbClr val="FFFFFF"/>
                </a:solidFill>
                <a:latin typeface="Roboto Mono"/>
                <a:ea typeface="Roboto Mono"/>
                <a:cs typeface="Arial"/>
                <a:sym typeface="Roboto Mono"/>
              </a:rPr>
              <a:t>Does NOT modify the original sequence.</a:t>
            </a:r>
          </a:p>
        </p:txBody>
      </p:sp>
      <p:pic>
        <p:nvPicPr>
          <p:cNvPr id="36" name="Picture 35">
            <a:extLst>
              <a:ext uri="{FF2B5EF4-FFF2-40B4-BE49-F238E27FC236}">
                <a16:creationId xmlns:a16="http://schemas.microsoft.com/office/drawing/2014/main" id="{A2DEEA9F-7FD8-A3EE-C3E7-66BF4E23633C}"/>
              </a:ext>
            </a:extLst>
          </p:cNvPr>
          <p:cNvPicPr>
            <a:picLocks noChangeAspect="1"/>
          </p:cNvPicPr>
          <p:nvPr/>
        </p:nvPicPr>
        <p:blipFill>
          <a:blip r:embed="rId3"/>
          <a:stretch>
            <a:fillRect/>
          </a:stretch>
        </p:blipFill>
        <p:spPr>
          <a:xfrm>
            <a:off x="1596960" y="3585666"/>
            <a:ext cx="8998080" cy="1419052"/>
          </a:xfrm>
          <a:prstGeom prst="rect">
            <a:avLst/>
          </a:prstGeom>
        </p:spPr>
      </p:pic>
    </p:spTree>
    <p:extLst>
      <p:ext uri="{BB962C8B-B14F-4D97-AF65-F5344CB8AC3E}">
        <p14:creationId xmlns:p14="http://schemas.microsoft.com/office/powerpoint/2010/main" val="2148229382"/>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Shape 624">
          <a:extLst>
            <a:ext uri="{FF2B5EF4-FFF2-40B4-BE49-F238E27FC236}">
              <a16:creationId xmlns:a16="http://schemas.microsoft.com/office/drawing/2014/main" id="{8D3A2C1A-7B02-7BEC-D1E6-0A544D68415F}"/>
            </a:ext>
          </a:extLst>
        </p:cNvPr>
        <p:cNvGrpSpPr/>
        <p:nvPr/>
      </p:nvGrpSpPr>
      <p:grpSpPr>
        <a:xfrm>
          <a:off x="0" y="0"/>
          <a:ext cx="0" cy="0"/>
          <a:chOff x="0" y="0"/>
          <a:chExt cx="0" cy="0"/>
        </a:xfrm>
      </p:grpSpPr>
      <p:grpSp>
        <p:nvGrpSpPr>
          <p:cNvPr id="625" name="Google Shape;625;p14">
            <a:extLst>
              <a:ext uri="{FF2B5EF4-FFF2-40B4-BE49-F238E27FC236}">
                <a16:creationId xmlns:a16="http://schemas.microsoft.com/office/drawing/2014/main" id="{6F325BAA-75F4-9948-54D4-D20BB75E996D}"/>
              </a:ext>
            </a:extLst>
          </p:cNvPr>
          <p:cNvGrpSpPr/>
          <p:nvPr/>
        </p:nvGrpSpPr>
        <p:grpSpPr>
          <a:xfrm>
            <a:off x="305423" y="175962"/>
            <a:ext cx="11543917" cy="6302879"/>
            <a:chOff x="0" y="-241102"/>
            <a:chExt cx="23087835" cy="12605759"/>
          </a:xfrm>
        </p:grpSpPr>
        <p:grpSp>
          <p:nvGrpSpPr>
            <p:cNvPr id="626" name="Google Shape;626;p14">
              <a:extLst>
                <a:ext uri="{FF2B5EF4-FFF2-40B4-BE49-F238E27FC236}">
                  <a16:creationId xmlns:a16="http://schemas.microsoft.com/office/drawing/2014/main" id="{AD1A07B3-771B-006D-C505-EEB3464AC21D}"/>
                </a:ext>
              </a:extLst>
            </p:cNvPr>
            <p:cNvGrpSpPr/>
            <p:nvPr/>
          </p:nvGrpSpPr>
          <p:grpSpPr>
            <a:xfrm>
              <a:off x="0" y="-241102"/>
              <a:ext cx="23069216" cy="12605759"/>
              <a:chOff x="0" y="-47625"/>
              <a:chExt cx="4556882" cy="2490026"/>
            </a:xfrm>
          </p:grpSpPr>
          <p:sp>
            <p:nvSpPr>
              <p:cNvPr id="627" name="Google Shape;627;p14">
                <a:extLst>
                  <a:ext uri="{FF2B5EF4-FFF2-40B4-BE49-F238E27FC236}">
                    <a16:creationId xmlns:a16="http://schemas.microsoft.com/office/drawing/2014/main" id="{9AC28826-8D5A-392E-61C2-5FB5E1BF05CC}"/>
                  </a:ext>
                </a:extLst>
              </p:cNvPr>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1200" kern="0">
                  <a:solidFill>
                    <a:srgbClr val="000000"/>
                  </a:solidFill>
                  <a:latin typeface="Arial"/>
                  <a:cs typeface="Arial"/>
                  <a:sym typeface="Arial"/>
                </a:endParaRPr>
              </a:p>
            </p:txBody>
          </p:sp>
          <p:sp>
            <p:nvSpPr>
              <p:cNvPr id="628" name="Google Shape;628;p14">
                <a:extLst>
                  <a:ext uri="{FF2B5EF4-FFF2-40B4-BE49-F238E27FC236}">
                    <a16:creationId xmlns:a16="http://schemas.microsoft.com/office/drawing/2014/main" id="{C5183553-36B0-1A50-C3C0-A760C5697E8B}"/>
                  </a:ext>
                </a:extLst>
              </p:cNvPr>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a:extLst>
                <a:ext uri="{FF2B5EF4-FFF2-40B4-BE49-F238E27FC236}">
                  <a16:creationId xmlns:a16="http://schemas.microsoft.com/office/drawing/2014/main" id="{DE3005DE-CC99-B7A7-23F0-A0F4E9E80F28}"/>
                </a:ext>
              </a:extLst>
            </p:cNvPr>
            <p:cNvGrpSpPr/>
            <p:nvPr/>
          </p:nvGrpSpPr>
          <p:grpSpPr>
            <a:xfrm>
              <a:off x="18619" y="-241102"/>
              <a:ext cx="23069216" cy="12605759"/>
              <a:chOff x="0" y="-47625"/>
              <a:chExt cx="4556882" cy="2490026"/>
            </a:xfrm>
          </p:grpSpPr>
          <p:sp>
            <p:nvSpPr>
              <p:cNvPr id="630" name="Google Shape;630;p14">
                <a:extLst>
                  <a:ext uri="{FF2B5EF4-FFF2-40B4-BE49-F238E27FC236}">
                    <a16:creationId xmlns:a16="http://schemas.microsoft.com/office/drawing/2014/main" id="{DFBDB245-736C-1DB4-B6D0-298569727BAA}"/>
                  </a:ext>
                </a:extLst>
              </p:cNvPr>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1200" kern="0">
                  <a:solidFill>
                    <a:srgbClr val="000000"/>
                  </a:solidFill>
                  <a:latin typeface="Arial"/>
                  <a:cs typeface="Arial"/>
                  <a:sym typeface="Arial"/>
                </a:endParaRPr>
              </a:p>
            </p:txBody>
          </p:sp>
          <p:sp>
            <p:nvSpPr>
              <p:cNvPr id="631" name="Google Shape;631;p14">
                <a:extLst>
                  <a:ext uri="{FF2B5EF4-FFF2-40B4-BE49-F238E27FC236}">
                    <a16:creationId xmlns:a16="http://schemas.microsoft.com/office/drawing/2014/main" id="{9336F753-77EE-E5E2-DC1A-7AD4C95B75F5}"/>
                  </a:ext>
                </a:extLst>
              </p:cNvPr>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a:extLst>
                <a:ext uri="{FF2B5EF4-FFF2-40B4-BE49-F238E27FC236}">
                  <a16:creationId xmlns:a16="http://schemas.microsoft.com/office/drawing/2014/main" id="{BD566DC1-59A7-200C-270C-68630288D1AE}"/>
                </a:ext>
              </a:extLst>
            </p:cNvPr>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a:extLst>
                <a:ext uri="{FF2B5EF4-FFF2-40B4-BE49-F238E27FC236}">
                  <a16:creationId xmlns:a16="http://schemas.microsoft.com/office/drawing/2014/main" id="{21E8E712-EE7C-484D-5B21-3CA7DE019574}"/>
                </a:ext>
              </a:extLst>
            </p:cNvPr>
            <p:cNvGrpSpPr/>
            <p:nvPr/>
          </p:nvGrpSpPr>
          <p:grpSpPr>
            <a:xfrm>
              <a:off x="318466" y="201915"/>
              <a:ext cx="394763" cy="394763"/>
              <a:chOff x="0" y="0"/>
              <a:chExt cx="812800" cy="812800"/>
            </a:xfrm>
          </p:grpSpPr>
          <p:sp>
            <p:nvSpPr>
              <p:cNvPr id="634" name="Google Shape;634;p14">
                <a:extLst>
                  <a:ext uri="{FF2B5EF4-FFF2-40B4-BE49-F238E27FC236}">
                    <a16:creationId xmlns:a16="http://schemas.microsoft.com/office/drawing/2014/main" id="{493C7191-18B7-B535-34F5-EDF966BBB69A}"/>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1200" kern="0">
                  <a:solidFill>
                    <a:srgbClr val="000000"/>
                  </a:solidFill>
                  <a:latin typeface="Arial"/>
                  <a:cs typeface="Arial"/>
                  <a:sym typeface="Arial"/>
                </a:endParaRPr>
              </a:p>
            </p:txBody>
          </p:sp>
          <p:sp>
            <p:nvSpPr>
              <p:cNvPr id="635" name="Google Shape;635;p14">
                <a:extLst>
                  <a:ext uri="{FF2B5EF4-FFF2-40B4-BE49-F238E27FC236}">
                    <a16:creationId xmlns:a16="http://schemas.microsoft.com/office/drawing/2014/main" id="{F91515B1-202E-A0A7-143A-F5142FC3DAC9}"/>
                  </a:ext>
                </a:extLst>
              </p:cNvPr>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a:extLst>
                <a:ext uri="{FF2B5EF4-FFF2-40B4-BE49-F238E27FC236}">
                  <a16:creationId xmlns:a16="http://schemas.microsoft.com/office/drawing/2014/main" id="{385970F8-5C62-05F0-1FA9-9B112FAC7EFC}"/>
                </a:ext>
              </a:extLst>
            </p:cNvPr>
            <p:cNvGrpSpPr/>
            <p:nvPr/>
          </p:nvGrpSpPr>
          <p:grpSpPr>
            <a:xfrm>
              <a:off x="989083" y="201915"/>
              <a:ext cx="394763" cy="394763"/>
              <a:chOff x="0" y="0"/>
              <a:chExt cx="812800" cy="812800"/>
            </a:xfrm>
          </p:grpSpPr>
          <p:sp>
            <p:nvSpPr>
              <p:cNvPr id="637" name="Google Shape;637;p14">
                <a:extLst>
                  <a:ext uri="{FF2B5EF4-FFF2-40B4-BE49-F238E27FC236}">
                    <a16:creationId xmlns:a16="http://schemas.microsoft.com/office/drawing/2014/main" id="{9FC3ACBD-6FDB-4BAF-3E94-524DC4773E94}"/>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1200" kern="0">
                  <a:solidFill>
                    <a:srgbClr val="000000"/>
                  </a:solidFill>
                  <a:latin typeface="Arial"/>
                  <a:cs typeface="Arial"/>
                  <a:sym typeface="Arial"/>
                </a:endParaRPr>
              </a:p>
            </p:txBody>
          </p:sp>
          <p:sp>
            <p:nvSpPr>
              <p:cNvPr id="638" name="Google Shape;638;p14">
                <a:extLst>
                  <a:ext uri="{FF2B5EF4-FFF2-40B4-BE49-F238E27FC236}">
                    <a16:creationId xmlns:a16="http://schemas.microsoft.com/office/drawing/2014/main" id="{0D87D220-63B6-3CDF-BB58-575AD6DF1EFE}"/>
                  </a:ext>
                </a:extLst>
              </p:cNvPr>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a:extLst>
                <a:ext uri="{FF2B5EF4-FFF2-40B4-BE49-F238E27FC236}">
                  <a16:creationId xmlns:a16="http://schemas.microsoft.com/office/drawing/2014/main" id="{5CB25E43-1B70-3264-219A-C1DFDE0BEBA2}"/>
                </a:ext>
              </a:extLst>
            </p:cNvPr>
            <p:cNvGrpSpPr/>
            <p:nvPr/>
          </p:nvGrpSpPr>
          <p:grpSpPr>
            <a:xfrm>
              <a:off x="1663247" y="201915"/>
              <a:ext cx="394763" cy="394763"/>
              <a:chOff x="0" y="0"/>
              <a:chExt cx="812800" cy="812800"/>
            </a:xfrm>
          </p:grpSpPr>
          <p:sp>
            <p:nvSpPr>
              <p:cNvPr id="640" name="Google Shape;640;p14">
                <a:extLst>
                  <a:ext uri="{FF2B5EF4-FFF2-40B4-BE49-F238E27FC236}">
                    <a16:creationId xmlns:a16="http://schemas.microsoft.com/office/drawing/2014/main" id="{8B270B7D-48B0-1D76-1E77-6F87F67DC542}"/>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1200" kern="0">
                  <a:solidFill>
                    <a:srgbClr val="000000"/>
                  </a:solidFill>
                  <a:latin typeface="Arial"/>
                  <a:cs typeface="Arial"/>
                  <a:sym typeface="Arial"/>
                </a:endParaRPr>
              </a:p>
            </p:txBody>
          </p:sp>
          <p:sp>
            <p:nvSpPr>
              <p:cNvPr id="641" name="Google Shape;641;p14">
                <a:extLst>
                  <a:ext uri="{FF2B5EF4-FFF2-40B4-BE49-F238E27FC236}">
                    <a16:creationId xmlns:a16="http://schemas.microsoft.com/office/drawing/2014/main" id="{482EAF93-F0C2-426F-BC81-623C3F3A6ED0}"/>
                  </a:ext>
                </a:extLst>
              </p:cNvPr>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a:extLst>
              <a:ext uri="{FF2B5EF4-FFF2-40B4-BE49-F238E27FC236}">
                <a16:creationId xmlns:a16="http://schemas.microsoft.com/office/drawing/2014/main" id="{6DF40DBF-C084-205B-9F70-8AA64016BB14}"/>
              </a:ext>
            </a:extLst>
          </p:cNvPr>
          <p:cNvGrpSpPr/>
          <p:nvPr/>
        </p:nvGrpSpPr>
        <p:grpSpPr>
          <a:xfrm>
            <a:off x="685800" y="879049"/>
            <a:ext cx="10562908" cy="1109071"/>
            <a:chOff x="0" y="-47625"/>
            <a:chExt cx="4517902" cy="474365"/>
          </a:xfrm>
          <a:solidFill>
            <a:schemeClr val="accent1"/>
          </a:solidFill>
        </p:grpSpPr>
        <p:sp>
          <p:nvSpPr>
            <p:cNvPr id="643" name="Google Shape;643;p14">
              <a:extLst>
                <a:ext uri="{FF2B5EF4-FFF2-40B4-BE49-F238E27FC236}">
                  <a16:creationId xmlns:a16="http://schemas.microsoft.com/office/drawing/2014/main" id="{1EA624F6-B89F-5F3A-7A01-F9C75F013A18}"/>
                </a:ext>
              </a:extLst>
            </p:cNvPr>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1200" kern="0">
                <a:solidFill>
                  <a:srgbClr val="000000"/>
                </a:solidFill>
                <a:latin typeface="Arial"/>
                <a:cs typeface="Arial"/>
                <a:sym typeface="Arial"/>
              </a:endParaRPr>
            </a:p>
          </p:txBody>
        </p:sp>
        <p:sp>
          <p:nvSpPr>
            <p:cNvPr id="644" name="Google Shape;644;p14">
              <a:extLst>
                <a:ext uri="{FF2B5EF4-FFF2-40B4-BE49-F238E27FC236}">
                  <a16:creationId xmlns:a16="http://schemas.microsoft.com/office/drawing/2014/main" id="{EC39DEE3-F649-9717-C7AF-81C6466B9CF0}"/>
                </a:ext>
              </a:extLst>
            </p:cNvPr>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a:extLst>
              <a:ext uri="{FF2B5EF4-FFF2-40B4-BE49-F238E27FC236}">
                <a16:creationId xmlns:a16="http://schemas.microsoft.com/office/drawing/2014/main" id="{BED84751-0F0E-8924-4A60-44F877FDAE7A}"/>
              </a:ext>
            </a:extLst>
          </p:cNvPr>
          <p:cNvGrpSpPr/>
          <p:nvPr/>
        </p:nvGrpSpPr>
        <p:grpSpPr>
          <a:xfrm>
            <a:off x="1008592" y="1041879"/>
            <a:ext cx="10562908" cy="1109071"/>
            <a:chOff x="0" y="-47625"/>
            <a:chExt cx="4517902" cy="474365"/>
          </a:xfrm>
        </p:grpSpPr>
        <p:sp>
          <p:nvSpPr>
            <p:cNvPr id="646" name="Google Shape;646;p14">
              <a:extLst>
                <a:ext uri="{FF2B5EF4-FFF2-40B4-BE49-F238E27FC236}">
                  <a16:creationId xmlns:a16="http://schemas.microsoft.com/office/drawing/2014/main" id="{BC3B79F5-EA27-AC4F-99CC-2FD4A932E41E}"/>
                </a:ext>
              </a:extLst>
            </p:cNvPr>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1200" kern="0">
                <a:solidFill>
                  <a:srgbClr val="000000"/>
                </a:solidFill>
                <a:latin typeface="Arial"/>
                <a:cs typeface="Arial"/>
                <a:sym typeface="Arial"/>
              </a:endParaRPr>
            </a:p>
          </p:txBody>
        </p:sp>
        <p:sp>
          <p:nvSpPr>
            <p:cNvPr id="647" name="Google Shape;647;p14">
              <a:extLst>
                <a:ext uri="{FF2B5EF4-FFF2-40B4-BE49-F238E27FC236}">
                  <a16:creationId xmlns:a16="http://schemas.microsoft.com/office/drawing/2014/main" id="{2F4AF1C9-C187-6639-DEC5-9F08DBB7D035}"/>
                </a:ext>
              </a:extLst>
            </p:cNvPr>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a:extLst>
              <a:ext uri="{FF2B5EF4-FFF2-40B4-BE49-F238E27FC236}">
                <a16:creationId xmlns:a16="http://schemas.microsoft.com/office/drawing/2014/main" id="{8E87C301-9718-3B89-A37D-A93BA51B1B24}"/>
              </a:ext>
            </a:extLst>
          </p:cNvPr>
          <p:cNvSpPr txBox="1"/>
          <p:nvPr/>
        </p:nvSpPr>
        <p:spPr>
          <a:xfrm>
            <a:off x="1127043" y="1162461"/>
            <a:ext cx="10722297" cy="886397"/>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4800" kern="0" dirty="0">
                <a:solidFill>
                  <a:srgbClr val="FFFFFF"/>
                </a:solidFill>
                <a:latin typeface="Courier"/>
                <a:cs typeface="Arial"/>
                <a:sym typeface="Courier"/>
              </a:rPr>
              <a:t>Built-in Sequence Functions</a:t>
            </a:r>
            <a:endParaRPr sz="4800"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143138A0-8F7A-65C9-2030-746FC8A48827}"/>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1200" kern="0">
              <a:solidFill>
                <a:srgbClr val="000000"/>
              </a:solidFill>
              <a:latin typeface="Arial"/>
              <a:cs typeface="Arial"/>
              <a:sym typeface="Arial"/>
            </a:endParaRPr>
          </a:p>
        </p:txBody>
      </p:sp>
      <p:sp>
        <p:nvSpPr>
          <p:cNvPr id="7" name="Rectangle 1">
            <a:extLst>
              <a:ext uri="{FF2B5EF4-FFF2-40B4-BE49-F238E27FC236}">
                <a16:creationId xmlns:a16="http://schemas.microsoft.com/office/drawing/2014/main" id="{50D93702-0EEF-8CCC-204C-AB8930CF262D}"/>
              </a:ext>
            </a:extLst>
          </p:cNvPr>
          <p:cNvSpPr>
            <a:spLocks noChangeArrowheads="1"/>
          </p:cNvSpPr>
          <p:nvPr/>
        </p:nvSpPr>
        <p:spPr bwMode="auto">
          <a:xfrm>
            <a:off x="1" y="29291"/>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60" eaLnBrk="0" fontAlgn="base" hangingPunct="0">
              <a:spcBef>
                <a:spcPct val="0"/>
              </a:spcBef>
              <a:spcAft>
                <a:spcPct val="0"/>
              </a:spcAft>
              <a:buClr>
                <a:srgbClr val="000000"/>
              </a:buClr>
            </a:pPr>
            <a:endParaRPr lang="en-US" altLang="en-US" sz="1200" kern="0" dirty="0">
              <a:solidFill>
                <a:srgbClr val="000000"/>
              </a:solidFill>
              <a:latin typeface="Arial" panose="020B0604020202020204" pitchFamily="34" charset="0"/>
              <a:cs typeface="Arial"/>
              <a:sym typeface="Arial"/>
            </a:endParaRPr>
          </a:p>
        </p:txBody>
      </p:sp>
      <p:sp>
        <p:nvSpPr>
          <p:cNvPr id="3" name="Rectangle 1">
            <a:extLst>
              <a:ext uri="{FF2B5EF4-FFF2-40B4-BE49-F238E27FC236}">
                <a16:creationId xmlns:a16="http://schemas.microsoft.com/office/drawing/2014/main" id="{51D81D0E-F854-92E0-0E4B-FA2459044082}"/>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60" eaLnBrk="0" fontAlgn="base" hangingPunct="0">
              <a:spcBef>
                <a:spcPct val="0"/>
              </a:spcBef>
              <a:spcAft>
                <a:spcPct val="0"/>
              </a:spcAft>
              <a:buClr>
                <a:srgbClr val="000000"/>
              </a:buClr>
            </a:pPr>
            <a:endParaRPr lang="en-US" altLang="en-US" sz="1200" kern="0" dirty="0">
              <a:solidFill>
                <a:srgbClr val="000000"/>
              </a:solidFill>
              <a:latin typeface="Arial" panose="020B0604020202020204" pitchFamily="34" charset="0"/>
              <a:cs typeface="Arial"/>
              <a:sym typeface="Arial"/>
            </a:endParaRPr>
          </a:p>
        </p:txBody>
      </p:sp>
      <p:sp>
        <p:nvSpPr>
          <p:cNvPr id="4" name="Rectangle 1">
            <a:extLst>
              <a:ext uri="{FF2B5EF4-FFF2-40B4-BE49-F238E27FC236}">
                <a16:creationId xmlns:a16="http://schemas.microsoft.com/office/drawing/2014/main" id="{ECA2D571-3044-D414-B858-2F4431E34B5B}"/>
              </a:ext>
            </a:extLst>
          </p:cNvPr>
          <p:cNvSpPr>
            <a:spLocks noChangeArrowheads="1"/>
          </p:cNvSpPr>
          <p:nvPr/>
        </p:nvSpPr>
        <p:spPr bwMode="auto">
          <a:xfrm>
            <a:off x="1" y="29291"/>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16" name="Rectangle 5">
            <a:extLst>
              <a:ext uri="{FF2B5EF4-FFF2-40B4-BE49-F238E27FC236}">
                <a16:creationId xmlns:a16="http://schemas.microsoft.com/office/drawing/2014/main" id="{4BAE2FFF-5F78-E6CF-EB78-AAE86F90B7BB}"/>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5" name="Rectangle 1">
            <a:extLst>
              <a:ext uri="{FF2B5EF4-FFF2-40B4-BE49-F238E27FC236}">
                <a16:creationId xmlns:a16="http://schemas.microsoft.com/office/drawing/2014/main" id="{EB33CE7C-2CA0-C64A-BA61-9958D221F5E4}"/>
              </a:ext>
            </a:extLst>
          </p:cNvPr>
          <p:cNvSpPr>
            <a:spLocks noChangeArrowheads="1"/>
          </p:cNvSpPr>
          <p:nvPr/>
        </p:nvSpPr>
        <p:spPr bwMode="auto">
          <a:xfrm>
            <a:off x="1" y="-123109"/>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9" name="Rectangle 2">
            <a:extLst>
              <a:ext uri="{FF2B5EF4-FFF2-40B4-BE49-F238E27FC236}">
                <a16:creationId xmlns:a16="http://schemas.microsoft.com/office/drawing/2014/main" id="{FD92AC41-AA47-6ED0-DAE1-F7947DADAE2B}"/>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12" name="Rectangle 2">
            <a:extLst>
              <a:ext uri="{FF2B5EF4-FFF2-40B4-BE49-F238E27FC236}">
                <a16:creationId xmlns:a16="http://schemas.microsoft.com/office/drawing/2014/main" id="{6D902B7A-7076-8A2C-556D-317A03E2000E}"/>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13" name="Rectangle 3">
            <a:extLst>
              <a:ext uri="{FF2B5EF4-FFF2-40B4-BE49-F238E27FC236}">
                <a16:creationId xmlns:a16="http://schemas.microsoft.com/office/drawing/2014/main" id="{6E0B4BFD-D76F-9B58-3CA8-797A5A554A8F}"/>
              </a:ext>
            </a:extLst>
          </p:cNvPr>
          <p:cNvSpPr>
            <a:spLocks noChangeArrowheads="1"/>
          </p:cNvSpPr>
          <p:nvPr/>
        </p:nvSpPr>
        <p:spPr bwMode="auto">
          <a:xfrm>
            <a:off x="1" y="-123109"/>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14" name="Rectangle 4">
            <a:extLst>
              <a:ext uri="{FF2B5EF4-FFF2-40B4-BE49-F238E27FC236}">
                <a16:creationId xmlns:a16="http://schemas.microsoft.com/office/drawing/2014/main" id="{F0D32519-A3DE-14BD-D4F9-88786AB117E6}"/>
              </a:ext>
            </a:extLst>
          </p:cNvPr>
          <p:cNvSpPr>
            <a:spLocks noChangeArrowheads="1"/>
          </p:cNvSpPr>
          <p:nvPr/>
        </p:nvSpPr>
        <p:spPr bwMode="auto">
          <a:xfrm>
            <a:off x="1" y="29291"/>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60" eaLnBrk="0" fontAlgn="base" hangingPunct="0">
              <a:spcBef>
                <a:spcPct val="0"/>
              </a:spcBef>
              <a:spcAft>
                <a:spcPct val="0"/>
              </a:spcAft>
              <a:buClr>
                <a:srgbClr val="000000"/>
              </a:buClr>
            </a:pPr>
            <a:endParaRPr lang="en-US" altLang="en-US" sz="1200" kern="0" dirty="0">
              <a:solidFill>
                <a:srgbClr val="000000"/>
              </a:solidFill>
              <a:latin typeface="Arial" panose="020B0604020202020204" pitchFamily="34" charset="0"/>
              <a:cs typeface="Arial"/>
              <a:sym typeface="Arial"/>
            </a:endParaRPr>
          </a:p>
        </p:txBody>
      </p:sp>
      <p:sp>
        <p:nvSpPr>
          <p:cNvPr id="19" name="Rectangle 6">
            <a:extLst>
              <a:ext uri="{FF2B5EF4-FFF2-40B4-BE49-F238E27FC236}">
                <a16:creationId xmlns:a16="http://schemas.microsoft.com/office/drawing/2014/main" id="{A6793E81-12B0-2F44-5BB3-A71FC1611ACA}"/>
              </a:ext>
            </a:extLst>
          </p:cNvPr>
          <p:cNvSpPr>
            <a:spLocks noChangeArrowheads="1"/>
          </p:cNvSpPr>
          <p:nvPr/>
        </p:nvSpPr>
        <p:spPr bwMode="auto">
          <a:xfrm>
            <a:off x="1" y="-123109"/>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60" eaLnBrk="0" fontAlgn="base" hangingPunct="0">
              <a:spcBef>
                <a:spcPct val="0"/>
              </a:spcBef>
              <a:spcAft>
                <a:spcPct val="0"/>
              </a:spcAft>
              <a:buClr>
                <a:srgbClr val="000000"/>
              </a:buClr>
            </a:pPr>
            <a:endParaRPr lang="en-US" altLang="en-US" sz="1200" kern="0" dirty="0">
              <a:solidFill>
                <a:srgbClr val="000000"/>
              </a:solidFill>
              <a:latin typeface="Arial" panose="020B0604020202020204" pitchFamily="34" charset="0"/>
              <a:cs typeface="Arial"/>
              <a:sym typeface="Arial"/>
            </a:endParaRPr>
          </a:p>
        </p:txBody>
      </p:sp>
      <p:sp>
        <p:nvSpPr>
          <p:cNvPr id="10" name="Rectangle 1">
            <a:extLst>
              <a:ext uri="{FF2B5EF4-FFF2-40B4-BE49-F238E27FC236}">
                <a16:creationId xmlns:a16="http://schemas.microsoft.com/office/drawing/2014/main" id="{04D1CC9E-9464-2395-5EFF-D918420E808E}"/>
              </a:ext>
            </a:extLst>
          </p:cNvPr>
          <p:cNvSpPr>
            <a:spLocks noChangeArrowheads="1"/>
          </p:cNvSpPr>
          <p:nvPr/>
        </p:nvSpPr>
        <p:spPr bwMode="auto">
          <a:xfrm>
            <a:off x="1" y="29291"/>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15" name="Rectangle 2">
            <a:extLst>
              <a:ext uri="{FF2B5EF4-FFF2-40B4-BE49-F238E27FC236}">
                <a16:creationId xmlns:a16="http://schemas.microsoft.com/office/drawing/2014/main" id="{4015D5E0-49F4-FC44-4CAD-E2A8D4B484FF}"/>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11" name="Rectangle 1">
            <a:extLst>
              <a:ext uri="{FF2B5EF4-FFF2-40B4-BE49-F238E27FC236}">
                <a16:creationId xmlns:a16="http://schemas.microsoft.com/office/drawing/2014/main" id="{02032723-AB2B-8842-A1FE-BA12DAE947C7}"/>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60" eaLnBrk="0" fontAlgn="base" hangingPunct="0">
              <a:spcBef>
                <a:spcPct val="0"/>
              </a:spcBef>
              <a:spcAft>
                <a:spcPct val="0"/>
              </a:spcAft>
              <a:buClr>
                <a:srgbClr val="000000"/>
              </a:buClr>
            </a:pPr>
            <a:endParaRPr lang="en-US" altLang="en-US" sz="1200" kern="0" dirty="0">
              <a:solidFill>
                <a:srgbClr val="000000"/>
              </a:solidFill>
              <a:latin typeface="Arial" panose="020B0604020202020204" pitchFamily="34" charset="0"/>
              <a:cs typeface="Arial"/>
              <a:sym typeface="Arial"/>
            </a:endParaRPr>
          </a:p>
        </p:txBody>
      </p:sp>
      <p:sp>
        <p:nvSpPr>
          <p:cNvPr id="8" name="Rectangle 1">
            <a:extLst>
              <a:ext uri="{FF2B5EF4-FFF2-40B4-BE49-F238E27FC236}">
                <a16:creationId xmlns:a16="http://schemas.microsoft.com/office/drawing/2014/main" id="{87204A66-994C-B5DD-CB6D-5C26C74DD739}"/>
              </a:ext>
            </a:extLst>
          </p:cNvPr>
          <p:cNvSpPr>
            <a:spLocks noChangeArrowheads="1"/>
          </p:cNvSpPr>
          <p:nvPr/>
        </p:nvSpPr>
        <p:spPr bwMode="auto">
          <a:xfrm>
            <a:off x="1" y="-123109"/>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20" name="Rectangle 1">
            <a:extLst>
              <a:ext uri="{FF2B5EF4-FFF2-40B4-BE49-F238E27FC236}">
                <a16:creationId xmlns:a16="http://schemas.microsoft.com/office/drawing/2014/main" id="{4DCB05A5-A957-F906-4E90-3405FE31EEC7}"/>
              </a:ext>
            </a:extLst>
          </p:cNvPr>
          <p:cNvSpPr>
            <a:spLocks noChangeArrowheads="1"/>
          </p:cNvSpPr>
          <p:nvPr/>
        </p:nvSpPr>
        <p:spPr bwMode="auto">
          <a:xfrm>
            <a:off x="1" y="29291"/>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17" name="Rectangle 1">
            <a:extLst>
              <a:ext uri="{FF2B5EF4-FFF2-40B4-BE49-F238E27FC236}">
                <a16:creationId xmlns:a16="http://schemas.microsoft.com/office/drawing/2014/main" id="{CB07485E-E528-B0D5-5231-B0D531C56F89}"/>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60" eaLnBrk="0" fontAlgn="base" hangingPunct="0">
              <a:spcBef>
                <a:spcPct val="0"/>
              </a:spcBef>
              <a:spcAft>
                <a:spcPct val="0"/>
              </a:spcAft>
              <a:buClr>
                <a:srgbClr val="000000"/>
              </a:buClr>
            </a:pPr>
            <a:endParaRPr lang="en-US" altLang="en-US" sz="1200" kern="0" dirty="0">
              <a:solidFill>
                <a:srgbClr val="000000"/>
              </a:solidFill>
              <a:latin typeface="Arial" panose="020B0604020202020204" pitchFamily="34" charset="0"/>
              <a:cs typeface="Arial"/>
              <a:sym typeface="Arial"/>
            </a:endParaRPr>
          </a:p>
        </p:txBody>
      </p:sp>
      <p:sp>
        <p:nvSpPr>
          <p:cNvPr id="22" name="Rectangle 1">
            <a:extLst>
              <a:ext uri="{FF2B5EF4-FFF2-40B4-BE49-F238E27FC236}">
                <a16:creationId xmlns:a16="http://schemas.microsoft.com/office/drawing/2014/main" id="{0B1DC9F5-8BE6-ECCA-1AFD-7228F01A1157}"/>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60" eaLnBrk="0" fontAlgn="base" hangingPunct="0">
              <a:spcBef>
                <a:spcPct val="0"/>
              </a:spcBef>
              <a:spcAft>
                <a:spcPct val="0"/>
              </a:spcAft>
              <a:buClr>
                <a:srgbClr val="000000"/>
              </a:buClr>
            </a:pPr>
            <a:endParaRPr lang="en-US" altLang="en-US" sz="1200" kern="0" dirty="0">
              <a:solidFill>
                <a:srgbClr val="000000"/>
              </a:solidFill>
              <a:latin typeface="Arial" panose="020B0604020202020204" pitchFamily="34" charset="0"/>
              <a:cs typeface="Arial"/>
              <a:sym typeface="Arial"/>
            </a:endParaRPr>
          </a:p>
        </p:txBody>
      </p:sp>
      <p:sp>
        <p:nvSpPr>
          <p:cNvPr id="18" name="Rectangle 1">
            <a:extLst>
              <a:ext uri="{FF2B5EF4-FFF2-40B4-BE49-F238E27FC236}">
                <a16:creationId xmlns:a16="http://schemas.microsoft.com/office/drawing/2014/main" id="{0A617A3F-AAEA-F1C4-17D2-AB3DC2D056E1}"/>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60" eaLnBrk="0" fontAlgn="base" hangingPunct="0">
              <a:spcBef>
                <a:spcPct val="0"/>
              </a:spcBef>
              <a:spcAft>
                <a:spcPct val="0"/>
              </a:spcAft>
              <a:buClr>
                <a:srgbClr val="000000"/>
              </a:buClr>
            </a:pPr>
            <a:endParaRPr lang="en-US" altLang="en-US" sz="1200" kern="0" dirty="0">
              <a:solidFill>
                <a:srgbClr val="000000"/>
              </a:solidFill>
              <a:latin typeface="Arial" panose="020B0604020202020204" pitchFamily="34" charset="0"/>
              <a:cs typeface="Arial"/>
              <a:sym typeface="Arial"/>
            </a:endParaRPr>
          </a:p>
        </p:txBody>
      </p:sp>
      <p:sp>
        <p:nvSpPr>
          <p:cNvPr id="25" name="Rectangle 1">
            <a:extLst>
              <a:ext uri="{FF2B5EF4-FFF2-40B4-BE49-F238E27FC236}">
                <a16:creationId xmlns:a16="http://schemas.microsoft.com/office/drawing/2014/main" id="{2DB2FAB1-1899-7ECD-CCEC-7F75776551E3}"/>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60" eaLnBrk="0" fontAlgn="base" hangingPunct="0">
              <a:spcBef>
                <a:spcPct val="0"/>
              </a:spcBef>
              <a:spcAft>
                <a:spcPct val="0"/>
              </a:spcAft>
              <a:buClr>
                <a:srgbClr val="000000"/>
              </a:buClr>
            </a:pPr>
            <a:endParaRPr lang="en-US" altLang="en-US" sz="1200" kern="0" dirty="0">
              <a:solidFill>
                <a:srgbClr val="000000"/>
              </a:solidFill>
              <a:latin typeface="Arial" panose="020B0604020202020204" pitchFamily="34" charset="0"/>
              <a:cs typeface="Arial"/>
              <a:sym typeface="Arial"/>
            </a:endParaRPr>
          </a:p>
        </p:txBody>
      </p:sp>
      <p:sp>
        <p:nvSpPr>
          <p:cNvPr id="6" name="Rectangle 1">
            <a:extLst>
              <a:ext uri="{FF2B5EF4-FFF2-40B4-BE49-F238E27FC236}">
                <a16:creationId xmlns:a16="http://schemas.microsoft.com/office/drawing/2014/main" id="{7AAE3F8E-8A5D-5F17-3162-D3F3CF4C4094}"/>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28" name="Rectangle 1">
            <a:extLst>
              <a:ext uri="{FF2B5EF4-FFF2-40B4-BE49-F238E27FC236}">
                <a16:creationId xmlns:a16="http://schemas.microsoft.com/office/drawing/2014/main" id="{CD4223B2-7D4C-ED4C-2AA9-EF87B8A9D1F9}"/>
              </a:ext>
            </a:extLst>
          </p:cNvPr>
          <p:cNvSpPr>
            <a:spLocks noChangeArrowheads="1"/>
          </p:cNvSpPr>
          <p:nvPr/>
        </p:nvSpPr>
        <p:spPr bwMode="auto">
          <a:xfrm>
            <a:off x="1" y="29291"/>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21" name="Rectangle 1">
            <a:extLst>
              <a:ext uri="{FF2B5EF4-FFF2-40B4-BE49-F238E27FC236}">
                <a16:creationId xmlns:a16="http://schemas.microsoft.com/office/drawing/2014/main" id="{4E3E3DAC-1707-0692-B9D3-2D1B4B3B0C09}"/>
              </a:ext>
            </a:extLst>
          </p:cNvPr>
          <p:cNvSpPr>
            <a:spLocks noChangeArrowheads="1"/>
          </p:cNvSpPr>
          <p:nvPr/>
        </p:nvSpPr>
        <p:spPr bwMode="auto">
          <a:xfrm>
            <a:off x="1" y="29291"/>
            <a:ext cx="123175" cy="246221"/>
          </a:xfrm>
          <a:prstGeom prst="rect">
            <a:avLst/>
          </a:prstGeom>
          <a:solidFill>
            <a:srgbClr val="1E1F2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60" eaLnBrk="0" fontAlgn="base" hangingPunct="0">
              <a:spcBef>
                <a:spcPct val="0"/>
              </a:spcBef>
              <a:spcAft>
                <a:spcPct val="0"/>
              </a:spcAft>
              <a:buClr>
                <a:srgbClr val="000000"/>
              </a:buClr>
            </a:pPr>
            <a:endParaRPr lang="en-US" altLang="en-US" sz="1200" kern="0" dirty="0">
              <a:solidFill>
                <a:srgbClr val="000000"/>
              </a:solidFill>
              <a:latin typeface="Arial" panose="020B0604020202020204" pitchFamily="34" charset="0"/>
              <a:cs typeface="Arial"/>
              <a:sym typeface="Arial"/>
            </a:endParaRPr>
          </a:p>
        </p:txBody>
      </p:sp>
      <p:sp>
        <p:nvSpPr>
          <p:cNvPr id="24" name="Rectangle 1">
            <a:extLst>
              <a:ext uri="{FF2B5EF4-FFF2-40B4-BE49-F238E27FC236}">
                <a16:creationId xmlns:a16="http://schemas.microsoft.com/office/drawing/2014/main" id="{CCC5D5F4-43DA-8236-01CD-A4A29134BC71}"/>
              </a:ext>
            </a:extLst>
          </p:cNvPr>
          <p:cNvSpPr>
            <a:spLocks noChangeArrowheads="1"/>
          </p:cNvSpPr>
          <p:nvPr/>
        </p:nvSpPr>
        <p:spPr bwMode="auto">
          <a:xfrm>
            <a:off x="1" y="-123109"/>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30" name="Rectangle 2">
            <a:extLst>
              <a:ext uri="{FF2B5EF4-FFF2-40B4-BE49-F238E27FC236}">
                <a16:creationId xmlns:a16="http://schemas.microsoft.com/office/drawing/2014/main" id="{404F8BA0-5DF7-BA17-BE20-8994F1C10EAF}"/>
              </a:ext>
            </a:extLst>
          </p:cNvPr>
          <p:cNvSpPr>
            <a:spLocks noChangeArrowheads="1"/>
          </p:cNvSpPr>
          <p:nvPr/>
        </p:nvSpPr>
        <p:spPr bwMode="auto">
          <a:xfrm>
            <a:off x="1" y="-123109"/>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23" name="Rectangle 1">
            <a:extLst>
              <a:ext uri="{FF2B5EF4-FFF2-40B4-BE49-F238E27FC236}">
                <a16:creationId xmlns:a16="http://schemas.microsoft.com/office/drawing/2014/main" id="{44C313F2-C2DE-D4B8-53AA-38A7F63E08B5}"/>
              </a:ext>
            </a:extLst>
          </p:cNvPr>
          <p:cNvSpPr>
            <a:spLocks noChangeArrowheads="1"/>
          </p:cNvSpPr>
          <p:nvPr/>
        </p:nvSpPr>
        <p:spPr bwMode="auto">
          <a:xfrm>
            <a:off x="1" y="-123109"/>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26" name="Rectangle 1">
            <a:extLst>
              <a:ext uri="{FF2B5EF4-FFF2-40B4-BE49-F238E27FC236}">
                <a16:creationId xmlns:a16="http://schemas.microsoft.com/office/drawing/2014/main" id="{99836575-33A5-AA5F-A46C-130792BB15E9}"/>
              </a:ext>
            </a:extLst>
          </p:cNvPr>
          <p:cNvSpPr>
            <a:spLocks noChangeArrowheads="1"/>
          </p:cNvSpPr>
          <p:nvPr/>
        </p:nvSpPr>
        <p:spPr bwMode="auto">
          <a:xfrm>
            <a:off x="1" y="-123109"/>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29" name="Rectangle 1">
            <a:extLst>
              <a:ext uri="{FF2B5EF4-FFF2-40B4-BE49-F238E27FC236}">
                <a16:creationId xmlns:a16="http://schemas.microsoft.com/office/drawing/2014/main" id="{A444CC38-665C-6032-7A2A-1C8267C19CA0}"/>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39" name="Rectangle 3">
            <a:extLst>
              <a:ext uri="{FF2B5EF4-FFF2-40B4-BE49-F238E27FC236}">
                <a16:creationId xmlns:a16="http://schemas.microsoft.com/office/drawing/2014/main" id="{AFE60B3C-A6FC-0325-30D1-093BB4B783AA}"/>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37" name="Rectangle 1">
            <a:extLst>
              <a:ext uri="{FF2B5EF4-FFF2-40B4-BE49-F238E27FC236}">
                <a16:creationId xmlns:a16="http://schemas.microsoft.com/office/drawing/2014/main" id="{E9271F1D-AB48-AE7E-48B6-9184D1AC529D}"/>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31" name="Rectangle 1">
            <a:extLst>
              <a:ext uri="{FF2B5EF4-FFF2-40B4-BE49-F238E27FC236}">
                <a16:creationId xmlns:a16="http://schemas.microsoft.com/office/drawing/2014/main" id="{0659DD00-C08C-A764-2172-B1369FFF1C2E}"/>
              </a:ext>
            </a:extLst>
          </p:cNvPr>
          <p:cNvSpPr>
            <a:spLocks noChangeArrowheads="1"/>
          </p:cNvSpPr>
          <p:nvPr/>
        </p:nvSpPr>
        <p:spPr bwMode="auto">
          <a:xfrm>
            <a:off x="1" y="29291"/>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60" eaLnBrk="0" fontAlgn="base" hangingPunct="0">
              <a:spcBef>
                <a:spcPct val="0"/>
              </a:spcBef>
              <a:spcAft>
                <a:spcPct val="0"/>
              </a:spcAft>
              <a:buClr>
                <a:srgbClr val="000000"/>
              </a:buClr>
            </a:pPr>
            <a:endParaRPr lang="en-US" altLang="en-US" sz="1200" kern="0" dirty="0">
              <a:solidFill>
                <a:srgbClr val="000000"/>
              </a:solidFill>
              <a:latin typeface="Arial" panose="020B0604020202020204" pitchFamily="34" charset="0"/>
              <a:cs typeface="Arial"/>
              <a:sym typeface="Arial"/>
            </a:endParaRPr>
          </a:p>
        </p:txBody>
      </p:sp>
      <p:sp>
        <p:nvSpPr>
          <p:cNvPr id="32" name="Rectangle 1">
            <a:extLst>
              <a:ext uri="{FF2B5EF4-FFF2-40B4-BE49-F238E27FC236}">
                <a16:creationId xmlns:a16="http://schemas.microsoft.com/office/drawing/2014/main" id="{F639FA36-3876-A208-940D-5D9E3A3CC5E7}"/>
              </a:ext>
            </a:extLst>
          </p:cNvPr>
          <p:cNvSpPr>
            <a:spLocks noChangeArrowheads="1"/>
          </p:cNvSpPr>
          <p:nvPr/>
        </p:nvSpPr>
        <p:spPr bwMode="auto">
          <a:xfrm>
            <a:off x="1" y="-123109"/>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33" name="Rectangle 1">
            <a:extLst>
              <a:ext uri="{FF2B5EF4-FFF2-40B4-BE49-F238E27FC236}">
                <a16:creationId xmlns:a16="http://schemas.microsoft.com/office/drawing/2014/main" id="{36D93C07-4A9A-3398-C70C-15CFB593F4D4}"/>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35" name="Rectangle 2">
            <a:extLst>
              <a:ext uri="{FF2B5EF4-FFF2-40B4-BE49-F238E27FC236}">
                <a16:creationId xmlns:a16="http://schemas.microsoft.com/office/drawing/2014/main" id="{1B7728B7-856E-1AE1-AF9B-AF8CE049CCC7}"/>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38" name="Rectangle 3">
            <a:extLst>
              <a:ext uri="{FF2B5EF4-FFF2-40B4-BE49-F238E27FC236}">
                <a16:creationId xmlns:a16="http://schemas.microsoft.com/office/drawing/2014/main" id="{F9B0558F-26F1-8D31-5D61-87DEDA357B59}"/>
              </a:ext>
            </a:extLst>
          </p:cNvPr>
          <p:cNvSpPr>
            <a:spLocks noChangeArrowheads="1"/>
          </p:cNvSpPr>
          <p:nvPr/>
        </p:nvSpPr>
        <p:spPr bwMode="auto">
          <a:xfrm>
            <a:off x="1" y="-123109"/>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27" name="Google Shape;649;p14">
            <a:extLst>
              <a:ext uri="{FF2B5EF4-FFF2-40B4-BE49-F238E27FC236}">
                <a16:creationId xmlns:a16="http://schemas.microsoft.com/office/drawing/2014/main" id="{1728D30E-5F76-B079-3097-6E0237569532}"/>
              </a:ext>
            </a:extLst>
          </p:cNvPr>
          <p:cNvSpPr txBox="1"/>
          <p:nvPr/>
        </p:nvSpPr>
        <p:spPr>
          <a:xfrm>
            <a:off x="817537" y="2303025"/>
            <a:ext cx="10885700" cy="804451"/>
          </a:xfrm>
          <a:prstGeom prst="rect">
            <a:avLst/>
          </a:prstGeom>
          <a:noFill/>
          <a:ln>
            <a:noFill/>
          </a:ln>
        </p:spPr>
        <p:txBody>
          <a:bodyPr spcFirstLastPara="1" wrap="square" lIns="0" tIns="0" rIns="0" bIns="0" anchor="t" anchorCtr="0">
            <a:spAutoFit/>
          </a:bodyPr>
          <a:lstStyle/>
          <a:p>
            <a:pPr defTabSz="609630">
              <a:lnSpc>
                <a:spcPct val="139958"/>
              </a:lnSpc>
              <a:buClr>
                <a:srgbClr val="FFFFFF"/>
              </a:buClr>
            </a:pPr>
            <a:r>
              <a:rPr lang="en-US" sz="1867" i="1" kern="0" dirty="0">
                <a:solidFill>
                  <a:srgbClr val="8C52FF"/>
                </a:solidFill>
                <a:latin typeface="Roboto Mono"/>
                <a:ea typeface="Roboto Mono"/>
                <a:cs typeface="Arial"/>
                <a:sym typeface="Roboto Mono"/>
              </a:rPr>
              <a:t>enumerate() — Index + value</a:t>
            </a:r>
          </a:p>
          <a:p>
            <a:pPr defTabSz="609630">
              <a:lnSpc>
                <a:spcPct val="139958"/>
              </a:lnSpc>
              <a:buClr>
                <a:srgbClr val="FFFFFF"/>
              </a:buClr>
            </a:pPr>
            <a:r>
              <a:rPr lang="en-US" sz="1867" i="1" kern="0" dirty="0">
                <a:solidFill>
                  <a:srgbClr val="FFFFFF"/>
                </a:solidFill>
                <a:latin typeface="Roboto Mono"/>
                <a:ea typeface="Roboto Mono"/>
                <a:cs typeface="Arial"/>
                <a:sym typeface="Roboto Mono"/>
              </a:rPr>
              <a:t>Very useful in loops.</a:t>
            </a:r>
          </a:p>
        </p:txBody>
      </p:sp>
      <p:pic>
        <p:nvPicPr>
          <p:cNvPr id="40" name="Picture 39">
            <a:extLst>
              <a:ext uri="{FF2B5EF4-FFF2-40B4-BE49-F238E27FC236}">
                <a16:creationId xmlns:a16="http://schemas.microsoft.com/office/drawing/2014/main" id="{0AB84241-8ED4-5409-0E55-2E635BDABA21}"/>
              </a:ext>
            </a:extLst>
          </p:cNvPr>
          <p:cNvPicPr>
            <a:picLocks noChangeAspect="1"/>
          </p:cNvPicPr>
          <p:nvPr/>
        </p:nvPicPr>
        <p:blipFill>
          <a:blip r:embed="rId3"/>
          <a:stretch>
            <a:fillRect/>
          </a:stretch>
        </p:blipFill>
        <p:spPr>
          <a:xfrm>
            <a:off x="1155550" y="3750527"/>
            <a:ext cx="4196155" cy="1806171"/>
          </a:xfrm>
          <a:prstGeom prst="rect">
            <a:avLst/>
          </a:prstGeom>
        </p:spPr>
      </p:pic>
      <p:pic>
        <p:nvPicPr>
          <p:cNvPr id="42" name="Picture 41">
            <a:extLst>
              <a:ext uri="{FF2B5EF4-FFF2-40B4-BE49-F238E27FC236}">
                <a16:creationId xmlns:a16="http://schemas.microsoft.com/office/drawing/2014/main" id="{DB532DC9-9A95-E620-2231-8E200CD437BA}"/>
              </a:ext>
            </a:extLst>
          </p:cNvPr>
          <p:cNvPicPr>
            <a:picLocks noChangeAspect="1"/>
          </p:cNvPicPr>
          <p:nvPr/>
        </p:nvPicPr>
        <p:blipFill>
          <a:blip r:embed="rId4"/>
          <a:stretch>
            <a:fillRect/>
          </a:stretch>
        </p:blipFill>
        <p:spPr>
          <a:xfrm>
            <a:off x="5967254" y="3740930"/>
            <a:ext cx="2129342" cy="1803422"/>
          </a:xfrm>
          <a:prstGeom prst="rect">
            <a:avLst/>
          </a:prstGeom>
        </p:spPr>
      </p:pic>
    </p:spTree>
    <p:extLst>
      <p:ext uri="{BB962C8B-B14F-4D97-AF65-F5344CB8AC3E}">
        <p14:creationId xmlns:p14="http://schemas.microsoft.com/office/powerpoint/2010/main" val="740172526"/>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Shape 624">
          <a:extLst>
            <a:ext uri="{FF2B5EF4-FFF2-40B4-BE49-F238E27FC236}">
              <a16:creationId xmlns:a16="http://schemas.microsoft.com/office/drawing/2014/main" id="{10C1A594-AAC3-2295-0C79-2CA1CE59DB10}"/>
            </a:ext>
          </a:extLst>
        </p:cNvPr>
        <p:cNvGrpSpPr/>
        <p:nvPr/>
      </p:nvGrpSpPr>
      <p:grpSpPr>
        <a:xfrm>
          <a:off x="0" y="0"/>
          <a:ext cx="0" cy="0"/>
          <a:chOff x="0" y="0"/>
          <a:chExt cx="0" cy="0"/>
        </a:xfrm>
      </p:grpSpPr>
      <p:grpSp>
        <p:nvGrpSpPr>
          <p:cNvPr id="625" name="Google Shape;625;p14">
            <a:extLst>
              <a:ext uri="{FF2B5EF4-FFF2-40B4-BE49-F238E27FC236}">
                <a16:creationId xmlns:a16="http://schemas.microsoft.com/office/drawing/2014/main" id="{E629E219-7FE8-5C59-A135-096CABD913CA}"/>
              </a:ext>
            </a:extLst>
          </p:cNvPr>
          <p:cNvGrpSpPr/>
          <p:nvPr/>
        </p:nvGrpSpPr>
        <p:grpSpPr>
          <a:xfrm>
            <a:off x="305423" y="175962"/>
            <a:ext cx="11543917" cy="6302879"/>
            <a:chOff x="0" y="-241102"/>
            <a:chExt cx="23087835" cy="12605759"/>
          </a:xfrm>
        </p:grpSpPr>
        <p:grpSp>
          <p:nvGrpSpPr>
            <p:cNvPr id="626" name="Google Shape;626;p14">
              <a:extLst>
                <a:ext uri="{FF2B5EF4-FFF2-40B4-BE49-F238E27FC236}">
                  <a16:creationId xmlns:a16="http://schemas.microsoft.com/office/drawing/2014/main" id="{9A0B972D-A787-B9B0-7FE2-C20FD5FA5FA0}"/>
                </a:ext>
              </a:extLst>
            </p:cNvPr>
            <p:cNvGrpSpPr/>
            <p:nvPr/>
          </p:nvGrpSpPr>
          <p:grpSpPr>
            <a:xfrm>
              <a:off x="0" y="-241102"/>
              <a:ext cx="23069216" cy="12605759"/>
              <a:chOff x="0" y="-47625"/>
              <a:chExt cx="4556882" cy="2490026"/>
            </a:xfrm>
          </p:grpSpPr>
          <p:sp>
            <p:nvSpPr>
              <p:cNvPr id="627" name="Google Shape;627;p14">
                <a:extLst>
                  <a:ext uri="{FF2B5EF4-FFF2-40B4-BE49-F238E27FC236}">
                    <a16:creationId xmlns:a16="http://schemas.microsoft.com/office/drawing/2014/main" id="{93E3AC54-7DA2-F6B5-13F4-931EA756AB3A}"/>
                  </a:ext>
                </a:extLst>
              </p:cNvPr>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1200" kern="0">
                  <a:solidFill>
                    <a:srgbClr val="000000"/>
                  </a:solidFill>
                  <a:latin typeface="Arial"/>
                  <a:cs typeface="Arial"/>
                  <a:sym typeface="Arial"/>
                </a:endParaRPr>
              </a:p>
            </p:txBody>
          </p:sp>
          <p:sp>
            <p:nvSpPr>
              <p:cNvPr id="628" name="Google Shape;628;p14">
                <a:extLst>
                  <a:ext uri="{FF2B5EF4-FFF2-40B4-BE49-F238E27FC236}">
                    <a16:creationId xmlns:a16="http://schemas.microsoft.com/office/drawing/2014/main" id="{38C1CD7C-029D-2F1A-FB3B-375D6FE8B2C6}"/>
                  </a:ext>
                </a:extLst>
              </p:cNvPr>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a:extLst>
                <a:ext uri="{FF2B5EF4-FFF2-40B4-BE49-F238E27FC236}">
                  <a16:creationId xmlns:a16="http://schemas.microsoft.com/office/drawing/2014/main" id="{0AB1F3CD-4EEE-D39F-1027-98CB5DF509EE}"/>
                </a:ext>
              </a:extLst>
            </p:cNvPr>
            <p:cNvGrpSpPr/>
            <p:nvPr/>
          </p:nvGrpSpPr>
          <p:grpSpPr>
            <a:xfrm>
              <a:off x="18619" y="-241102"/>
              <a:ext cx="23069216" cy="12605759"/>
              <a:chOff x="0" y="-47625"/>
              <a:chExt cx="4556882" cy="2490026"/>
            </a:xfrm>
          </p:grpSpPr>
          <p:sp>
            <p:nvSpPr>
              <p:cNvPr id="630" name="Google Shape;630;p14">
                <a:extLst>
                  <a:ext uri="{FF2B5EF4-FFF2-40B4-BE49-F238E27FC236}">
                    <a16:creationId xmlns:a16="http://schemas.microsoft.com/office/drawing/2014/main" id="{81D9A796-28EF-D7D2-043E-E49C05070DBF}"/>
                  </a:ext>
                </a:extLst>
              </p:cNvPr>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1200" kern="0">
                  <a:solidFill>
                    <a:srgbClr val="000000"/>
                  </a:solidFill>
                  <a:latin typeface="Arial"/>
                  <a:cs typeface="Arial"/>
                  <a:sym typeface="Arial"/>
                </a:endParaRPr>
              </a:p>
            </p:txBody>
          </p:sp>
          <p:sp>
            <p:nvSpPr>
              <p:cNvPr id="631" name="Google Shape;631;p14">
                <a:extLst>
                  <a:ext uri="{FF2B5EF4-FFF2-40B4-BE49-F238E27FC236}">
                    <a16:creationId xmlns:a16="http://schemas.microsoft.com/office/drawing/2014/main" id="{F5AD8B2F-494A-B796-55BD-8DD6EA6A0EDB}"/>
                  </a:ext>
                </a:extLst>
              </p:cNvPr>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a:extLst>
                <a:ext uri="{FF2B5EF4-FFF2-40B4-BE49-F238E27FC236}">
                  <a16:creationId xmlns:a16="http://schemas.microsoft.com/office/drawing/2014/main" id="{CF630323-E3A7-FF49-DC2B-803252EC338F}"/>
                </a:ext>
              </a:extLst>
            </p:cNvPr>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a:extLst>
                <a:ext uri="{FF2B5EF4-FFF2-40B4-BE49-F238E27FC236}">
                  <a16:creationId xmlns:a16="http://schemas.microsoft.com/office/drawing/2014/main" id="{423CBBB7-88BB-C5B1-D020-84FA8F866436}"/>
                </a:ext>
              </a:extLst>
            </p:cNvPr>
            <p:cNvGrpSpPr/>
            <p:nvPr/>
          </p:nvGrpSpPr>
          <p:grpSpPr>
            <a:xfrm>
              <a:off x="318466" y="201915"/>
              <a:ext cx="394763" cy="394763"/>
              <a:chOff x="0" y="0"/>
              <a:chExt cx="812800" cy="812800"/>
            </a:xfrm>
          </p:grpSpPr>
          <p:sp>
            <p:nvSpPr>
              <p:cNvPr id="634" name="Google Shape;634;p14">
                <a:extLst>
                  <a:ext uri="{FF2B5EF4-FFF2-40B4-BE49-F238E27FC236}">
                    <a16:creationId xmlns:a16="http://schemas.microsoft.com/office/drawing/2014/main" id="{249D93FD-656A-DEEA-EA46-9C901D5AA018}"/>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1200" kern="0">
                  <a:solidFill>
                    <a:srgbClr val="000000"/>
                  </a:solidFill>
                  <a:latin typeface="Arial"/>
                  <a:cs typeface="Arial"/>
                  <a:sym typeface="Arial"/>
                </a:endParaRPr>
              </a:p>
            </p:txBody>
          </p:sp>
          <p:sp>
            <p:nvSpPr>
              <p:cNvPr id="635" name="Google Shape;635;p14">
                <a:extLst>
                  <a:ext uri="{FF2B5EF4-FFF2-40B4-BE49-F238E27FC236}">
                    <a16:creationId xmlns:a16="http://schemas.microsoft.com/office/drawing/2014/main" id="{4D23FAA4-A28C-1AD3-A4EF-34EB2D4120AD}"/>
                  </a:ext>
                </a:extLst>
              </p:cNvPr>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a:extLst>
                <a:ext uri="{FF2B5EF4-FFF2-40B4-BE49-F238E27FC236}">
                  <a16:creationId xmlns:a16="http://schemas.microsoft.com/office/drawing/2014/main" id="{6EC10BA0-F4F7-03B0-8413-C88603A7DB9B}"/>
                </a:ext>
              </a:extLst>
            </p:cNvPr>
            <p:cNvGrpSpPr/>
            <p:nvPr/>
          </p:nvGrpSpPr>
          <p:grpSpPr>
            <a:xfrm>
              <a:off x="989083" y="201915"/>
              <a:ext cx="394763" cy="394763"/>
              <a:chOff x="0" y="0"/>
              <a:chExt cx="812800" cy="812800"/>
            </a:xfrm>
          </p:grpSpPr>
          <p:sp>
            <p:nvSpPr>
              <p:cNvPr id="637" name="Google Shape;637;p14">
                <a:extLst>
                  <a:ext uri="{FF2B5EF4-FFF2-40B4-BE49-F238E27FC236}">
                    <a16:creationId xmlns:a16="http://schemas.microsoft.com/office/drawing/2014/main" id="{97BCBCD5-2041-42FC-118E-7AFD119E4A2E}"/>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1200" kern="0">
                  <a:solidFill>
                    <a:srgbClr val="000000"/>
                  </a:solidFill>
                  <a:latin typeface="Arial"/>
                  <a:cs typeface="Arial"/>
                  <a:sym typeface="Arial"/>
                </a:endParaRPr>
              </a:p>
            </p:txBody>
          </p:sp>
          <p:sp>
            <p:nvSpPr>
              <p:cNvPr id="638" name="Google Shape;638;p14">
                <a:extLst>
                  <a:ext uri="{FF2B5EF4-FFF2-40B4-BE49-F238E27FC236}">
                    <a16:creationId xmlns:a16="http://schemas.microsoft.com/office/drawing/2014/main" id="{B7210B7D-03A0-61D3-8F13-4731F672A273}"/>
                  </a:ext>
                </a:extLst>
              </p:cNvPr>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a:extLst>
                <a:ext uri="{FF2B5EF4-FFF2-40B4-BE49-F238E27FC236}">
                  <a16:creationId xmlns:a16="http://schemas.microsoft.com/office/drawing/2014/main" id="{8F97FC11-66B7-922D-FD64-3693527FE77C}"/>
                </a:ext>
              </a:extLst>
            </p:cNvPr>
            <p:cNvGrpSpPr/>
            <p:nvPr/>
          </p:nvGrpSpPr>
          <p:grpSpPr>
            <a:xfrm>
              <a:off x="1663247" y="201915"/>
              <a:ext cx="394763" cy="394763"/>
              <a:chOff x="0" y="0"/>
              <a:chExt cx="812800" cy="812800"/>
            </a:xfrm>
          </p:grpSpPr>
          <p:sp>
            <p:nvSpPr>
              <p:cNvPr id="640" name="Google Shape;640;p14">
                <a:extLst>
                  <a:ext uri="{FF2B5EF4-FFF2-40B4-BE49-F238E27FC236}">
                    <a16:creationId xmlns:a16="http://schemas.microsoft.com/office/drawing/2014/main" id="{BBFFC3FE-47BC-DA3A-E9C6-262588008D4B}"/>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1200" kern="0">
                  <a:solidFill>
                    <a:srgbClr val="000000"/>
                  </a:solidFill>
                  <a:latin typeface="Arial"/>
                  <a:cs typeface="Arial"/>
                  <a:sym typeface="Arial"/>
                </a:endParaRPr>
              </a:p>
            </p:txBody>
          </p:sp>
          <p:sp>
            <p:nvSpPr>
              <p:cNvPr id="641" name="Google Shape;641;p14">
                <a:extLst>
                  <a:ext uri="{FF2B5EF4-FFF2-40B4-BE49-F238E27FC236}">
                    <a16:creationId xmlns:a16="http://schemas.microsoft.com/office/drawing/2014/main" id="{F20069FD-55E1-7EB5-E9E8-39C0C9142723}"/>
                  </a:ext>
                </a:extLst>
              </p:cNvPr>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a:extLst>
              <a:ext uri="{FF2B5EF4-FFF2-40B4-BE49-F238E27FC236}">
                <a16:creationId xmlns:a16="http://schemas.microsoft.com/office/drawing/2014/main" id="{47286809-8D8D-80BB-BCC4-22D7E631B873}"/>
              </a:ext>
            </a:extLst>
          </p:cNvPr>
          <p:cNvGrpSpPr/>
          <p:nvPr/>
        </p:nvGrpSpPr>
        <p:grpSpPr>
          <a:xfrm>
            <a:off x="685800" y="879049"/>
            <a:ext cx="10562908" cy="1109071"/>
            <a:chOff x="0" y="-47625"/>
            <a:chExt cx="4517902" cy="474365"/>
          </a:xfrm>
          <a:solidFill>
            <a:schemeClr val="accent1"/>
          </a:solidFill>
        </p:grpSpPr>
        <p:sp>
          <p:nvSpPr>
            <p:cNvPr id="643" name="Google Shape;643;p14">
              <a:extLst>
                <a:ext uri="{FF2B5EF4-FFF2-40B4-BE49-F238E27FC236}">
                  <a16:creationId xmlns:a16="http://schemas.microsoft.com/office/drawing/2014/main" id="{2C60BDA6-249A-E9DD-534F-E2D2238AF572}"/>
                </a:ext>
              </a:extLst>
            </p:cNvPr>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1200" kern="0">
                <a:solidFill>
                  <a:srgbClr val="000000"/>
                </a:solidFill>
                <a:latin typeface="Arial"/>
                <a:cs typeface="Arial"/>
                <a:sym typeface="Arial"/>
              </a:endParaRPr>
            </a:p>
          </p:txBody>
        </p:sp>
        <p:sp>
          <p:nvSpPr>
            <p:cNvPr id="644" name="Google Shape;644;p14">
              <a:extLst>
                <a:ext uri="{FF2B5EF4-FFF2-40B4-BE49-F238E27FC236}">
                  <a16:creationId xmlns:a16="http://schemas.microsoft.com/office/drawing/2014/main" id="{8CF6E12F-62D3-D32C-9C9E-DAB41E85867D}"/>
                </a:ext>
              </a:extLst>
            </p:cNvPr>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a:extLst>
              <a:ext uri="{FF2B5EF4-FFF2-40B4-BE49-F238E27FC236}">
                <a16:creationId xmlns:a16="http://schemas.microsoft.com/office/drawing/2014/main" id="{428E425A-80C2-118E-6E46-39AC8971ED7F}"/>
              </a:ext>
            </a:extLst>
          </p:cNvPr>
          <p:cNvGrpSpPr/>
          <p:nvPr/>
        </p:nvGrpSpPr>
        <p:grpSpPr>
          <a:xfrm>
            <a:off x="1008592" y="1041879"/>
            <a:ext cx="10562908" cy="1109071"/>
            <a:chOff x="0" y="-47625"/>
            <a:chExt cx="4517902" cy="474365"/>
          </a:xfrm>
        </p:grpSpPr>
        <p:sp>
          <p:nvSpPr>
            <p:cNvPr id="646" name="Google Shape;646;p14">
              <a:extLst>
                <a:ext uri="{FF2B5EF4-FFF2-40B4-BE49-F238E27FC236}">
                  <a16:creationId xmlns:a16="http://schemas.microsoft.com/office/drawing/2014/main" id="{8ADB7ED3-FD87-7CC1-174C-B9B147D9C775}"/>
                </a:ext>
              </a:extLst>
            </p:cNvPr>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1200" kern="0">
                <a:solidFill>
                  <a:srgbClr val="000000"/>
                </a:solidFill>
                <a:latin typeface="Arial"/>
                <a:cs typeface="Arial"/>
                <a:sym typeface="Arial"/>
              </a:endParaRPr>
            </a:p>
          </p:txBody>
        </p:sp>
        <p:sp>
          <p:nvSpPr>
            <p:cNvPr id="647" name="Google Shape;647;p14">
              <a:extLst>
                <a:ext uri="{FF2B5EF4-FFF2-40B4-BE49-F238E27FC236}">
                  <a16:creationId xmlns:a16="http://schemas.microsoft.com/office/drawing/2014/main" id="{5388E006-1FE4-A1F5-99EE-DB24CEF53A01}"/>
                </a:ext>
              </a:extLst>
            </p:cNvPr>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a:extLst>
              <a:ext uri="{FF2B5EF4-FFF2-40B4-BE49-F238E27FC236}">
                <a16:creationId xmlns:a16="http://schemas.microsoft.com/office/drawing/2014/main" id="{D5D65331-5E65-4CEF-F1B9-BB8E32C5D400}"/>
              </a:ext>
            </a:extLst>
          </p:cNvPr>
          <p:cNvSpPr txBox="1"/>
          <p:nvPr/>
        </p:nvSpPr>
        <p:spPr>
          <a:xfrm>
            <a:off x="1127043" y="1162461"/>
            <a:ext cx="10722297" cy="886397"/>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4800" kern="0" dirty="0">
                <a:solidFill>
                  <a:srgbClr val="FFFFFF"/>
                </a:solidFill>
                <a:latin typeface="Courier"/>
                <a:cs typeface="Arial"/>
                <a:sym typeface="Courier"/>
              </a:rPr>
              <a:t>Built-in Sequence Functions</a:t>
            </a:r>
            <a:endParaRPr sz="4800"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DF8A0CA5-C701-54B8-091E-7FCE04048EEC}"/>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1200" kern="0">
              <a:solidFill>
                <a:srgbClr val="000000"/>
              </a:solidFill>
              <a:latin typeface="Arial"/>
              <a:cs typeface="Arial"/>
              <a:sym typeface="Arial"/>
            </a:endParaRPr>
          </a:p>
        </p:txBody>
      </p:sp>
      <p:sp>
        <p:nvSpPr>
          <p:cNvPr id="7" name="Rectangle 1">
            <a:extLst>
              <a:ext uri="{FF2B5EF4-FFF2-40B4-BE49-F238E27FC236}">
                <a16:creationId xmlns:a16="http://schemas.microsoft.com/office/drawing/2014/main" id="{14657145-1D1E-270D-98D3-B14CD16001C8}"/>
              </a:ext>
            </a:extLst>
          </p:cNvPr>
          <p:cNvSpPr>
            <a:spLocks noChangeArrowheads="1"/>
          </p:cNvSpPr>
          <p:nvPr/>
        </p:nvSpPr>
        <p:spPr bwMode="auto">
          <a:xfrm>
            <a:off x="1" y="29291"/>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60" eaLnBrk="0" fontAlgn="base" hangingPunct="0">
              <a:spcBef>
                <a:spcPct val="0"/>
              </a:spcBef>
              <a:spcAft>
                <a:spcPct val="0"/>
              </a:spcAft>
              <a:buClr>
                <a:srgbClr val="000000"/>
              </a:buClr>
            </a:pPr>
            <a:endParaRPr lang="en-US" altLang="en-US" sz="1200" kern="0" dirty="0">
              <a:solidFill>
                <a:srgbClr val="000000"/>
              </a:solidFill>
              <a:latin typeface="Arial" panose="020B0604020202020204" pitchFamily="34" charset="0"/>
              <a:cs typeface="Arial"/>
              <a:sym typeface="Arial"/>
            </a:endParaRPr>
          </a:p>
        </p:txBody>
      </p:sp>
      <p:sp>
        <p:nvSpPr>
          <p:cNvPr id="3" name="Rectangle 1">
            <a:extLst>
              <a:ext uri="{FF2B5EF4-FFF2-40B4-BE49-F238E27FC236}">
                <a16:creationId xmlns:a16="http://schemas.microsoft.com/office/drawing/2014/main" id="{0FD1F876-10AA-DA2D-4504-BE713244102F}"/>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60" eaLnBrk="0" fontAlgn="base" hangingPunct="0">
              <a:spcBef>
                <a:spcPct val="0"/>
              </a:spcBef>
              <a:spcAft>
                <a:spcPct val="0"/>
              </a:spcAft>
              <a:buClr>
                <a:srgbClr val="000000"/>
              </a:buClr>
            </a:pPr>
            <a:endParaRPr lang="en-US" altLang="en-US" sz="1200" kern="0" dirty="0">
              <a:solidFill>
                <a:srgbClr val="000000"/>
              </a:solidFill>
              <a:latin typeface="Arial" panose="020B0604020202020204" pitchFamily="34" charset="0"/>
              <a:cs typeface="Arial"/>
              <a:sym typeface="Arial"/>
            </a:endParaRPr>
          </a:p>
        </p:txBody>
      </p:sp>
      <p:sp>
        <p:nvSpPr>
          <p:cNvPr id="4" name="Rectangle 1">
            <a:extLst>
              <a:ext uri="{FF2B5EF4-FFF2-40B4-BE49-F238E27FC236}">
                <a16:creationId xmlns:a16="http://schemas.microsoft.com/office/drawing/2014/main" id="{F692BE96-4ABC-166D-CAE8-879F0C5A93D1}"/>
              </a:ext>
            </a:extLst>
          </p:cNvPr>
          <p:cNvSpPr>
            <a:spLocks noChangeArrowheads="1"/>
          </p:cNvSpPr>
          <p:nvPr/>
        </p:nvSpPr>
        <p:spPr bwMode="auto">
          <a:xfrm>
            <a:off x="1" y="29291"/>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16" name="Rectangle 5">
            <a:extLst>
              <a:ext uri="{FF2B5EF4-FFF2-40B4-BE49-F238E27FC236}">
                <a16:creationId xmlns:a16="http://schemas.microsoft.com/office/drawing/2014/main" id="{095565DF-C95A-6144-E968-D127B4C8FC97}"/>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5" name="Rectangle 1">
            <a:extLst>
              <a:ext uri="{FF2B5EF4-FFF2-40B4-BE49-F238E27FC236}">
                <a16:creationId xmlns:a16="http://schemas.microsoft.com/office/drawing/2014/main" id="{4D19A357-567C-10B9-BD36-7C82939DC2F5}"/>
              </a:ext>
            </a:extLst>
          </p:cNvPr>
          <p:cNvSpPr>
            <a:spLocks noChangeArrowheads="1"/>
          </p:cNvSpPr>
          <p:nvPr/>
        </p:nvSpPr>
        <p:spPr bwMode="auto">
          <a:xfrm>
            <a:off x="1" y="-123109"/>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9" name="Rectangle 2">
            <a:extLst>
              <a:ext uri="{FF2B5EF4-FFF2-40B4-BE49-F238E27FC236}">
                <a16:creationId xmlns:a16="http://schemas.microsoft.com/office/drawing/2014/main" id="{740AFD3A-0959-1D51-8E76-6E3DEE0B83BA}"/>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12" name="Rectangle 2">
            <a:extLst>
              <a:ext uri="{FF2B5EF4-FFF2-40B4-BE49-F238E27FC236}">
                <a16:creationId xmlns:a16="http://schemas.microsoft.com/office/drawing/2014/main" id="{DA2FB8FF-C691-D772-4FBD-78624A346893}"/>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13" name="Rectangle 3">
            <a:extLst>
              <a:ext uri="{FF2B5EF4-FFF2-40B4-BE49-F238E27FC236}">
                <a16:creationId xmlns:a16="http://schemas.microsoft.com/office/drawing/2014/main" id="{E8AA8453-9DF4-C9B1-A7F1-5A7070E8B45C}"/>
              </a:ext>
            </a:extLst>
          </p:cNvPr>
          <p:cNvSpPr>
            <a:spLocks noChangeArrowheads="1"/>
          </p:cNvSpPr>
          <p:nvPr/>
        </p:nvSpPr>
        <p:spPr bwMode="auto">
          <a:xfrm>
            <a:off x="1" y="-123109"/>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14" name="Rectangle 4">
            <a:extLst>
              <a:ext uri="{FF2B5EF4-FFF2-40B4-BE49-F238E27FC236}">
                <a16:creationId xmlns:a16="http://schemas.microsoft.com/office/drawing/2014/main" id="{F3EE47A7-6CF7-06BB-DBAC-9A95329F6A14}"/>
              </a:ext>
            </a:extLst>
          </p:cNvPr>
          <p:cNvSpPr>
            <a:spLocks noChangeArrowheads="1"/>
          </p:cNvSpPr>
          <p:nvPr/>
        </p:nvSpPr>
        <p:spPr bwMode="auto">
          <a:xfrm>
            <a:off x="1" y="29291"/>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60" eaLnBrk="0" fontAlgn="base" hangingPunct="0">
              <a:spcBef>
                <a:spcPct val="0"/>
              </a:spcBef>
              <a:spcAft>
                <a:spcPct val="0"/>
              </a:spcAft>
              <a:buClr>
                <a:srgbClr val="000000"/>
              </a:buClr>
            </a:pPr>
            <a:endParaRPr lang="en-US" altLang="en-US" sz="1200" kern="0" dirty="0">
              <a:solidFill>
                <a:srgbClr val="000000"/>
              </a:solidFill>
              <a:latin typeface="Arial" panose="020B0604020202020204" pitchFamily="34" charset="0"/>
              <a:cs typeface="Arial"/>
              <a:sym typeface="Arial"/>
            </a:endParaRPr>
          </a:p>
        </p:txBody>
      </p:sp>
      <p:sp>
        <p:nvSpPr>
          <p:cNvPr id="19" name="Rectangle 6">
            <a:extLst>
              <a:ext uri="{FF2B5EF4-FFF2-40B4-BE49-F238E27FC236}">
                <a16:creationId xmlns:a16="http://schemas.microsoft.com/office/drawing/2014/main" id="{84E46481-1DAB-4703-3B95-9DC2104D9716}"/>
              </a:ext>
            </a:extLst>
          </p:cNvPr>
          <p:cNvSpPr>
            <a:spLocks noChangeArrowheads="1"/>
          </p:cNvSpPr>
          <p:nvPr/>
        </p:nvSpPr>
        <p:spPr bwMode="auto">
          <a:xfrm>
            <a:off x="1" y="-123109"/>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60" eaLnBrk="0" fontAlgn="base" hangingPunct="0">
              <a:spcBef>
                <a:spcPct val="0"/>
              </a:spcBef>
              <a:spcAft>
                <a:spcPct val="0"/>
              </a:spcAft>
              <a:buClr>
                <a:srgbClr val="000000"/>
              </a:buClr>
            </a:pPr>
            <a:endParaRPr lang="en-US" altLang="en-US" sz="1200" kern="0" dirty="0">
              <a:solidFill>
                <a:srgbClr val="000000"/>
              </a:solidFill>
              <a:latin typeface="Arial" panose="020B0604020202020204" pitchFamily="34" charset="0"/>
              <a:cs typeface="Arial"/>
              <a:sym typeface="Arial"/>
            </a:endParaRPr>
          </a:p>
        </p:txBody>
      </p:sp>
      <p:sp>
        <p:nvSpPr>
          <p:cNvPr id="10" name="Rectangle 1">
            <a:extLst>
              <a:ext uri="{FF2B5EF4-FFF2-40B4-BE49-F238E27FC236}">
                <a16:creationId xmlns:a16="http://schemas.microsoft.com/office/drawing/2014/main" id="{0485FD2C-4F11-7B39-0CAE-AF2FFDBB21BC}"/>
              </a:ext>
            </a:extLst>
          </p:cNvPr>
          <p:cNvSpPr>
            <a:spLocks noChangeArrowheads="1"/>
          </p:cNvSpPr>
          <p:nvPr/>
        </p:nvSpPr>
        <p:spPr bwMode="auto">
          <a:xfrm>
            <a:off x="1" y="29291"/>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15" name="Rectangle 2">
            <a:extLst>
              <a:ext uri="{FF2B5EF4-FFF2-40B4-BE49-F238E27FC236}">
                <a16:creationId xmlns:a16="http://schemas.microsoft.com/office/drawing/2014/main" id="{5B5F362A-D177-9BCF-032E-A0FC8B5B6B5E}"/>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11" name="Rectangle 1">
            <a:extLst>
              <a:ext uri="{FF2B5EF4-FFF2-40B4-BE49-F238E27FC236}">
                <a16:creationId xmlns:a16="http://schemas.microsoft.com/office/drawing/2014/main" id="{636731E2-E8F1-1C82-8C05-8A4F18FB7E9C}"/>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60" eaLnBrk="0" fontAlgn="base" hangingPunct="0">
              <a:spcBef>
                <a:spcPct val="0"/>
              </a:spcBef>
              <a:spcAft>
                <a:spcPct val="0"/>
              </a:spcAft>
              <a:buClr>
                <a:srgbClr val="000000"/>
              </a:buClr>
            </a:pPr>
            <a:endParaRPr lang="en-US" altLang="en-US" sz="1200" kern="0" dirty="0">
              <a:solidFill>
                <a:srgbClr val="000000"/>
              </a:solidFill>
              <a:latin typeface="Arial" panose="020B0604020202020204" pitchFamily="34" charset="0"/>
              <a:cs typeface="Arial"/>
              <a:sym typeface="Arial"/>
            </a:endParaRPr>
          </a:p>
        </p:txBody>
      </p:sp>
      <p:sp>
        <p:nvSpPr>
          <p:cNvPr id="8" name="Rectangle 1">
            <a:extLst>
              <a:ext uri="{FF2B5EF4-FFF2-40B4-BE49-F238E27FC236}">
                <a16:creationId xmlns:a16="http://schemas.microsoft.com/office/drawing/2014/main" id="{C893E601-EBB8-4919-4E21-B70D5849FB1E}"/>
              </a:ext>
            </a:extLst>
          </p:cNvPr>
          <p:cNvSpPr>
            <a:spLocks noChangeArrowheads="1"/>
          </p:cNvSpPr>
          <p:nvPr/>
        </p:nvSpPr>
        <p:spPr bwMode="auto">
          <a:xfrm>
            <a:off x="1" y="-123109"/>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20" name="Rectangle 1">
            <a:extLst>
              <a:ext uri="{FF2B5EF4-FFF2-40B4-BE49-F238E27FC236}">
                <a16:creationId xmlns:a16="http://schemas.microsoft.com/office/drawing/2014/main" id="{E4817F93-C78B-CEF7-13EA-A06F4A80978C}"/>
              </a:ext>
            </a:extLst>
          </p:cNvPr>
          <p:cNvSpPr>
            <a:spLocks noChangeArrowheads="1"/>
          </p:cNvSpPr>
          <p:nvPr/>
        </p:nvSpPr>
        <p:spPr bwMode="auto">
          <a:xfrm>
            <a:off x="1" y="29291"/>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17" name="Rectangle 1">
            <a:extLst>
              <a:ext uri="{FF2B5EF4-FFF2-40B4-BE49-F238E27FC236}">
                <a16:creationId xmlns:a16="http://schemas.microsoft.com/office/drawing/2014/main" id="{40F3AFB0-B81E-EBF6-4926-C8A3417B6C01}"/>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60" eaLnBrk="0" fontAlgn="base" hangingPunct="0">
              <a:spcBef>
                <a:spcPct val="0"/>
              </a:spcBef>
              <a:spcAft>
                <a:spcPct val="0"/>
              </a:spcAft>
              <a:buClr>
                <a:srgbClr val="000000"/>
              </a:buClr>
            </a:pPr>
            <a:endParaRPr lang="en-US" altLang="en-US" sz="1200" kern="0" dirty="0">
              <a:solidFill>
                <a:srgbClr val="000000"/>
              </a:solidFill>
              <a:latin typeface="Arial" panose="020B0604020202020204" pitchFamily="34" charset="0"/>
              <a:cs typeface="Arial"/>
              <a:sym typeface="Arial"/>
            </a:endParaRPr>
          </a:p>
        </p:txBody>
      </p:sp>
      <p:sp>
        <p:nvSpPr>
          <p:cNvPr id="22" name="Rectangle 1">
            <a:extLst>
              <a:ext uri="{FF2B5EF4-FFF2-40B4-BE49-F238E27FC236}">
                <a16:creationId xmlns:a16="http://schemas.microsoft.com/office/drawing/2014/main" id="{5356CC65-0115-7B2F-D12B-FF81F9994129}"/>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60" eaLnBrk="0" fontAlgn="base" hangingPunct="0">
              <a:spcBef>
                <a:spcPct val="0"/>
              </a:spcBef>
              <a:spcAft>
                <a:spcPct val="0"/>
              </a:spcAft>
              <a:buClr>
                <a:srgbClr val="000000"/>
              </a:buClr>
            </a:pPr>
            <a:endParaRPr lang="en-US" altLang="en-US" sz="1200" kern="0" dirty="0">
              <a:solidFill>
                <a:srgbClr val="000000"/>
              </a:solidFill>
              <a:latin typeface="Arial" panose="020B0604020202020204" pitchFamily="34" charset="0"/>
              <a:cs typeface="Arial"/>
              <a:sym typeface="Arial"/>
            </a:endParaRPr>
          </a:p>
        </p:txBody>
      </p:sp>
      <p:sp>
        <p:nvSpPr>
          <p:cNvPr id="18" name="Rectangle 1">
            <a:extLst>
              <a:ext uri="{FF2B5EF4-FFF2-40B4-BE49-F238E27FC236}">
                <a16:creationId xmlns:a16="http://schemas.microsoft.com/office/drawing/2014/main" id="{791F30C6-CECA-0682-CA90-F8A1E086EAFE}"/>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60" eaLnBrk="0" fontAlgn="base" hangingPunct="0">
              <a:spcBef>
                <a:spcPct val="0"/>
              </a:spcBef>
              <a:spcAft>
                <a:spcPct val="0"/>
              </a:spcAft>
              <a:buClr>
                <a:srgbClr val="000000"/>
              </a:buClr>
            </a:pPr>
            <a:endParaRPr lang="en-US" altLang="en-US" sz="1200" kern="0" dirty="0">
              <a:solidFill>
                <a:srgbClr val="000000"/>
              </a:solidFill>
              <a:latin typeface="Arial" panose="020B0604020202020204" pitchFamily="34" charset="0"/>
              <a:cs typeface="Arial"/>
              <a:sym typeface="Arial"/>
            </a:endParaRPr>
          </a:p>
        </p:txBody>
      </p:sp>
      <p:sp>
        <p:nvSpPr>
          <p:cNvPr id="25" name="Rectangle 1">
            <a:extLst>
              <a:ext uri="{FF2B5EF4-FFF2-40B4-BE49-F238E27FC236}">
                <a16:creationId xmlns:a16="http://schemas.microsoft.com/office/drawing/2014/main" id="{FC536AE3-CC38-C222-F9B9-27E91C9B61AC}"/>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60" eaLnBrk="0" fontAlgn="base" hangingPunct="0">
              <a:spcBef>
                <a:spcPct val="0"/>
              </a:spcBef>
              <a:spcAft>
                <a:spcPct val="0"/>
              </a:spcAft>
              <a:buClr>
                <a:srgbClr val="000000"/>
              </a:buClr>
            </a:pPr>
            <a:endParaRPr lang="en-US" altLang="en-US" sz="1200" kern="0" dirty="0">
              <a:solidFill>
                <a:srgbClr val="000000"/>
              </a:solidFill>
              <a:latin typeface="Arial" panose="020B0604020202020204" pitchFamily="34" charset="0"/>
              <a:cs typeface="Arial"/>
              <a:sym typeface="Arial"/>
            </a:endParaRPr>
          </a:p>
        </p:txBody>
      </p:sp>
      <p:sp>
        <p:nvSpPr>
          <p:cNvPr id="6" name="Rectangle 1">
            <a:extLst>
              <a:ext uri="{FF2B5EF4-FFF2-40B4-BE49-F238E27FC236}">
                <a16:creationId xmlns:a16="http://schemas.microsoft.com/office/drawing/2014/main" id="{8F1D42FA-B5DF-9621-924F-B4757F31CBD5}"/>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28" name="Rectangle 1">
            <a:extLst>
              <a:ext uri="{FF2B5EF4-FFF2-40B4-BE49-F238E27FC236}">
                <a16:creationId xmlns:a16="http://schemas.microsoft.com/office/drawing/2014/main" id="{5A808F7B-EEB7-4306-EAB0-D5320EA85F54}"/>
              </a:ext>
            </a:extLst>
          </p:cNvPr>
          <p:cNvSpPr>
            <a:spLocks noChangeArrowheads="1"/>
          </p:cNvSpPr>
          <p:nvPr/>
        </p:nvSpPr>
        <p:spPr bwMode="auto">
          <a:xfrm>
            <a:off x="1" y="29291"/>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21" name="Rectangle 1">
            <a:extLst>
              <a:ext uri="{FF2B5EF4-FFF2-40B4-BE49-F238E27FC236}">
                <a16:creationId xmlns:a16="http://schemas.microsoft.com/office/drawing/2014/main" id="{188BABE1-B8BD-F58D-E618-0857515E4906}"/>
              </a:ext>
            </a:extLst>
          </p:cNvPr>
          <p:cNvSpPr>
            <a:spLocks noChangeArrowheads="1"/>
          </p:cNvSpPr>
          <p:nvPr/>
        </p:nvSpPr>
        <p:spPr bwMode="auto">
          <a:xfrm>
            <a:off x="1" y="29291"/>
            <a:ext cx="123175" cy="246221"/>
          </a:xfrm>
          <a:prstGeom prst="rect">
            <a:avLst/>
          </a:prstGeom>
          <a:solidFill>
            <a:srgbClr val="1E1F2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60" eaLnBrk="0" fontAlgn="base" hangingPunct="0">
              <a:spcBef>
                <a:spcPct val="0"/>
              </a:spcBef>
              <a:spcAft>
                <a:spcPct val="0"/>
              </a:spcAft>
              <a:buClr>
                <a:srgbClr val="000000"/>
              </a:buClr>
            </a:pPr>
            <a:endParaRPr lang="en-US" altLang="en-US" sz="1200" kern="0" dirty="0">
              <a:solidFill>
                <a:srgbClr val="000000"/>
              </a:solidFill>
              <a:latin typeface="Arial" panose="020B0604020202020204" pitchFamily="34" charset="0"/>
              <a:cs typeface="Arial"/>
              <a:sym typeface="Arial"/>
            </a:endParaRPr>
          </a:p>
        </p:txBody>
      </p:sp>
      <p:sp>
        <p:nvSpPr>
          <p:cNvPr id="24" name="Rectangle 1">
            <a:extLst>
              <a:ext uri="{FF2B5EF4-FFF2-40B4-BE49-F238E27FC236}">
                <a16:creationId xmlns:a16="http://schemas.microsoft.com/office/drawing/2014/main" id="{3F4834FB-8F45-4265-6782-6546C5C9E328}"/>
              </a:ext>
            </a:extLst>
          </p:cNvPr>
          <p:cNvSpPr>
            <a:spLocks noChangeArrowheads="1"/>
          </p:cNvSpPr>
          <p:nvPr/>
        </p:nvSpPr>
        <p:spPr bwMode="auto">
          <a:xfrm>
            <a:off x="1" y="-123109"/>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30" name="Rectangle 2">
            <a:extLst>
              <a:ext uri="{FF2B5EF4-FFF2-40B4-BE49-F238E27FC236}">
                <a16:creationId xmlns:a16="http://schemas.microsoft.com/office/drawing/2014/main" id="{D7489534-B3A9-665A-B3DE-25283AEC9882}"/>
              </a:ext>
            </a:extLst>
          </p:cNvPr>
          <p:cNvSpPr>
            <a:spLocks noChangeArrowheads="1"/>
          </p:cNvSpPr>
          <p:nvPr/>
        </p:nvSpPr>
        <p:spPr bwMode="auto">
          <a:xfrm>
            <a:off x="1" y="-123109"/>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23" name="Rectangle 1">
            <a:extLst>
              <a:ext uri="{FF2B5EF4-FFF2-40B4-BE49-F238E27FC236}">
                <a16:creationId xmlns:a16="http://schemas.microsoft.com/office/drawing/2014/main" id="{95BA2BF5-805A-BBCB-0498-8280ADC3C9E2}"/>
              </a:ext>
            </a:extLst>
          </p:cNvPr>
          <p:cNvSpPr>
            <a:spLocks noChangeArrowheads="1"/>
          </p:cNvSpPr>
          <p:nvPr/>
        </p:nvSpPr>
        <p:spPr bwMode="auto">
          <a:xfrm>
            <a:off x="1" y="-123109"/>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26" name="Rectangle 1">
            <a:extLst>
              <a:ext uri="{FF2B5EF4-FFF2-40B4-BE49-F238E27FC236}">
                <a16:creationId xmlns:a16="http://schemas.microsoft.com/office/drawing/2014/main" id="{1D310B42-F04C-4F27-B8DC-CEB978234F1C}"/>
              </a:ext>
            </a:extLst>
          </p:cNvPr>
          <p:cNvSpPr>
            <a:spLocks noChangeArrowheads="1"/>
          </p:cNvSpPr>
          <p:nvPr/>
        </p:nvSpPr>
        <p:spPr bwMode="auto">
          <a:xfrm>
            <a:off x="1" y="-123109"/>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29" name="Rectangle 1">
            <a:extLst>
              <a:ext uri="{FF2B5EF4-FFF2-40B4-BE49-F238E27FC236}">
                <a16:creationId xmlns:a16="http://schemas.microsoft.com/office/drawing/2014/main" id="{36734B03-E4E0-B029-B171-4106BEBC0735}"/>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39" name="Rectangle 3">
            <a:extLst>
              <a:ext uri="{FF2B5EF4-FFF2-40B4-BE49-F238E27FC236}">
                <a16:creationId xmlns:a16="http://schemas.microsoft.com/office/drawing/2014/main" id="{79C3507D-32E9-96B4-2395-E73F37B1AC6E}"/>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37" name="Rectangle 1">
            <a:extLst>
              <a:ext uri="{FF2B5EF4-FFF2-40B4-BE49-F238E27FC236}">
                <a16:creationId xmlns:a16="http://schemas.microsoft.com/office/drawing/2014/main" id="{C5008E6D-8EA2-08A4-240E-D5B77C7111DE}"/>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31" name="Rectangle 1">
            <a:extLst>
              <a:ext uri="{FF2B5EF4-FFF2-40B4-BE49-F238E27FC236}">
                <a16:creationId xmlns:a16="http://schemas.microsoft.com/office/drawing/2014/main" id="{E8A39732-1748-7E8E-3D65-8036D8435024}"/>
              </a:ext>
            </a:extLst>
          </p:cNvPr>
          <p:cNvSpPr>
            <a:spLocks noChangeArrowheads="1"/>
          </p:cNvSpPr>
          <p:nvPr/>
        </p:nvSpPr>
        <p:spPr bwMode="auto">
          <a:xfrm>
            <a:off x="1" y="29291"/>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60" eaLnBrk="0" fontAlgn="base" hangingPunct="0">
              <a:spcBef>
                <a:spcPct val="0"/>
              </a:spcBef>
              <a:spcAft>
                <a:spcPct val="0"/>
              </a:spcAft>
              <a:buClr>
                <a:srgbClr val="000000"/>
              </a:buClr>
            </a:pPr>
            <a:endParaRPr lang="en-US" altLang="en-US" sz="1200" kern="0" dirty="0">
              <a:solidFill>
                <a:srgbClr val="000000"/>
              </a:solidFill>
              <a:latin typeface="Arial" panose="020B0604020202020204" pitchFamily="34" charset="0"/>
              <a:cs typeface="Arial"/>
              <a:sym typeface="Arial"/>
            </a:endParaRPr>
          </a:p>
        </p:txBody>
      </p:sp>
      <p:sp>
        <p:nvSpPr>
          <p:cNvPr id="32" name="Rectangle 1">
            <a:extLst>
              <a:ext uri="{FF2B5EF4-FFF2-40B4-BE49-F238E27FC236}">
                <a16:creationId xmlns:a16="http://schemas.microsoft.com/office/drawing/2014/main" id="{F8E5C346-CC40-7662-A75D-FECC3DE62225}"/>
              </a:ext>
            </a:extLst>
          </p:cNvPr>
          <p:cNvSpPr>
            <a:spLocks noChangeArrowheads="1"/>
          </p:cNvSpPr>
          <p:nvPr/>
        </p:nvSpPr>
        <p:spPr bwMode="auto">
          <a:xfrm>
            <a:off x="1" y="-123109"/>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33" name="Rectangle 1">
            <a:extLst>
              <a:ext uri="{FF2B5EF4-FFF2-40B4-BE49-F238E27FC236}">
                <a16:creationId xmlns:a16="http://schemas.microsoft.com/office/drawing/2014/main" id="{EE75DC2A-7783-74CC-DBD6-4DF00E548FA9}"/>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35" name="Rectangle 2">
            <a:extLst>
              <a:ext uri="{FF2B5EF4-FFF2-40B4-BE49-F238E27FC236}">
                <a16:creationId xmlns:a16="http://schemas.microsoft.com/office/drawing/2014/main" id="{40C70D4D-C814-238B-85E6-EB19194A4291}"/>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38" name="Rectangle 3">
            <a:extLst>
              <a:ext uri="{FF2B5EF4-FFF2-40B4-BE49-F238E27FC236}">
                <a16:creationId xmlns:a16="http://schemas.microsoft.com/office/drawing/2014/main" id="{36F18571-5870-1F46-8591-2F9276E50A3F}"/>
              </a:ext>
            </a:extLst>
          </p:cNvPr>
          <p:cNvSpPr>
            <a:spLocks noChangeArrowheads="1"/>
          </p:cNvSpPr>
          <p:nvPr/>
        </p:nvSpPr>
        <p:spPr bwMode="auto">
          <a:xfrm>
            <a:off x="1" y="-123109"/>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27" name="Google Shape;649;p14">
            <a:extLst>
              <a:ext uri="{FF2B5EF4-FFF2-40B4-BE49-F238E27FC236}">
                <a16:creationId xmlns:a16="http://schemas.microsoft.com/office/drawing/2014/main" id="{27CB7F5A-C18E-C012-23FB-FE5E932A3BD4}"/>
              </a:ext>
            </a:extLst>
          </p:cNvPr>
          <p:cNvSpPr txBox="1"/>
          <p:nvPr/>
        </p:nvSpPr>
        <p:spPr>
          <a:xfrm>
            <a:off x="817537" y="2303025"/>
            <a:ext cx="10885700" cy="804451"/>
          </a:xfrm>
          <a:prstGeom prst="rect">
            <a:avLst/>
          </a:prstGeom>
          <a:noFill/>
          <a:ln>
            <a:noFill/>
          </a:ln>
        </p:spPr>
        <p:txBody>
          <a:bodyPr spcFirstLastPara="1" wrap="square" lIns="0" tIns="0" rIns="0" bIns="0" anchor="t" anchorCtr="0">
            <a:spAutoFit/>
          </a:bodyPr>
          <a:lstStyle/>
          <a:p>
            <a:pPr defTabSz="609630">
              <a:lnSpc>
                <a:spcPct val="139958"/>
              </a:lnSpc>
              <a:buClr>
                <a:srgbClr val="FFFFFF"/>
              </a:buClr>
            </a:pPr>
            <a:r>
              <a:rPr lang="en-US" sz="1867" i="1" kern="0" dirty="0">
                <a:solidFill>
                  <a:srgbClr val="8C52FF"/>
                </a:solidFill>
                <a:latin typeface="Roboto Mono"/>
                <a:ea typeface="Roboto Mono"/>
                <a:cs typeface="Arial"/>
                <a:sym typeface="Roboto Mono"/>
              </a:rPr>
              <a:t>zip() — Combine sequences</a:t>
            </a:r>
          </a:p>
          <a:p>
            <a:pPr defTabSz="609630">
              <a:lnSpc>
                <a:spcPct val="139958"/>
              </a:lnSpc>
              <a:buClr>
                <a:srgbClr val="FFFFFF"/>
              </a:buClr>
            </a:pPr>
            <a:r>
              <a:rPr lang="en-US" sz="1867" i="1" kern="0" dirty="0">
                <a:solidFill>
                  <a:srgbClr val="FFFFFF"/>
                </a:solidFill>
                <a:latin typeface="Roboto Mono"/>
                <a:ea typeface="Roboto Mono"/>
                <a:cs typeface="Arial"/>
                <a:sym typeface="Roboto Mono"/>
              </a:rPr>
              <a:t>Stops at the shortest sequence.</a:t>
            </a:r>
          </a:p>
        </p:txBody>
      </p:sp>
      <p:pic>
        <p:nvPicPr>
          <p:cNvPr id="36" name="Picture 35">
            <a:extLst>
              <a:ext uri="{FF2B5EF4-FFF2-40B4-BE49-F238E27FC236}">
                <a16:creationId xmlns:a16="http://schemas.microsoft.com/office/drawing/2014/main" id="{E20DA8DB-27BC-7C34-B6A7-B16EAB90E7E2}"/>
              </a:ext>
            </a:extLst>
          </p:cNvPr>
          <p:cNvPicPr>
            <a:picLocks noChangeAspect="1"/>
          </p:cNvPicPr>
          <p:nvPr/>
        </p:nvPicPr>
        <p:blipFill>
          <a:blip r:embed="rId3"/>
          <a:stretch>
            <a:fillRect/>
          </a:stretch>
        </p:blipFill>
        <p:spPr>
          <a:xfrm>
            <a:off x="898653" y="3657665"/>
            <a:ext cx="4326824" cy="2026220"/>
          </a:xfrm>
          <a:prstGeom prst="rect">
            <a:avLst/>
          </a:prstGeom>
        </p:spPr>
      </p:pic>
      <p:pic>
        <p:nvPicPr>
          <p:cNvPr id="43" name="Picture 42">
            <a:extLst>
              <a:ext uri="{FF2B5EF4-FFF2-40B4-BE49-F238E27FC236}">
                <a16:creationId xmlns:a16="http://schemas.microsoft.com/office/drawing/2014/main" id="{C15C82B3-F581-B2E4-71D8-76CB60345F53}"/>
              </a:ext>
            </a:extLst>
          </p:cNvPr>
          <p:cNvPicPr>
            <a:picLocks noChangeAspect="1"/>
          </p:cNvPicPr>
          <p:nvPr/>
        </p:nvPicPr>
        <p:blipFill>
          <a:blip r:embed="rId4"/>
          <a:stretch>
            <a:fillRect/>
          </a:stretch>
        </p:blipFill>
        <p:spPr>
          <a:xfrm>
            <a:off x="5809400" y="4167855"/>
            <a:ext cx="4211955" cy="1005840"/>
          </a:xfrm>
          <a:prstGeom prst="rect">
            <a:avLst/>
          </a:prstGeom>
        </p:spPr>
      </p:pic>
    </p:spTree>
    <p:extLst>
      <p:ext uri="{BB962C8B-B14F-4D97-AF65-F5344CB8AC3E}">
        <p14:creationId xmlns:p14="http://schemas.microsoft.com/office/powerpoint/2010/main" val="2477939713"/>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Shape 624">
          <a:extLst>
            <a:ext uri="{FF2B5EF4-FFF2-40B4-BE49-F238E27FC236}">
              <a16:creationId xmlns:a16="http://schemas.microsoft.com/office/drawing/2014/main" id="{46454053-8F93-4537-531C-5639B95F4EB9}"/>
            </a:ext>
          </a:extLst>
        </p:cNvPr>
        <p:cNvGrpSpPr/>
        <p:nvPr/>
      </p:nvGrpSpPr>
      <p:grpSpPr>
        <a:xfrm>
          <a:off x="0" y="0"/>
          <a:ext cx="0" cy="0"/>
          <a:chOff x="0" y="0"/>
          <a:chExt cx="0" cy="0"/>
        </a:xfrm>
      </p:grpSpPr>
      <p:grpSp>
        <p:nvGrpSpPr>
          <p:cNvPr id="625" name="Google Shape;625;p14">
            <a:extLst>
              <a:ext uri="{FF2B5EF4-FFF2-40B4-BE49-F238E27FC236}">
                <a16:creationId xmlns:a16="http://schemas.microsoft.com/office/drawing/2014/main" id="{137D98B5-D3F6-C8F1-8588-7A8AAA9D961C}"/>
              </a:ext>
            </a:extLst>
          </p:cNvPr>
          <p:cNvGrpSpPr/>
          <p:nvPr/>
        </p:nvGrpSpPr>
        <p:grpSpPr>
          <a:xfrm>
            <a:off x="305423" y="175962"/>
            <a:ext cx="11543917" cy="6302879"/>
            <a:chOff x="0" y="-241102"/>
            <a:chExt cx="23087835" cy="12605759"/>
          </a:xfrm>
        </p:grpSpPr>
        <p:grpSp>
          <p:nvGrpSpPr>
            <p:cNvPr id="626" name="Google Shape;626;p14">
              <a:extLst>
                <a:ext uri="{FF2B5EF4-FFF2-40B4-BE49-F238E27FC236}">
                  <a16:creationId xmlns:a16="http://schemas.microsoft.com/office/drawing/2014/main" id="{B47BC2EE-E597-20FD-0ED6-79C5C66BFE0F}"/>
                </a:ext>
              </a:extLst>
            </p:cNvPr>
            <p:cNvGrpSpPr/>
            <p:nvPr/>
          </p:nvGrpSpPr>
          <p:grpSpPr>
            <a:xfrm>
              <a:off x="0" y="-241102"/>
              <a:ext cx="23069216" cy="12605759"/>
              <a:chOff x="0" y="-47625"/>
              <a:chExt cx="4556882" cy="2490026"/>
            </a:xfrm>
          </p:grpSpPr>
          <p:sp>
            <p:nvSpPr>
              <p:cNvPr id="627" name="Google Shape;627;p14">
                <a:extLst>
                  <a:ext uri="{FF2B5EF4-FFF2-40B4-BE49-F238E27FC236}">
                    <a16:creationId xmlns:a16="http://schemas.microsoft.com/office/drawing/2014/main" id="{E2947E9D-FDDA-07CC-F2F8-9CD089998129}"/>
                  </a:ext>
                </a:extLst>
              </p:cNvPr>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1200" kern="0">
                  <a:solidFill>
                    <a:srgbClr val="000000"/>
                  </a:solidFill>
                  <a:latin typeface="Arial"/>
                  <a:cs typeface="Arial"/>
                  <a:sym typeface="Arial"/>
                </a:endParaRPr>
              </a:p>
            </p:txBody>
          </p:sp>
          <p:sp>
            <p:nvSpPr>
              <p:cNvPr id="628" name="Google Shape;628;p14">
                <a:extLst>
                  <a:ext uri="{FF2B5EF4-FFF2-40B4-BE49-F238E27FC236}">
                    <a16:creationId xmlns:a16="http://schemas.microsoft.com/office/drawing/2014/main" id="{08C500E1-4994-EE8F-7312-BD1D44058A02}"/>
                  </a:ext>
                </a:extLst>
              </p:cNvPr>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a:extLst>
                <a:ext uri="{FF2B5EF4-FFF2-40B4-BE49-F238E27FC236}">
                  <a16:creationId xmlns:a16="http://schemas.microsoft.com/office/drawing/2014/main" id="{387996B8-509F-93B4-71A1-6DA8C26EBA6A}"/>
                </a:ext>
              </a:extLst>
            </p:cNvPr>
            <p:cNvGrpSpPr/>
            <p:nvPr/>
          </p:nvGrpSpPr>
          <p:grpSpPr>
            <a:xfrm>
              <a:off x="18619" y="-241102"/>
              <a:ext cx="23069216" cy="12605759"/>
              <a:chOff x="0" y="-47625"/>
              <a:chExt cx="4556882" cy="2490026"/>
            </a:xfrm>
          </p:grpSpPr>
          <p:sp>
            <p:nvSpPr>
              <p:cNvPr id="630" name="Google Shape;630;p14">
                <a:extLst>
                  <a:ext uri="{FF2B5EF4-FFF2-40B4-BE49-F238E27FC236}">
                    <a16:creationId xmlns:a16="http://schemas.microsoft.com/office/drawing/2014/main" id="{645472FE-7F4E-166F-641D-EFE2E62623DC}"/>
                  </a:ext>
                </a:extLst>
              </p:cNvPr>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1200" kern="0">
                  <a:solidFill>
                    <a:srgbClr val="000000"/>
                  </a:solidFill>
                  <a:latin typeface="Arial"/>
                  <a:cs typeface="Arial"/>
                  <a:sym typeface="Arial"/>
                </a:endParaRPr>
              </a:p>
            </p:txBody>
          </p:sp>
          <p:sp>
            <p:nvSpPr>
              <p:cNvPr id="631" name="Google Shape;631;p14">
                <a:extLst>
                  <a:ext uri="{FF2B5EF4-FFF2-40B4-BE49-F238E27FC236}">
                    <a16:creationId xmlns:a16="http://schemas.microsoft.com/office/drawing/2014/main" id="{DE594F32-E7AC-1B47-F780-B94C91563EA7}"/>
                  </a:ext>
                </a:extLst>
              </p:cNvPr>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a:extLst>
                <a:ext uri="{FF2B5EF4-FFF2-40B4-BE49-F238E27FC236}">
                  <a16:creationId xmlns:a16="http://schemas.microsoft.com/office/drawing/2014/main" id="{C388F03F-5399-F4CD-7048-1F4BF4EDCFBE}"/>
                </a:ext>
              </a:extLst>
            </p:cNvPr>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a:extLst>
                <a:ext uri="{FF2B5EF4-FFF2-40B4-BE49-F238E27FC236}">
                  <a16:creationId xmlns:a16="http://schemas.microsoft.com/office/drawing/2014/main" id="{B9147745-C4A6-693B-B506-B1C52CE115DD}"/>
                </a:ext>
              </a:extLst>
            </p:cNvPr>
            <p:cNvGrpSpPr/>
            <p:nvPr/>
          </p:nvGrpSpPr>
          <p:grpSpPr>
            <a:xfrm>
              <a:off x="318466" y="201915"/>
              <a:ext cx="394763" cy="394763"/>
              <a:chOff x="0" y="0"/>
              <a:chExt cx="812800" cy="812800"/>
            </a:xfrm>
          </p:grpSpPr>
          <p:sp>
            <p:nvSpPr>
              <p:cNvPr id="634" name="Google Shape;634;p14">
                <a:extLst>
                  <a:ext uri="{FF2B5EF4-FFF2-40B4-BE49-F238E27FC236}">
                    <a16:creationId xmlns:a16="http://schemas.microsoft.com/office/drawing/2014/main" id="{7191167A-592A-153C-2BD0-203096C71C8A}"/>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1200" kern="0">
                  <a:solidFill>
                    <a:srgbClr val="000000"/>
                  </a:solidFill>
                  <a:latin typeface="Arial"/>
                  <a:cs typeface="Arial"/>
                  <a:sym typeface="Arial"/>
                </a:endParaRPr>
              </a:p>
            </p:txBody>
          </p:sp>
          <p:sp>
            <p:nvSpPr>
              <p:cNvPr id="635" name="Google Shape;635;p14">
                <a:extLst>
                  <a:ext uri="{FF2B5EF4-FFF2-40B4-BE49-F238E27FC236}">
                    <a16:creationId xmlns:a16="http://schemas.microsoft.com/office/drawing/2014/main" id="{06FA08DA-32CC-39BD-BFC4-BF11318FF7D5}"/>
                  </a:ext>
                </a:extLst>
              </p:cNvPr>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a:extLst>
                <a:ext uri="{FF2B5EF4-FFF2-40B4-BE49-F238E27FC236}">
                  <a16:creationId xmlns:a16="http://schemas.microsoft.com/office/drawing/2014/main" id="{AFEE08A3-CF4C-49B6-D9F6-35F09F6D1C07}"/>
                </a:ext>
              </a:extLst>
            </p:cNvPr>
            <p:cNvGrpSpPr/>
            <p:nvPr/>
          </p:nvGrpSpPr>
          <p:grpSpPr>
            <a:xfrm>
              <a:off x="989083" y="201915"/>
              <a:ext cx="394763" cy="394763"/>
              <a:chOff x="0" y="0"/>
              <a:chExt cx="812800" cy="812800"/>
            </a:xfrm>
          </p:grpSpPr>
          <p:sp>
            <p:nvSpPr>
              <p:cNvPr id="637" name="Google Shape;637;p14">
                <a:extLst>
                  <a:ext uri="{FF2B5EF4-FFF2-40B4-BE49-F238E27FC236}">
                    <a16:creationId xmlns:a16="http://schemas.microsoft.com/office/drawing/2014/main" id="{5D8A067D-E657-2377-E916-C3A623DC204D}"/>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1200" kern="0">
                  <a:solidFill>
                    <a:srgbClr val="000000"/>
                  </a:solidFill>
                  <a:latin typeface="Arial"/>
                  <a:cs typeface="Arial"/>
                  <a:sym typeface="Arial"/>
                </a:endParaRPr>
              </a:p>
            </p:txBody>
          </p:sp>
          <p:sp>
            <p:nvSpPr>
              <p:cNvPr id="638" name="Google Shape;638;p14">
                <a:extLst>
                  <a:ext uri="{FF2B5EF4-FFF2-40B4-BE49-F238E27FC236}">
                    <a16:creationId xmlns:a16="http://schemas.microsoft.com/office/drawing/2014/main" id="{F420B244-6992-DBC5-3A1E-39F77AF6DFD4}"/>
                  </a:ext>
                </a:extLst>
              </p:cNvPr>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a:extLst>
                <a:ext uri="{FF2B5EF4-FFF2-40B4-BE49-F238E27FC236}">
                  <a16:creationId xmlns:a16="http://schemas.microsoft.com/office/drawing/2014/main" id="{3C87DAA5-7B73-1CF2-B7A4-3D51F7798CB9}"/>
                </a:ext>
              </a:extLst>
            </p:cNvPr>
            <p:cNvGrpSpPr/>
            <p:nvPr/>
          </p:nvGrpSpPr>
          <p:grpSpPr>
            <a:xfrm>
              <a:off x="1663247" y="201915"/>
              <a:ext cx="394763" cy="394763"/>
              <a:chOff x="0" y="0"/>
              <a:chExt cx="812800" cy="812800"/>
            </a:xfrm>
          </p:grpSpPr>
          <p:sp>
            <p:nvSpPr>
              <p:cNvPr id="640" name="Google Shape;640;p14">
                <a:extLst>
                  <a:ext uri="{FF2B5EF4-FFF2-40B4-BE49-F238E27FC236}">
                    <a16:creationId xmlns:a16="http://schemas.microsoft.com/office/drawing/2014/main" id="{9A3D9B89-3E38-CEE8-49FB-5BFE22A66662}"/>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1200" kern="0">
                  <a:solidFill>
                    <a:srgbClr val="000000"/>
                  </a:solidFill>
                  <a:latin typeface="Arial"/>
                  <a:cs typeface="Arial"/>
                  <a:sym typeface="Arial"/>
                </a:endParaRPr>
              </a:p>
            </p:txBody>
          </p:sp>
          <p:sp>
            <p:nvSpPr>
              <p:cNvPr id="641" name="Google Shape;641;p14">
                <a:extLst>
                  <a:ext uri="{FF2B5EF4-FFF2-40B4-BE49-F238E27FC236}">
                    <a16:creationId xmlns:a16="http://schemas.microsoft.com/office/drawing/2014/main" id="{0F5B1645-23FB-2702-4753-247325A56534}"/>
                  </a:ext>
                </a:extLst>
              </p:cNvPr>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a:extLst>
              <a:ext uri="{FF2B5EF4-FFF2-40B4-BE49-F238E27FC236}">
                <a16:creationId xmlns:a16="http://schemas.microsoft.com/office/drawing/2014/main" id="{8A3952E5-5B02-EBB9-B141-DC4A6D8E9677}"/>
              </a:ext>
            </a:extLst>
          </p:cNvPr>
          <p:cNvGrpSpPr/>
          <p:nvPr/>
        </p:nvGrpSpPr>
        <p:grpSpPr>
          <a:xfrm>
            <a:off x="685800" y="879049"/>
            <a:ext cx="10562908" cy="1109071"/>
            <a:chOff x="0" y="-47625"/>
            <a:chExt cx="4517902" cy="474365"/>
          </a:xfrm>
          <a:solidFill>
            <a:schemeClr val="accent1"/>
          </a:solidFill>
        </p:grpSpPr>
        <p:sp>
          <p:nvSpPr>
            <p:cNvPr id="643" name="Google Shape;643;p14">
              <a:extLst>
                <a:ext uri="{FF2B5EF4-FFF2-40B4-BE49-F238E27FC236}">
                  <a16:creationId xmlns:a16="http://schemas.microsoft.com/office/drawing/2014/main" id="{079F0EFB-D18E-06AC-C9EA-3B0976CA85ED}"/>
                </a:ext>
              </a:extLst>
            </p:cNvPr>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1200" kern="0">
                <a:solidFill>
                  <a:srgbClr val="000000"/>
                </a:solidFill>
                <a:latin typeface="Arial"/>
                <a:cs typeface="Arial"/>
                <a:sym typeface="Arial"/>
              </a:endParaRPr>
            </a:p>
          </p:txBody>
        </p:sp>
        <p:sp>
          <p:nvSpPr>
            <p:cNvPr id="644" name="Google Shape;644;p14">
              <a:extLst>
                <a:ext uri="{FF2B5EF4-FFF2-40B4-BE49-F238E27FC236}">
                  <a16:creationId xmlns:a16="http://schemas.microsoft.com/office/drawing/2014/main" id="{55574214-FB58-FA89-6F38-459E60150656}"/>
                </a:ext>
              </a:extLst>
            </p:cNvPr>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a:extLst>
              <a:ext uri="{FF2B5EF4-FFF2-40B4-BE49-F238E27FC236}">
                <a16:creationId xmlns:a16="http://schemas.microsoft.com/office/drawing/2014/main" id="{EC9B95B5-19C4-9D3E-986F-07A9A7A32D4C}"/>
              </a:ext>
            </a:extLst>
          </p:cNvPr>
          <p:cNvGrpSpPr/>
          <p:nvPr/>
        </p:nvGrpSpPr>
        <p:grpSpPr>
          <a:xfrm>
            <a:off x="1008592" y="1041879"/>
            <a:ext cx="10562908" cy="1109071"/>
            <a:chOff x="0" y="-47625"/>
            <a:chExt cx="4517902" cy="474365"/>
          </a:xfrm>
        </p:grpSpPr>
        <p:sp>
          <p:nvSpPr>
            <p:cNvPr id="646" name="Google Shape;646;p14">
              <a:extLst>
                <a:ext uri="{FF2B5EF4-FFF2-40B4-BE49-F238E27FC236}">
                  <a16:creationId xmlns:a16="http://schemas.microsoft.com/office/drawing/2014/main" id="{8EB9FDDB-600A-C3B7-F684-DDAC169F93F1}"/>
                </a:ext>
              </a:extLst>
            </p:cNvPr>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1200" kern="0">
                <a:solidFill>
                  <a:srgbClr val="000000"/>
                </a:solidFill>
                <a:latin typeface="Arial"/>
                <a:cs typeface="Arial"/>
                <a:sym typeface="Arial"/>
              </a:endParaRPr>
            </a:p>
          </p:txBody>
        </p:sp>
        <p:sp>
          <p:nvSpPr>
            <p:cNvPr id="647" name="Google Shape;647;p14">
              <a:extLst>
                <a:ext uri="{FF2B5EF4-FFF2-40B4-BE49-F238E27FC236}">
                  <a16:creationId xmlns:a16="http://schemas.microsoft.com/office/drawing/2014/main" id="{5E451655-3DA6-B0BD-8185-0F79B44CCB59}"/>
                </a:ext>
              </a:extLst>
            </p:cNvPr>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a:extLst>
              <a:ext uri="{FF2B5EF4-FFF2-40B4-BE49-F238E27FC236}">
                <a16:creationId xmlns:a16="http://schemas.microsoft.com/office/drawing/2014/main" id="{2623CC18-867B-2ED4-DD75-7E8037ED32DD}"/>
              </a:ext>
            </a:extLst>
          </p:cNvPr>
          <p:cNvSpPr txBox="1"/>
          <p:nvPr/>
        </p:nvSpPr>
        <p:spPr>
          <a:xfrm>
            <a:off x="1127043" y="1162461"/>
            <a:ext cx="10722297" cy="886397"/>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4800" kern="0" dirty="0">
                <a:solidFill>
                  <a:srgbClr val="FFFFFF"/>
                </a:solidFill>
                <a:latin typeface="Courier"/>
                <a:cs typeface="Arial"/>
                <a:sym typeface="Courier"/>
              </a:rPr>
              <a:t>Built-in Sequence Functions</a:t>
            </a:r>
            <a:endParaRPr sz="4800"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8101274D-7659-B612-460C-D1FFB0DF997F}"/>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1200" kern="0">
              <a:solidFill>
                <a:srgbClr val="000000"/>
              </a:solidFill>
              <a:latin typeface="Arial"/>
              <a:cs typeface="Arial"/>
              <a:sym typeface="Arial"/>
            </a:endParaRPr>
          </a:p>
        </p:txBody>
      </p:sp>
      <p:sp>
        <p:nvSpPr>
          <p:cNvPr id="7" name="Rectangle 1">
            <a:extLst>
              <a:ext uri="{FF2B5EF4-FFF2-40B4-BE49-F238E27FC236}">
                <a16:creationId xmlns:a16="http://schemas.microsoft.com/office/drawing/2014/main" id="{93957606-E6C2-04B8-1613-A4659C5AE6EA}"/>
              </a:ext>
            </a:extLst>
          </p:cNvPr>
          <p:cNvSpPr>
            <a:spLocks noChangeArrowheads="1"/>
          </p:cNvSpPr>
          <p:nvPr/>
        </p:nvSpPr>
        <p:spPr bwMode="auto">
          <a:xfrm>
            <a:off x="1" y="29291"/>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60" eaLnBrk="0" fontAlgn="base" hangingPunct="0">
              <a:spcBef>
                <a:spcPct val="0"/>
              </a:spcBef>
              <a:spcAft>
                <a:spcPct val="0"/>
              </a:spcAft>
              <a:buClr>
                <a:srgbClr val="000000"/>
              </a:buClr>
            </a:pPr>
            <a:endParaRPr lang="en-US" altLang="en-US" sz="1200" kern="0" dirty="0">
              <a:solidFill>
                <a:srgbClr val="000000"/>
              </a:solidFill>
              <a:latin typeface="Arial" panose="020B0604020202020204" pitchFamily="34" charset="0"/>
              <a:cs typeface="Arial"/>
              <a:sym typeface="Arial"/>
            </a:endParaRPr>
          </a:p>
        </p:txBody>
      </p:sp>
      <p:sp>
        <p:nvSpPr>
          <p:cNvPr id="3" name="Rectangle 1">
            <a:extLst>
              <a:ext uri="{FF2B5EF4-FFF2-40B4-BE49-F238E27FC236}">
                <a16:creationId xmlns:a16="http://schemas.microsoft.com/office/drawing/2014/main" id="{D658290C-DE8C-5CA0-4417-E413122BC337}"/>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60" eaLnBrk="0" fontAlgn="base" hangingPunct="0">
              <a:spcBef>
                <a:spcPct val="0"/>
              </a:spcBef>
              <a:spcAft>
                <a:spcPct val="0"/>
              </a:spcAft>
              <a:buClr>
                <a:srgbClr val="000000"/>
              </a:buClr>
            </a:pPr>
            <a:endParaRPr lang="en-US" altLang="en-US" sz="1200" kern="0" dirty="0">
              <a:solidFill>
                <a:srgbClr val="000000"/>
              </a:solidFill>
              <a:latin typeface="Arial" panose="020B0604020202020204" pitchFamily="34" charset="0"/>
              <a:cs typeface="Arial"/>
              <a:sym typeface="Arial"/>
            </a:endParaRPr>
          </a:p>
        </p:txBody>
      </p:sp>
      <p:sp>
        <p:nvSpPr>
          <p:cNvPr id="4" name="Rectangle 1">
            <a:extLst>
              <a:ext uri="{FF2B5EF4-FFF2-40B4-BE49-F238E27FC236}">
                <a16:creationId xmlns:a16="http://schemas.microsoft.com/office/drawing/2014/main" id="{EF393FAE-A52F-F490-27A1-BDCEDE2B11CC}"/>
              </a:ext>
            </a:extLst>
          </p:cNvPr>
          <p:cNvSpPr>
            <a:spLocks noChangeArrowheads="1"/>
          </p:cNvSpPr>
          <p:nvPr/>
        </p:nvSpPr>
        <p:spPr bwMode="auto">
          <a:xfrm>
            <a:off x="1" y="29291"/>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16" name="Rectangle 5">
            <a:extLst>
              <a:ext uri="{FF2B5EF4-FFF2-40B4-BE49-F238E27FC236}">
                <a16:creationId xmlns:a16="http://schemas.microsoft.com/office/drawing/2014/main" id="{BB091D0D-BB92-8405-96A1-7F75B5DDFFA3}"/>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5" name="Rectangle 1">
            <a:extLst>
              <a:ext uri="{FF2B5EF4-FFF2-40B4-BE49-F238E27FC236}">
                <a16:creationId xmlns:a16="http://schemas.microsoft.com/office/drawing/2014/main" id="{D21BBEE6-B36F-0EFF-5532-81D033CE2A75}"/>
              </a:ext>
            </a:extLst>
          </p:cNvPr>
          <p:cNvSpPr>
            <a:spLocks noChangeArrowheads="1"/>
          </p:cNvSpPr>
          <p:nvPr/>
        </p:nvSpPr>
        <p:spPr bwMode="auto">
          <a:xfrm>
            <a:off x="1" y="-123109"/>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9" name="Rectangle 2">
            <a:extLst>
              <a:ext uri="{FF2B5EF4-FFF2-40B4-BE49-F238E27FC236}">
                <a16:creationId xmlns:a16="http://schemas.microsoft.com/office/drawing/2014/main" id="{594129C7-A88C-5E59-08DE-78445AD298A3}"/>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12" name="Rectangle 2">
            <a:extLst>
              <a:ext uri="{FF2B5EF4-FFF2-40B4-BE49-F238E27FC236}">
                <a16:creationId xmlns:a16="http://schemas.microsoft.com/office/drawing/2014/main" id="{A2FED80E-A11D-EF39-6840-CD66854505C0}"/>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13" name="Rectangle 3">
            <a:extLst>
              <a:ext uri="{FF2B5EF4-FFF2-40B4-BE49-F238E27FC236}">
                <a16:creationId xmlns:a16="http://schemas.microsoft.com/office/drawing/2014/main" id="{F6173E1C-B2EB-972C-B5E4-F7BFE18C7197}"/>
              </a:ext>
            </a:extLst>
          </p:cNvPr>
          <p:cNvSpPr>
            <a:spLocks noChangeArrowheads="1"/>
          </p:cNvSpPr>
          <p:nvPr/>
        </p:nvSpPr>
        <p:spPr bwMode="auto">
          <a:xfrm>
            <a:off x="1" y="-123109"/>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14" name="Rectangle 4">
            <a:extLst>
              <a:ext uri="{FF2B5EF4-FFF2-40B4-BE49-F238E27FC236}">
                <a16:creationId xmlns:a16="http://schemas.microsoft.com/office/drawing/2014/main" id="{398E7D32-E06A-CFDA-EEB4-8097D258AC09}"/>
              </a:ext>
            </a:extLst>
          </p:cNvPr>
          <p:cNvSpPr>
            <a:spLocks noChangeArrowheads="1"/>
          </p:cNvSpPr>
          <p:nvPr/>
        </p:nvSpPr>
        <p:spPr bwMode="auto">
          <a:xfrm>
            <a:off x="1" y="29291"/>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60" eaLnBrk="0" fontAlgn="base" hangingPunct="0">
              <a:spcBef>
                <a:spcPct val="0"/>
              </a:spcBef>
              <a:spcAft>
                <a:spcPct val="0"/>
              </a:spcAft>
              <a:buClr>
                <a:srgbClr val="000000"/>
              </a:buClr>
            </a:pPr>
            <a:endParaRPr lang="en-US" altLang="en-US" sz="1200" kern="0" dirty="0">
              <a:solidFill>
                <a:srgbClr val="000000"/>
              </a:solidFill>
              <a:latin typeface="Arial" panose="020B0604020202020204" pitchFamily="34" charset="0"/>
              <a:cs typeface="Arial"/>
              <a:sym typeface="Arial"/>
            </a:endParaRPr>
          </a:p>
        </p:txBody>
      </p:sp>
      <p:sp>
        <p:nvSpPr>
          <p:cNvPr id="19" name="Rectangle 6">
            <a:extLst>
              <a:ext uri="{FF2B5EF4-FFF2-40B4-BE49-F238E27FC236}">
                <a16:creationId xmlns:a16="http://schemas.microsoft.com/office/drawing/2014/main" id="{7AD1EC69-14E1-98BE-F8CE-1425631B1070}"/>
              </a:ext>
            </a:extLst>
          </p:cNvPr>
          <p:cNvSpPr>
            <a:spLocks noChangeArrowheads="1"/>
          </p:cNvSpPr>
          <p:nvPr/>
        </p:nvSpPr>
        <p:spPr bwMode="auto">
          <a:xfrm>
            <a:off x="1" y="-123109"/>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60" eaLnBrk="0" fontAlgn="base" hangingPunct="0">
              <a:spcBef>
                <a:spcPct val="0"/>
              </a:spcBef>
              <a:spcAft>
                <a:spcPct val="0"/>
              </a:spcAft>
              <a:buClr>
                <a:srgbClr val="000000"/>
              </a:buClr>
            </a:pPr>
            <a:endParaRPr lang="en-US" altLang="en-US" sz="1200" kern="0" dirty="0">
              <a:solidFill>
                <a:srgbClr val="000000"/>
              </a:solidFill>
              <a:latin typeface="Arial" panose="020B0604020202020204" pitchFamily="34" charset="0"/>
              <a:cs typeface="Arial"/>
              <a:sym typeface="Arial"/>
            </a:endParaRPr>
          </a:p>
        </p:txBody>
      </p:sp>
      <p:sp>
        <p:nvSpPr>
          <p:cNvPr id="10" name="Rectangle 1">
            <a:extLst>
              <a:ext uri="{FF2B5EF4-FFF2-40B4-BE49-F238E27FC236}">
                <a16:creationId xmlns:a16="http://schemas.microsoft.com/office/drawing/2014/main" id="{23CFD7B0-5C2D-382C-B3DE-CB36F5C2A957}"/>
              </a:ext>
            </a:extLst>
          </p:cNvPr>
          <p:cNvSpPr>
            <a:spLocks noChangeArrowheads="1"/>
          </p:cNvSpPr>
          <p:nvPr/>
        </p:nvSpPr>
        <p:spPr bwMode="auto">
          <a:xfrm>
            <a:off x="1" y="29291"/>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15" name="Rectangle 2">
            <a:extLst>
              <a:ext uri="{FF2B5EF4-FFF2-40B4-BE49-F238E27FC236}">
                <a16:creationId xmlns:a16="http://schemas.microsoft.com/office/drawing/2014/main" id="{AD61A38E-C06B-C657-E0C2-90A018B10D70}"/>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11" name="Rectangle 1">
            <a:extLst>
              <a:ext uri="{FF2B5EF4-FFF2-40B4-BE49-F238E27FC236}">
                <a16:creationId xmlns:a16="http://schemas.microsoft.com/office/drawing/2014/main" id="{A69AEE1D-AF4C-06AA-281F-7B5F1E3C33F9}"/>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60" eaLnBrk="0" fontAlgn="base" hangingPunct="0">
              <a:spcBef>
                <a:spcPct val="0"/>
              </a:spcBef>
              <a:spcAft>
                <a:spcPct val="0"/>
              </a:spcAft>
              <a:buClr>
                <a:srgbClr val="000000"/>
              </a:buClr>
            </a:pPr>
            <a:endParaRPr lang="en-US" altLang="en-US" sz="1200" kern="0" dirty="0">
              <a:solidFill>
                <a:srgbClr val="000000"/>
              </a:solidFill>
              <a:latin typeface="Arial" panose="020B0604020202020204" pitchFamily="34" charset="0"/>
              <a:cs typeface="Arial"/>
              <a:sym typeface="Arial"/>
            </a:endParaRPr>
          </a:p>
        </p:txBody>
      </p:sp>
      <p:sp>
        <p:nvSpPr>
          <p:cNvPr id="8" name="Rectangle 1">
            <a:extLst>
              <a:ext uri="{FF2B5EF4-FFF2-40B4-BE49-F238E27FC236}">
                <a16:creationId xmlns:a16="http://schemas.microsoft.com/office/drawing/2014/main" id="{DDB29286-A9A8-947A-23BF-A22D0F7D9035}"/>
              </a:ext>
            </a:extLst>
          </p:cNvPr>
          <p:cNvSpPr>
            <a:spLocks noChangeArrowheads="1"/>
          </p:cNvSpPr>
          <p:nvPr/>
        </p:nvSpPr>
        <p:spPr bwMode="auto">
          <a:xfrm>
            <a:off x="1" y="-123109"/>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20" name="Rectangle 1">
            <a:extLst>
              <a:ext uri="{FF2B5EF4-FFF2-40B4-BE49-F238E27FC236}">
                <a16:creationId xmlns:a16="http://schemas.microsoft.com/office/drawing/2014/main" id="{6C80C517-8498-9263-4370-A73F134A9B50}"/>
              </a:ext>
            </a:extLst>
          </p:cNvPr>
          <p:cNvSpPr>
            <a:spLocks noChangeArrowheads="1"/>
          </p:cNvSpPr>
          <p:nvPr/>
        </p:nvSpPr>
        <p:spPr bwMode="auto">
          <a:xfrm>
            <a:off x="1" y="29291"/>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17" name="Rectangle 1">
            <a:extLst>
              <a:ext uri="{FF2B5EF4-FFF2-40B4-BE49-F238E27FC236}">
                <a16:creationId xmlns:a16="http://schemas.microsoft.com/office/drawing/2014/main" id="{B677539A-9832-1437-2105-077406879F80}"/>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60" eaLnBrk="0" fontAlgn="base" hangingPunct="0">
              <a:spcBef>
                <a:spcPct val="0"/>
              </a:spcBef>
              <a:spcAft>
                <a:spcPct val="0"/>
              </a:spcAft>
              <a:buClr>
                <a:srgbClr val="000000"/>
              </a:buClr>
            </a:pPr>
            <a:endParaRPr lang="en-US" altLang="en-US" sz="1200" kern="0" dirty="0">
              <a:solidFill>
                <a:srgbClr val="000000"/>
              </a:solidFill>
              <a:latin typeface="Arial" panose="020B0604020202020204" pitchFamily="34" charset="0"/>
              <a:cs typeface="Arial"/>
              <a:sym typeface="Arial"/>
            </a:endParaRPr>
          </a:p>
        </p:txBody>
      </p:sp>
      <p:sp>
        <p:nvSpPr>
          <p:cNvPr id="22" name="Rectangle 1">
            <a:extLst>
              <a:ext uri="{FF2B5EF4-FFF2-40B4-BE49-F238E27FC236}">
                <a16:creationId xmlns:a16="http://schemas.microsoft.com/office/drawing/2014/main" id="{9E1E0710-3342-9980-B4E7-17034048ED25}"/>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60" eaLnBrk="0" fontAlgn="base" hangingPunct="0">
              <a:spcBef>
                <a:spcPct val="0"/>
              </a:spcBef>
              <a:spcAft>
                <a:spcPct val="0"/>
              </a:spcAft>
              <a:buClr>
                <a:srgbClr val="000000"/>
              </a:buClr>
            </a:pPr>
            <a:endParaRPr lang="en-US" altLang="en-US" sz="1200" kern="0" dirty="0">
              <a:solidFill>
                <a:srgbClr val="000000"/>
              </a:solidFill>
              <a:latin typeface="Arial" panose="020B0604020202020204" pitchFamily="34" charset="0"/>
              <a:cs typeface="Arial"/>
              <a:sym typeface="Arial"/>
            </a:endParaRPr>
          </a:p>
        </p:txBody>
      </p:sp>
      <p:sp>
        <p:nvSpPr>
          <p:cNvPr id="18" name="Rectangle 1">
            <a:extLst>
              <a:ext uri="{FF2B5EF4-FFF2-40B4-BE49-F238E27FC236}">
                <a16:creationId xmlns:a16="http://schemas.microsoft.com/office/drawing/2014/main" id="{54DC6323-ED1C-63D0-7FD1-C2E4C5B92FB0}"/>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60" eaLnBrk="0" fontAlgn="base" hangingPunct="0">
              <a:spcBef>
                <a:spcPct val="0"/>
              </a:spcBef>
              <a:spcAft>
                <a:spcPct val="0"/>
              </a:spcAft>
              <a:buClr>
                <a:srgbClr val="000000"/>
              </a:buClr>
            </a:pPr>
            <a:endParaRPr lang="en-US" altLang="en-US" sz="1200" kern="0" dirty="0">
              <a:solidFill>
                <a:srgbClr val="000000"/>
              </a:solidFill>
              <a:latin typeface="Arial" panose="020B0604020202020204" pitchFamily="34" charset="0"/>
              <a:cs typeface="Arial"/>
              <a:sym typeface="Arial"/>
            </a:endParaRPr>
          </a:p>
        </p:txBody>
      </p:sp>
      <p:sp>
        <p:nvSpPr>
          <p:cNvPr id="25" name="Rectangle 1">
            <a:extLst>
              <a:ext uri="{FF2B5EF4-FFF2-40B4-BE49-F238E27FC236}">
                <a16:creationId xmlns:a16="http://schemas.microsoft.com/office/drawing/2014/main" id="{693A9CE9-A8DF-356F-426A-0C18EA97035C}"/>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60" eaLnBrk="0" fontAlgn="base" hangingPunct="0">
              <a:spcBef>
                <a:spcPct val="0"/>
              </a:spcBef>
              <a:spcAft>
                <a:spcPct val="0"/>
              </a:spcAft>
              <a:buClr>
                <a:srgbClr val="000000"/>
              </a:buClr>
            </a:pPr>
            <a:endParaRPr lang="en-US" altLang="en-US" sz="1200" kern="0" dirty="0">
              <a:solidFill>
                <a:srgbClr val="000000"/>
              </a:solidFill>
              <a:latin typeface="Arial" panose="020B0604020202020204" pitchFamily="34" charset="0"/>
              <a:cs typeface="Arial"/>
              <a:sym typeface="Arial"/>
            </a:endParaRPr>
          </a:p>
        </p:txBody>
      </p:sp>
      <p:sp>
        <p:nvSpPr>
          <p:cNvPr id="6" name="Rectangle 1">
            <a:extLst>
              <a:ext uri="{FF2B5EF4-FFF2-40B4-BE49-F238E27FC236}">
                <a16:creationId xmlns:a16="http://schemas.microsoft.com/office/drawing/2014/main" id="{FC2B55D6-0846-6A17-E55E-9D5BA3BDEAE9}"/>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28" name="Rectangle 1">
            <a:extLst>
              <a:ext uri="{FF2B5EF4-FFF2-40B4-BE49-F238E27FC236}">
                <a16:creationId xmlns:a16="http://schemas.microsoft.com/office/drawing/2014/main" id="{D2CCF1F2-A1C6-1DFD-8133-165FC4EBA01D}"/>
              </a:ext>
            </a:extLst>
          </p:cNvPr>
          <p:cNvSpPr>
            <a:spLocks noChangeArrowheads="1"/>
          </p:cNvSpPr>
          <p:nvPr/>
        </p:nvSpPr>
        <p:spPr bwMode="auto">
          <a:xfrm>
            <a:off x="1" y="29291"/>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21" name="Rectangle 1">
            <a:extLst>
              <a:ext uri="{FF2B5EF4-FFF2-40B4-BE49-F238E27FC236}">
                <a16:creationId xmlns:a16="http://schemas.microsoft.com/office/drawing/2014/main" id="{5F047EE8-4958-6F39-7201-8ECB0F553B03}"/>
              </a:ext>
            </a:extLst>
          </p:cNvPr>
          <p:cNvSpPr>
            <a:spLocks noChangeArrowheads="1"/>
          </p:cNvSpPr>
          <p:nvPr/>
        </p:nvSpPr>
        <p:spPr bwMode="auto">
          <a:xfrm>
            <a:off x="1" y="29291"/>
            <a:ext cx="123175" cy="246221"/>
          </a:xfrm>
          <a:prstGeom prst="rect">
            <a:avLst/>
          </a:prstGeom>
          <a:solidFill>
            <a:srgbClr val="1E1F2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60" eaLnBrk="0" fontAlgn="base" hangingPunct="0">
              <a:spcBef>
                <a:spcPct val="0"/>
              </a:spcBef>
              <a:spcAft>
                <a:spcPct val="0"/>
              </a:spcAft>
              <a:buClr>
                <a:srgbClr val="000000"/>
              </a:buClr>
            </a:pPr>
            <a:endParaRPr lang="en-US" altLang="en-US" sz="1200" kern="0" dirty="0">
              <a:solidFill>
                <a:srgbClr val="000000"/>
              </a:solidFill>
              <a:latin typeface="Arial" panose="020B0604020202020204" pitchFamily="34" charset="0"/>
              <a:cs typeface="Arial"/>
              <a:sym typeface="Arial"/>
            </a:endParaRPr>
          </a:p>
        </p:txBody>
      </p:sp>
      <p:sp>
        <p:nvSpPr>
          <p:cNvPr id="24" name="Rectangle 1">
            <a:extLst>
              <a:ext uri="{FF2B5EF4-FFF2-40B4-BE49-F238E27FC236}">
                <a16:creationId xmlns:a16="http://schemas.microsoft.com/office/drawing/2014/main" id="{8F7FBF1F-3343-C4D2-975B-AE10B502B768}"/>
              </a:ext>
            </a:extLst>
          </p:cNvPr>
          <p:cNvSpPr>
            <a:spLocks noChangeArrowheads="1"/>
          </p:cNvSpPr>
          <p:nvPr/>
        </p:nvSpPr>
        <p:spPr bwMode="auto">
          <a:xfrm>
            <a:off x="1" y="-123109"/>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30" name="Rectangle 2">
            <a:extLst>
              <a:ext uri="{FF2B5EF4-FFF2-40B4-BE49-F238E27FC236}">
                <a16:creationId xmlns:a16="http://schemas.microsoft.com/office/drawing/2014/main" id="{47284AE0-5CD0-5D09-DD25-64E82DCAF85C}"/>
              </a:ext>
            </a:extLst>
          </p:cNvPr>
          <p:cNvSpPr>
            <a:spLocks noChangeArrowheads="1"/>
          </p:cNvSpPr>
          <p:nvPr/>
        </p:nvSpPr>
        <p:spPr bwMode="auto">
          <a:xfrm>
            <a:off x="1" y="-123109"/>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23" name="Rectangle 1">
            <a:extLst>
              <a:ext uri="{FF2B5EF4-FFF2-40B4-BE49-F238E27FC236}">
                <a16:creationId xmlns:a16="http://schemas.microsoft.com/office/drawing/2014/main" id="{CE32E317-105C-644E-CF78-13B7C6CC4D1C}"/>
              </a:ext>
            </a:extLst>
          </p:cNvPr>
          <p:cNvSpPr>
            <a:spLocks noChangeArrowheads="1"/>
          </p:cNvSpPr>
          <p:nvPr/>
        </p:nvSpPr>
        <p:spPr bwMode="auto">
          <a:xfrm>
            <a:off x="1" y="-123109"/>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26" name="Rectangle 1">
            <a:extLst>
              <a:ext uri="{FF2B5EF4-FFF2-40B4-BE49-F238E27FC236}">
                <a16:creationId xmlns:a16="http://schemas.microsoft.com/office/drawing/2014/main" id="{3C7D48EC-DC7B-E7E3-99B3-12A83E14B35D}"/>
              </a:ext>
            </a:extLst>
          </p:cNvPr>
          <p:cNvSpPr>
            <a:spLocks noChangeArrowheads="1"/>
          </p:cNvSpPr>
          <p:nvPr/>
        </p:nvSpPr>
        <p:spPr bwMode="auto">
          <a:xfrm>
            <a:off x="1" y="-123109"/>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29" name="Rectangle 1">
            <a:extLst>
              <a:ext uri="{FF2B5EF4-FFF2-40B4-BE49-F238E27FC236}">
                <a16:creationId xmlns:a16="http://schemas.microsoft.com/office/drawing/2014/main" id="{3D240F0D-19FA-C509-A166-08512A1F1A25}"/>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39" name="Rectangle 3">
            <a:extLst>
              <a:ext uri="{FF2B5EF4-FFF2-40B4-BE49-F238E27FC236}">
                <a16:creationId xmlns:a16="http://schemas.microsoft.com/office/drawing/2014/main" id="{445BEFB1-FDE2-E896-5B3B-9C9B2B96A01C}"/>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37" name="Rectangle 1">
            <a:extLst>
              <a:ext uri="{FF2B5EF4-FFF2-40B4-BE49-F238E27FC236}">
                <a16:creationId xmlns:a16="http://schemas.microsoft.com/office/drawing/2014/main" id="{AEBABB3D-EEBA-AC4C-4239-D066B1A30C0C}"/>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31" name="Rectangle 1">
            <a:extLst>
              <a:ext uri="{FF2B5EF4-FFF2-40B4-BE49-F238E27FC236}">
                <a16:creationId xmlns:a16="http://schemas.microsoft.com/office/drawing/2014/main" id="{C472D6BD-6630-DA07-A176-76D9DCAA0EA7}"/>
              </a:ext>
            </a:extLst>
          </p:cNvPr>
          <p:cNvSpPr>
            <a:spLocks noChangeArrowheads="1"/>
          </p:cNvSpPr>
          <p:nvPr/>
        </p:nvSpPr>
        <p:spPr bwMode="auto">
          <a:xfrm>
            <a:off x="1" y="29291"/>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60" eaLnBrk="0" fontAlgn="base" hangingPunct="0">
              <a:spcBef>
                <a:spcPct val="0"/>
              </a:spcBef>
              <a:spcAft>
                <a:spcPct val="0"/>
              </a:spcAft>
              <a:buClr>
                <a:srgbClr val="000000"/>
              </a:buClr>
            </a:pPr>
            <a:endParaRPr lang="en-US" altLang="en-US" sz="1200" kern="0" dirty="0">
              <a:solidFill>
                <a:srgbClr val="000000"/>
              </a:solidFill>
              <a:latin typeface="Arial" panose="020B0604020202020204" pitchFamily="34" charset="0"/>
              <a:cs typeface="Arial"/>
              <a:sym typeface="Arial"/>
            </a:endParaRPr>
          </a:p>
        </p:txBody>
      </p:sp>
      <p:sp>
        <p:nvSpPr>
          <p:cNvPr id="32" name="Rectangle 1">
            <a:extLst>
              <a:ext uri="{FF2B5EF4-FFF2-40B4-BE49-F238E27FC236}">
                <a16:creationId xmlns:a16="http://schemas.microsoft.com/office/drawing/2014/main" id="{22CA81E0-8D5F-471B-C1AB-06DEA61AEC1B}"/>
              </a:ext>
            </a:extLst>
          </p:cNvPr>
          <p:cNvSpPr>
            <a:spLocks noChangeArrowheads="1"/>
          </p:cNvSpPr>
          <p:nvPr/>
        </p:nvSpPr>
        <p:spPr bwMode="auto">
          <a:xfrm>
            <a:off x="1" y="-123109"/>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33" name="Rectangle 1">
            <a:extLst>
              <a:ext uri="{FF2B5EF4-FFF2-40B4-BE49-F238E27FC236}">
                <a16:creationId xmlns:a16="http://schemas.microsoft.com/office/drawing/2014/main" id="{8F73E455-A1E0-145A-03C6-7480FABEE81B}"/>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35" name="Rectangle 2">
            <a:extLst>
              <a:ext uri="{FF2B5EF4-FFF2-40B4-BE49-F238E27FC236}">
                <a16:creationId xmlns:a16="http://schemas.microsoft.com/office/drawing/2014/main" id="{55E97FD9-2228-EED9-0F3A-0F80FEF6A32A}"/>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38" name="Rectangle 3">
            <a:extLst>
              <a:ext uri="{FF2B5EF4-FFF2-40B4-BE49-F238E27FC236}">
                <a16:creationId xmlns:a16="http://schemas.microsoft.com/office/drawing/2014/main" id="{338E6E5E-015E-43F8-7722-D2C67198AD8F}"/>
              </a:ext>
            </a:extLst>
          </p:cNvPr>
          <p:cNvSpPr>
            <a:spLocks noChangeArrowheads="1"/>
          </p:cNvSpPr>
          <p:nvPr/>
        </p:nvSpPr>
        <p:spPr bwMode="auto">
          <a:xfrm>
            <a:off x="1" y="-123109"/>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27" name="Google Shape;649;p14">
            <a:extLst>
              <a:ext uri="{FF2B5EF4-FFF2-40B4-BE49-F238E27FC236}">
                <a16:creationId xmlns:a16="http://schemas.microsoft.com/office/drawing/2014/main" id="{FA5E7856-1BCE-BCC2-3494-562D53B2288F}"/>
              </a:ext>
            </a:extLst>
          </p:cNvPr>
          <p:cNvSpPr txBox="1"/>
          <p:nvPr/>
        </p:nvSpPr>
        <p:spPr>
          <a:xfrm>
            <a:off x="817537" y="2303025"/>
            <a:ext cx="10885700" cy="402226"/>
          </a:xfrm>
          <a:prstGeom prst="rect">
            <a:avLst/>
          </a:prstGeom>
          <a:noFill/>
          <a:ln>
            <a:noFill/>
          </a:ln>
        </p:spPr>
        <p:txBody>
          <a:bodyPr spcFirstLastPara="1" wrap="square" lIns="0" tIns="0" rIns="0" bIns="0" anchor="t" anchorCtr="0">
            <a:spAutoFit/>
          </a:bodyPr>
          <a:lstStyle/>
          <a:p>
            <a:pPr defTabSz="609630">
              <a:lnSpc>
                <a:spcPct val="139958"/>
              </a:lnSpc>
              <a:buClr>
                <a:srgbClr val="FFFFFF"/>
              </a:buClr>
            </a:pPr>
            <a:r>
              <a:rPr lang="en-US" sz="1867" i="1" kern="0" dirty="0">
                <a:solidFill>
                  <a:srgbClr val="8C52FF"/>
                </a:solidFill>
                <a:latin typeface="Roboto Mono"/>
                <a:ea typeface="Roboto Mono"/>
                <a:cs typeface="Arial"/>
                <a:sym typeface="Roboto Mono"/>
              </a:rPr>
              <a:t>any() — Is any element True?</a:t>
            </a:r>
          </a:p>
        </p:txBody>
      </p:sp>
      <p:pic>
        <p:nvPicPr>
          <p:cNvPr id="40" name="Picture 39">
            <a:extLst>
              <a:ext uri="{FF2B5EF4-FFF2-40B4-BE49-F238E27FC236}">
                <a16:creationId xmlns:a16="http://schemas.microsoft.com/office/drawing/2014/main" id="{31792AB5-0AD1-71EB-AF61-2A12D224BC87}"/>
              </a:ext>
            </a:extLst>
          </p:cNvPr>
          <p:cNvPicPr>
            <a:picLocks noChangeAspect="1"/>
          </p:cNvPicPr>
          <p:nvPr/>
        </p:nvPicPr>
        <p:blipFill>
          <a:blip r:embed="rId3"/>
          <a:stretch>
            <a:fillRect/>
          </a:stretch>
        </p:blipFill>
        <p:spPr>
          <a:xfrm>
            <a:off x="2134308" y="3415692"/>
            <a:ext cx="7923384" cy="1474118"/>
          </a:xfrm>
          <a:prstGeom prst="rect">
            <a:avLst/>
          </a:prstGeom>
        </p:spPr>
      </p:pic>
    </p:spTree>
    <p:extLst>
      <p:ext uri="{BB962C8B-B14F-4D97-AF65-F5344CB8AC3E}">
        <p14:creationId xmlns:p14="http://schemas.microsoft.com/office/powerpoint/2010/main" val="2333171110"/>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Shape 624">
          <a:extLst>
            <a:ext uri="{FF2B5EF4-FFF2-40B4-BE49-F238E27FC236}">
              <a16:creationId xmlns:a16="http://schemas.microsoft.com/office/drawing/2014/main" id="{BF0E8CD9-53BA-B589-D03F-45982CC38759}"/>
            </a:ext>
          </a:extLst>
        </p:cNvPr>
        <p:cNvGrpSpPr/>
        <p:nvPr/>
      </p:nvGrpSpPr>
      <p:grpSpPr>
        <a:xfrm>
          <a:off x="0" y="0"/>
          <a:ext cx="0" cy="0"/>
          <a:chOff x="0" y="0"/>
          <a:chExt cx="0" cy="0"/>
        </a:xfrm>
      </p:grpSpPr>
      <p:grpSp>
        <p:nvGrpSpPr>
          <p:cNvPr id="625" name="Google Shape;625;p14">
            <a:extLst>
              <a:ext uri="{FF2B5EF4-FFF2-40B4-BE49-F238E27FC236}">
                <a16:creationId xmlns:a16="http://schemas.microsoft.com/office/drawing/2014/main" id="{4D942167-59E6-D628-E127-61E47C265E31}"/>
              </a:ext>
            </a:extLst>
          </p:cNvPr>
          <p:cNvGrpSpPr/>
          <p:nvPr/>
        </p:nvGrpSpPr>
        <p:grpSpPr>
          <a:xfrm>
            <a:off x="305423" y="175962"/>
            <a:ext cx="11543917" cy="6302879"/>
            <a:chOff x="0" y="-241102"/>
            <a:chExt cx="23087835" cy="12605759"/>
          </a:xfrm>
        </p:grpSpPr>
        <p:grpSp>
          <p:nvGrpSpPr>
            <p:cNvPr id="626" name="Google Shape;626;p14">
              <a:extLst>
                <a:ext uri="{FF2B5EF4-FFF2-40B4-BE49-F238E27FC236}">
                  <a16:creationId xmlns:a16="http://schemas.microsoft.com/office/drawing/2014/main" id="{765294F5-689C-F098-5294-0B6DB4BE52C0}"/>
                </a:ext>
              </a:extLst>
            </p:cNvPr>
            <p:cNvGrpSpPr/>
            <p:nvPr/>
          </p:nvGrpSpPr>
          <p:grpSpPr>
            <a:xfrm>
              <a:off x="0" y="-241102"/>
              <a:ext cx="23069216" cy="12605759"/>
              <a:chOff x="0" y="-47625"/>
              <a:chExt cx="4556882" cy="2490026"/>
            </a:xfrm>
          </p:grpSpPr>
          <p:sp>
            <p:nvSpPr>
              <p:cNvPr id="627" name="Google Shape;627;p14">
                <a:extLst>
                  <a:ext uri="{FF2B5EF4-FFF2-40B4-BE49-F238E27FC236}">
                    <a16:creationId xmlns:a16="http://schemas.microsoft.com/office/drawing/2014/main" id="{51C5D0BB-76C7-1E2F-6081-716B402C4A2D}"/>
                  </a:ext>
                </a:extLst>
              </p:cNvPr>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1200" kern="0">
                  <a:solidFill>
                    <a:srgbClr val="000000"/>
                  </a:solidFill>
                  <a:latin typeface="Arial"/>
                  <a:cs typeface="Arial"/>
                  <a:sym typeface="Arial"/>
                </a:endParaRPr>
              </a:p>
            </p:txBody>
          </p:sp>
          <p:sp>
            <p:nvSpPr>
              <p:cNvPr id="628" name="Google Shape;628;p14">
                <a:extLst>
                  <a:ext uri="{FF2B5EF4-FFF2-40B4-BE49-F238E27FC236}">
                    <a16:creationId xmlns:a16="http://schemas.microsoft.com/office/drawing/2014/main" id="{BFAE0B7F-6BCD-FA40-167B-AF3687E63FC8}"/>
                  </a:ext>
                </a:extLst>
              </p:cNvPr>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a:extLst>
                <a:ext uri="{FF2B5EF4-FFF2-40B4-BE49-F238E27FC236}">
                  <a16:creationId xmlns:a16="http://schemas.microsoft.com/office/drawing/2014/main" id="{8CD3F6FB-FBD2-F9C8-1FD3-07E4B29EC366}"/>
                </a:ext>
              </a:extLst>
            </p:cNvPr>
            <p:cNvGrpSpPr/>
            <p:nvPr/>
          </p:nvGrpSpPr>
          <p:grpSpPr>
            <a:xfrm>
              <a:off x="18619" y="-241102"/>
              <a:ext cx="23069216" cy="12605759"/>
              <a:chOff x="0" y="-47625"/>
              <a:chExt cx="4556882" cy="2490026"/>
            </a:xfrm>
          </p:grpSpPr>
          <p:sp>
            <p:nvSpPr>
              <p:cNvPr id="630" name="Google Shape;630;p14">
                <a:extLst>
                  <a:ext uri="{FF2B5EF4-FFF2-40B4-BE49-F238E27FC236}">
                    <a16:creationId xmlns:a16="http://schemas.microsoft.com/office/drawing/2014/main" id="{2EE1B1F4-0FF4-4BA9-5F1B-D08BF6946036}"/>
                  </a:ext>
                </a:extLst>
              </p:cNvPr>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1200" kern="0">
                  <a:solidFill>
                    <a:srgbClr val="000000"/>
                  </a:solidFill>
                  <a:latin typeface="Arial"/>
                  <a:cs typeface="Arial"/>
                  <a:sym typeface="Arial"/>
                </a:endParaRPr>
              </a:p>
            </p:txBody>
          </p:sp>
          <p:sp>
            <p:nvSpPr>
              <p:cNvPr id="631" name="Google Shape;631;p14">
                <a:extLst>
                  <a:ext uri="{FF2B5EF4-FFF2-40B4-BE49-F238E27FC236}">
                    <a16:creationId xmlns:a16="http://schemas.microsoft.com/office/drawing/2014/main" id="{578EE1CD-637C-BBC8-6F72-BAE73624F5A0}"/>
                  </a:ext>
                </a:extLst>
              </p:cNvPr>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a:extLst>
                <a:ext uri="{FF2B5EF4-FFF2-40B4-BE49-F238E27FC236}">
                  <a16:creationId xmlns:a16="http://schemas.microsoft.com/office/drawing/2014/main" id="{DF72073E-6205-A48D-2A48-6DEA36BDA580}"/>
                </a:ext>
              </a:extLst>
            </p:cNvPr>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a:extLst>
                <a:ext uri="{FF2B5EF4-FFF2-40B4-BE49-F238E27FC236}">
                  <a16:creationId xmlns:a16="http://schemas.microsoft.com/office/drawing/2014/main" id="{4F138FDE-8109-97C1-2325-E26AB46FD2E0}"/>
                </a:ext>
              </a:extLst>
            </p:cNvPr>
            <p:cNvGrpSpPr/>
            <p:nvPr/>
          </p:nvGrpSpPr>
          <p:grpSpPr>
            <a:xfrm>
              <a:off x="318466" y="201915"/>
              <a:ext cx="394763" cy="394763"/>
              <a:chOff x="0" y="0"/>
              <a:chExt cx="812800" cy="812800"/>
            </a:xfrm>
          </p:grpSpPr>
          <p:sp>
            <p:nvSpPr>
              <p:cNvPr id="634" name="Google Shape;634;p14">
                <a:extLst>
                  <a:ext uri="{FF2B5EF4-FFF2-40B4-BE49-F238E27FC236}">
                    <a16:creationId xmlns:a16="http://schemas.microsoft.com/office/drawing/2014/main" id="{1FC37218-8BB2-1107-E986-566CAB3ECD3E}"/>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1200" kern="0">
                  <a:solidFill>
                    <a:srgbClr val="000000"/>
                  </a:solidFill>
                  <a:latin typeface="Arial"/>
                  <a:cs typeface="Arial"/>
                  <a:sym typeface="Arial"/>
                </a:endParaRPr>
              </a:p>
            </p:txBody>
          </p:sp>
          <p:sp>
            <p:nvSpPr>
              <p:cNvPr id="635" name="Google Shape;635;p14">
                <a:extLst>
                  <a:ext uri="{FF2B5EF4-FFF2-40B4-BE49-F238E27FC236}">
                    <a16:creationId xmlns:a16="http://schemas.microsoft.com/office/drawing/2014/main" id="{3706116B-C046-B3AA-E436-16485A48E751}"/>
                  </a:ext>
                </a:extLst>
              </p:cNvPr>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a:extLst>
                <a:ext uri="{FF2B5EF4-FFF2-40B4-BE49-F238E27FC236}">
                  <a16:creationId xmlns:a16="http://schemas.microsoft.com/office/drawing/2014/main" id="{DEDC2708-29CA-DBB4-2634-C989AD78BDFD}"/>
                </a:ext>
              </a:extLst>
            </p:cNvPr>
            <p:cNvGrpSpPr/>
            <p:nvPr/>
          </p:nvGrpSpPr>
          <p:grpSpPr>
            <a:xfrm>
              <a:off x="989083" y="201915"/>
              <a:ext cx="394763" cy="394763"/>
              <a:chOff x="0" y="0"/>
              <a:chExt cx="812800" cy="812800"/>
            </a:xfrm>
          </p:grpSpPr>
          <p:sp>
            <p:nvSpPr>
              <p:cNvPr id="637" name="Google Shape;637;p14">
                <a:extLst>
                  <a:ext uri="{FF2B5EF4-FFF2-40B4-BE49-F238E27FC236}">
                    <a16:creationId xmlns:a16="http://schemas.microsoft.com/office/drawing/2014/main" id="{E0D6C926-3DD7-EC95-802A-2B44D5179B8C}"/>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1200" kern="0">
                  <a:solidFill>
                    <a:srgbClr val="000000"/>
                  </a:solidFill>
                  <a:latin typeface="Arial"/>
                  <a:cs typeface="Arial"/>
                  <a:sym typeface="Arial"/>
                </a:endParaRPr>
              </a:p>
            </p:txBody>
          </p:sp>
          <p:sp>
            <p:nvSpPr>
              <p:cNvPr id="638" name="Google Shape;638;p14">
                <a:extLst>
                  <a:ext uri="{FF2B5EF4-FFF2-40B4-BE49-F238E27FC236}">
                    <a16:creationId xmlns:a16="http://schemas.microsoft.com/office/drawing/2014/main" id="{DB005194-52E6-6737-FB9C-6D0D5339C9DF}"/>
                  </a:ext>
                </a:extLst>
              </p:cNvPr>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a:extLst>
                <a:ext uri="{FF2B5EF4-FFF2-40B4-BE49-F238E27FC236}">
                  <a16:creationId xmlns:a16="http://schemas.microsoft.com/office/drawing/2014/main" id="{0B578A3B-CAC7-AAED-0EE7-8B7D3CA35687}"/>
                </a:ext>
              </a:extLst>
            </p:cNvPr>
            <p:cNvGrpSpPr/>
            <p:nvPr/>
          </p:nvGrpSpPr>
          <p:grpSpPr>
            <a:xfrm>
              <a:off x="1663247" y="201915"/>
              <a:ext cx="394763" cy="394763"/>
              <a:chOff x="0" y="0"/>
              <a:chExt cx="812800" cy="812800"/>
            </a:xfrm>
          </p:grpSpPr>
          <p:sp>
            <p:nvSpPr>
              <p:cNvPr id="640" name="Google Shape;640;p14">
                <a:extLst>
                  <a:ext uri="{FF2B5EF4-FFF2-40B4-BE49-F238E27FC236}">
                    <a16:creationId xmlns:a16="http://schemas.microsoft.com/office/drawing/2014/main" id="{A06A0D15-1B89-3297-970A-D62EF73F5A5F}"/>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1200" kern="0">
                  <a:solidFill>
                    <a:srgbClr val="000000"/>
                  </a:solidFill>
                  <a:latin typeface="Arial"/>
                  <a:cs typeface="Arial"/>
                  <a:sym typeface="Arial"/>
                </a:endParaRPr>
              </a:p>
            </p:txBody>
          </p:sp>
          <p:sp>
            <p:nvSpPr>
              <p:cNvPr id="641" name="Google Shape;641;p14">
                <a:extLst>
                  <a:ext uri="{FF2B5EF4-FFF2-40B4-BE49-F238E27FC236}">
                    <a16:creationId xmlns:a16="http://schemas.microsoft.com/office/drawing/2014/main" id="{2209ABDD-FD6E-F0A1-97BE-DDCD27CF3FEC}"/>
                  </a:ext>
                </a:extLst>
              </p:cNvPr>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a:extLst>
              <a:ext uri="{FF2B5EF4-FFF2-40B4-BE49-F238E27FC236}">
                <a16:creationId xmlns:a16="http://schemas.microsoft.com/office/drawing/2014/main" id="{3E8750CF-E7F5-11D4-1D08-6DA543E557B6}"/>
              </a:ext>
            </a:extLst>
          </p:cNvPr>
          <p:cNvGrpSpPr/>
          <p:nvPr/>
        </p:nvGrpSpPr>
        <p:grpSpPr>
          <a:xfrm>
            <a:off x="685800" y="879049"/>
            <a:ext cx="10562908" cy="1109071"/>
            <a:chOff x="0" y="-47625"/>
            <a:chExt cx="4517902" cy="474365"/>
          </a:xfrm>
          <a:solidFill>
            <a:schemeClr val="accent1"/>
          </a:solidFill>
        </p:grpSpPr>
        <p:sp>
          <p:nvSpPr>
            <p:cNvPr id="643" name="Google Shape;643;p14">
              <a:extLst>
                <a:ext uri="{FF2B5EF4-FFF2-40B4-BE49-F238E27FC236}">
                  <a16:creationId xmlns:a16="http://schemas.microsoft.com/office/drawing/2014/main" id="{ADFF3B3B-EAC3-B97F-D2DA-05F40DBD9B5E}"/>
                </a:ext>
              </a:extLst>
            </p:cNvPr>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1200" kern="0">
                <a:solidFill>
                  <a:srgbClr val="000000"/>
                </a:solidFill>
                <a:latin typeface="Arial"/>
                <a:cs typeface="Arial"/>
                <a:sym typeface="Arial"/>
              </a:endParaRPr>
            </a:p>
          </p:txBody>
        </p:sp>
        <p:sp>
          <p:nvSpPr>
            <p:cNvPr id="644" name="Google Shape;644;p14">
              <a:extLst>
                <a:ext uri="{FF2B5EF4-FFF2-40B4-BE49-F238E27FC236}">
                  <a16:creationId xmlns:a16="http://schemas.microsoft.com/office/drawing/2014/main" id="{B1727B6A-784C-CB68-AEE0-BBAE610BF777}"/>
                </a:ext>
              </a:extLst>
            </p:cNvPr>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a:extLst>
              <a:ext uri="{FF2B5EF4-FFF2-40B4-BE49-F238E27FC236}">
                <a16:creationId xmlns:a16="http://schemas.microsoft.com/office/drawing/2014/main" id="{218FEE8A-A168-9D63-AEB5-2ED00CCE75F1}"/>
              </a:ext>
            </a:extLst>
          </p:cNvPr>
          <p:cNvGrpSpPr/>
          <p:nvPr/>
        </p:nvGrpSpPr>
        <p:grpSpPr>
          <a:xfrm>
            <a:off x="1008592" y="1041879"/>
            <a:ext cx="10562908" cy="1109071"/>
            <a:chOff x="0" y="-47625"/>
            <a:chExt cx="4517902" cy="474365"/>
          </a:xfrm>
        </p:grpSpPr>
        <p:sp>
          <p:nvSpPr>
            <p:cNvPr id="646" name="Google Shape;646;p14">
              <a:extLst>
                <a:ext uri="{FF2B5EF4-FFF2-40B4-BE49-F238E27FC236}">
                  <a16:creationId xmlns:a16="http://schemas.microsoft.com/office/drawing/2014/main" id="{7E9D64B3-8A80-1756-6B71-1D0CC9830A48}"/>
                </a:ext>
              </a:extLst>
            </p:cNvPr>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1200" kern="0">
                <a:solidFill>
                  <a:srgbClr val="000000"/>
                </a:solidFill>
                <a:latin typeface="Arial"/>
                <a:cs typeface="Arial"/>
                <a:sym typeface="Arial"/>
              </a:endParaRPr>
            </a:p>
          </p:txBody>
        </p:sp>
        <p:sp>
          <p:nvSpPr>
            <p:cNvPr id="647" name="Google Shape;647;p14">
              <a:extLst>
                <a:ext uri="{FF2B5EF4-FFF2-40B4-BE49-F238E27FC236}">
                  <a16:creationId xmlns:a16="http://schemas.microsoft.com/office/drawing/2014/main" id="{D8C1F230-BF92-A64E-C02E-8031961700DE}"/>
                </a:ext>
              </a:extLst>
            </p:cNvPr>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a:extLst>
              <a:ext uri="{FF2B5EF4-FFF2-40B4-BE49-F238E27FC236}">
                <a16:creationId xmlns:a16="http://schemas.microsoft.com/office/drawing/2014/main" id="{3DA3B29D-C559-8698-4D60-249137AEAC0F}"/>
              </a:ext>
            </a:extLst>
          </p:cNvPr>
          <p:cNvSpPr txBox="1"/>
          <p:nvPr/>
        </p:nvSpPr>
        <p:spPr>
          <a:xfrm>
            <a:off x="1127043" y="1162461"/>
            <a:ext cx="10722297" cy="886397"/>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4800" kern="0" dirty="0">
                <a:solidFill>
                  <a:srgbClr val="FFFFFF"/>
                </a:solidFill>
                <a:latin typeface="Courier"/>
                <a:cs typeface="Arial"/>
                <a:sym typeface="Courier"/>
              </a:rPr>
              <a:t>Built-in Sequence Functions</a:t>
            </a:r>
            <a:endParaRPr sz="4800"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ED7DD9C5-0B56-A51A-CCE1-7A11DF15FCD9}"/>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1200" kern="0">
              <a:solidFill>
                <a:srgbClr val="000000"/>
              </a:solidFill>
              <a:latin typeface="Arial"/>
              <a:cs typeface="Arial"/>
              <a:sym typeface="Arial"/>
            </a:endParaRPr>
          </a:p>
        </p:txBody>
      </p:sp>
      <p:sp>
        <p:nvSpPr>
          <p:cNvPr id="7" name="Rectangle 1">
            <a:extLst>
              <a:ext uri="{FF2B5EF4-FFF2-40B4-BE49-F238E27FC236}">
                <a16:creationId xmlns:a16="http://schemas.microsoft.com/office/drawing/2014/main" id="{873CA25E-3127-4612-6CC4-1B9FB2EE8BA0}"/>
              </a:ext>
            </a:extLst>
          </p:cNvPr>
          <p:cNvSpPr>
            <a:spLocks noChangeArrowheads="1"/>
          </p:cNvSpPr>
          <p:nvPr/>
        </p:nvSpPr>
        <p:spPr bwMode="auto">
          <a:xfrm>
            <a:off x="1" y="29291"/>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60" eaLnBrk="0" fontAlgn="base" hangingPunct="0">
              <a:spcBef>
                <a:spcPct val="0"/>
              </a:spcBef>
              <a:spcAft>
                <a:spcPct val="0"/>
              </a:spcAft>
              <a:buClr>
                <a:srgbClr val="000000"/>
              </a:buClr>
            </a:pPr>
            <a:endParaRPr lang="en-US" altLang="en-US" sz="1200" kern="0" dirty="0">
              <a:solidFill>
                <a:srgbClr val="000000"/>
              </a:solidFill>
              <a:latin typeface="Arial" panose="020B0604020202020204" pitchFamily="34" charset="0"/>
              <a:cs typeface="Arial"/>
              <a:sym typeface="Arial"/>
            </a:endParaRPr>
          </a:p>
        </p:txBody>
      </p:sp>
      <p:sp>
        <p:nvSpPr>
          <p:cNvPr id="3" name="Rectangle 1">
            <a:extLst>
              <a:ext uri="{FF2B5EF4-FFF2-40B4-BE49-F238E27FC236}">
                <a16:creationId xmlns:a16="http://schemas.microsoft.com/office/drawing/2014/main" id="{0CDF6043-A8E7-7654-BF26-B43C24D46D7B}"/>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60" eaLnBrk="0" fontAlgn="base" hangingPunct="0">
              <a:spcBef>
                <a:spcPct val="0"/>
              </a:spcBef>
              <a:spcAft>
                <a:spcPct val="0"/>
              </a:spcAft>
              <a:buClr>
                <a:srgbClr val="000000"/>
              </a:buClr>
            </a:pPr>
            <a:endParaRPr lang="en-US" altLang="en-US" sz="1200" kern="0" dirty="0">
              <a:solidFill>
                <a:srgbClr val="000000"/>
              </a:solidFill>
              <a:latin typeface="Arial" panose="020B0604020202020204" pitchFamily="34" charset="0"/>
              <a:cs typeface="Arial"/>
              <a:sym typeface="Arial"/>
            </a:endParaRPr>
          </a:p>
        </p:txBody>
      </p:sp>
      <p:sp>
        <p:nvSpPr>
          <p:cNvPr id="4" name="Rectangle 1">
            <a:extLst>
              <a:ext uri="{FF2B5EF4-FFF2-40B4-BE49-F238E27FC236}">
                <a16:creationId xmlns:a16="http://schemas.microsoft.com/office/drawing/2014/main" id="{F89E5F45-A5F8-C2AA-09F1-696977838AC2}"/>
              </a:ext>
            </a:extLst>
          </p:cNvPr>
          <p:cNvSpPr>
            <a:spLocks noChangeArrowheads="1"/>
          </p:cNvSpPr>
          <p:nvPr/>
        </p:nvSpPr>
        <p:spPr bwMode="auto">
          <a:xfrm>
            <a:off x="1" y="29291"/>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16" name="Rectangle 5">
            <a:extLst>
              <a:ext uri="{FF2B5EF4-FFF2-40B4-BE49-F238E27FC236}">
                <a16:creationId xmlns:a16="http://schemas.microsoft.com/office/drawing/2014/main" id="{DBEEB4A4-9CD0-3EDD-C8C5-FB230F4A9B20}"/>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5" name="Rectangle 1">
            <a:extLst>
              <a:ext uri="{FF2B5EF4-FFF2-40B4-BE49-F238E27FC236}">
                <a16:creationId xmlns:a16="http://schemas.microsoft.com/office/drawing/2014/main" id="{FEFB04C5-0F2E-8F1A-B75F-61B345E8A814}"/>
              </a:ext>
            </a:extLst>
          </p:cNvPr>
          <p:cNvSpPr>
            <a:spLocks noChangeArrowheads="1"/>
          </p:cNvSpPr>
          <p:nvPr/>
        </p:nvSpPr>
        <p:spPr bwMode="auto">
          <a:xfrm>
            <a:off x="1" y="-123109"/>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9" name="Rectangle 2">
            <a:extLst>
              <a:ext uri="{FF2B5EF4-FFF2-40B4-BE49-F238E27FC236}">
                <a16:creationId xmlns:a16="http://schemas.microsoft.com/office/drawing/2014/main" id="{6447A685-3385-483F-77C2-357CD6413C28}"/>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12" name="Rectangle 2">
            <a:extLst>
              <a:ext uri="{FF2B5EF4-FFF2-40B4-BE49-F238E27FC236}">
                <a16:creationId xmlns:a16="http://schemas.microsoft.com/office/drawing/2014/main" id="{E381A52B-F9E2-D7A9-8D34-4CD3A42122E5}"/>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13" name="Rectangle 3">
            <a:extLst>
              <a:ext uri="{FF2B5EF4-FFF2-40B4-BE49-F238E27FC236}">
                <a16:creationId xmlns:a16="http://schemas.microsoft.com/office/drawing/2014/main" id="{B2B97AE1-F50C-2EEC-5EF8-E79F24DFD8F6}"/>
              </a:ext>
            </a:extLst>
          </p:cNvPr>
          <p:cNvSpPr>
            <a:spLocks noChangeArrowheads="1"/>
          </p:cNvSpPr>
          <p:nvPr/>
        </p:nvSpPr>
        <p:spPr bwMode="auto">
          <a:xfrm>
            <a:off x="1" y="-123109"/>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14" name="Rectangle 4">
            <a:extLst>
              <a:ext uri="{FF2B5EF4-FFF2-40B4-BE49-F238E27FC236}">
                <a16:creationId xmlns:a16="http://schemas.microsoft.com/office/drawing/2014/main" id="{01FDF569-494E-3FE8-6571-0EAA6C245E39}"/>
              </a:ext>
            </a:extLst>
          </p:cNvPr>
          <p:cNvSpPr>
            <a:spLocks noChangeArrowheads="1"/>
          </p:cNvSpPr>
          <p:nvPr/>
        </p:nvSpPr>
        <p:spPr bwMode="auto">
          <a:xfrm>
            <a:off x="1" y="29291"/>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60" eaLnBrk="0" fontAlgn="base" hangingPunct="0">
              <a:spcBef>
                <a:spcPct val="0"/>
              </a:spcBef>
              <a:spcAft>
                <a:spcPct val="0"/>
              </a:spcAft>
              <a:buClr>
                <a:srgbClr val="000000"/>
              </a:buClr>
            </a:pPr>
            <a:endParaRPr lang="en-US" altLang="en-US" sz="1200" kern="0" dirty="0">
              <a:solidFill>
                <a:srgbClr val="000000"/>
              </a:solidFill>
              <a:latin typeface="Arial" panose="020B0604020202020204" pitchFamily="34" charset="0"/>
              <a:cs typeface="Arial"/>
              <a:sym typeface="Arial"/>
            </a:endParaRPr>
          </a:p>
        </p:txBody>
      </p:sp>
      <p:sp>
        <p:nvSpPr>
          <p:cNvPr id="19" name="Rectangle 6">
            <a:extLst>
              <a:ext uri="{FF2B5EF4-FFF2-40B4-BE49-F238E27FC236}">
                <a16:creationId xmlns:a16="http://schemas.microsoft.com/office/drawing/2014/main" id="{BFCAC25C-7E85-CBDD-230D-7C816BD2F261}"/>
              </a:ext>
            </a:extLst>
          </p:cNvPr>
          <p:cNvSpPr>
            <a:spLocks noChangeArrowheads="1"/>
          </p:cNvSpPr>
          <p:nvPr/>
        </p:nvSpPr>
        <p:spPr bwMode="auto">
          <a:xfrm>
            <a:off x="1" y="-123109"/>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60" eaLnBrk="0" fontAlgn="base" hangingPunct="0">
              <a:spcBef>
                <a:spcPct val="0"/>
              </a:spcBef>
              <a:spcAft>
                <a:spcPct val="0"/>
              </a:spcAft>
              <a:buClr>
                <a:srgbClr val="000000"/>
              </a:buClr>
            </a:pPr>
            <a:endParaRPr lang="en-US" altLang="en-US" sz="1200" kern="0" dirty="0">
              <a:solidFill>
                <a:srgbClr val="000000"/>
              </a:solidFill>
              <a:latin typeface="Arial" panose="020B0604020202020204" pitchFamily="34" charset="0"/>
              <a:cs typeface="Arial"/>
              <a:sym typeface="Arial"/>
            </a:endParaRPr>
          </a:p>
        </p:txBody>
      </p:sp>
      <p:sp>
        <p:nvSpPr>
          <p:cNvPr id="10" name="Rectangle 1">
            <a:extLst>
              <a:ext uri="{FF2B5EF4-FFF2-40B4-BE49-F238E27FC236}">
                <a16:creationId xmlns:a16="http://schemas.microsoft.com/office/drawing/2014/main" id="{2CB28F29-182C-E61A-4D92-1DCBAC4A9C2C}"/>
              </a:ext>
            </a:extLst>
          </p:cNvPr>
          <p:cNvSpPr>
            <a:spLocks noChangeArrowheads="1"/>
          </p:cNvSpPr>
          <p:nvPr/>
        </p:nvSpPr>
        <p:spPr bwMode="auto">
          <a:xfrm>
            <a:off x="1" y="29291"/>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15" name="Rectangle 2">
            <a:extLst>
              <a:ext uri="{FF2B5EF4-FFF2-40B4-BE49-F238E27FC236}">
                <a16:creationId xmlns:a16="http://schemas.microsoft.com/office/drawing/2014/main" id="{DAC99B62-F454-6CB2-D462-FD4D9C18A1C6}"/>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11" name="Rectangle 1">
            <a:extLst>
              <a:ext uri="{FF2B5EF4-FFF2-40B4-BE49-F238E27FC236}">
                <a16:creationId xmlns:a16="http://schemas.microsoft.com/office/drawing/2014/main" id="{21EE545A-93FB-9E93-665E-EBA5231AB9E0}"/>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60" eaLnBrk="0" fontAlgn="base" hangingPunct="0">
              <a:spcBef>
                <a:spcPct val="0"/>
              </a:spcBef>
              <a:spcAft>
                <a:spcPct val="0"/>
              </a:spcAft>
              <a:buClr>
                <a:srgbClr val="000000"/>
              </a:buClr>
            </a:pPr>
            <a:endParaRPr lang="en-US" altLang="en-US" sz="1200" kern="0" dirty="0">
              <a:solidFill>
                <a:srgbClr val="000000"/>
              </a:solidFill>
              <a:latin typeface="Arial" panose="020B0604020202020204" pitchFamily="34" charset="0"/>
              <a:cs typeface="Arial"/>
              <a:sym typeface="Arial"/>
            </a:endParaRPr>
          </a:p>
        </p:txBody>
      </p:sp>
      <p:sp>
        <p:nvSpPr>
          <p:cNvPr id="8" name="Rectangle 1">
            <a:extLst>
              <a:ext uri="{FF2B5EF4-FFF2-40B4-BE49-F238E27FC236}">
                <a16:creationId xmlns:a16="http://schemas.microsoft.com/office/drawing/2014/main" id="{A6516861-B669-A5D5-C298-5D5F9758236D}"/>
              </a:ext>
            </a:extLst>
          </p:cNvPr>
          <p:cNvSpPr>
            <a:spLocks noChangeArrowheads="1"/>
          </p:cNvSpPr>
          <p:nvPr/>
        </p:nvSpPr>
        <p:spPr bwMode="auto">
          <a:xfrm>
            <a:off x="1" y="-123109"/>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20" name="Rectangle 1">
            <a:extLst>
              <a:ext uri="{FF2B5EF4-FFF2-40B4-BE49-F238E27FC236}">
                <a16:creationId xmlns:a16="http://schemas.microsoft.com/office/drawing/2014/main" id="{CB30B894-3872-B967-C4EF-CD4750FF0990}"/>
              </a:ext>
            </a:extLst>
          </p:cNvPr>
          <p:cNvSpPr>
            <a:spLocks noChangeArrowheads="1"/>
          </p:cNvSpPr>
          <p:nvPr/>
        </p:nvSpPr>
        <p:spPr bwMode="auto">
          <a:xfrm>
            <a:off x="1" y="29291"/>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17" name="Rectangle 1">
            <a:extLst>
              <a:ext uri="{FF2B5EF4-FFF2-40B4-BE49-F238E27FC236}">
                <a16:creationId xmlns:a16="http://schemas.microsoft.com/office/drawing/2014/main" id="{9D554740-A8A2-2987-2DB5-FD6086208BC2}"/>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60" eaLnBrk="0" fontAlgn="base" hangingPunct="0">
              <a:spcBef>
                <a:spcPct val="0"/>
              </a:spcBef>
              <a:spcAft>
                <a:spcPct val="0"/>
              </a:spcAft>
              <a:buClr>
                <a:srgbClr val="000000"/>
              </a:buClr>
            </a:pPr>
            <a:endParaRPr lang="en-US" altLang="en-US" sz="1200" kern="0" dirty="0">
              <a:solidFill>
                <a:srgbClr val="000000"/>
              </a:solidFill>
              <a:latin typeface="Arial" panose="020B0604020202020204" pitchFamily="34" charset="0"/>
              <a:cs typeface="Arial"/>
              <a:sym typeface="Arial"/>
            </a:endParaRPr>
          </a:p>
        </p:txBody>
      </p:sp>
      <p:sp>
        <p:nvSpPr>
          <p:cNvPr id="22" name="Rectangle 1">
            <a:extLst>
              <a:ext uri="{FF2B5EF4-FFF2-40B4-BE49-F238E27FC236}">
                <a16:creationId xmlns:a16="http://schemas.microsoft.com/office/drawing/2014/main" id="{9437D9A0-8A9A-9A6A-3E6A-76AF09F14770}"/>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60" eaLnBrk="0" fontAlgn="base" hangingPunct="0">
              <a:spcBef>
                <a:spcPct val="0"/>
              </a:spcBef>
              <a:spcAft>
                <a:spcPct val="0"/>
              </a:spcAft>
              <a:buClr>
                <a:srgbClr val="000000"/>
              </a:buClr>
            </a:pPr>
            <a:endParaRPr lang="en-US" altLang="en-US" sz="1200" kern="0" dirty="0">
              <a:solidFill>
                <a:srgbClr val="000000"/>
              </a:solidFill>
              <a:latin typeface="Arial" panose="020B0604020202020204" pitchFamily="34" charset="0"/>
              <a:cs typeface="Arial"/>
              <a:sym typeface="Arial"/>
            </a:endParaRPr>
          </a:p>
        </p:txBody>
      </p:sp>
      <p:sp>
        <p:nvSpPr>
          <p:cNvPr id="18" name="Rectangle 1">
            <a:extLst>
              <a:ext uri="{FF2B5EF4-FFF2-40B4-BE49-F238E27FC236}">
                <a16:creationId xmlns:a16="http://schemas.microsoft.com/office/drawing/2014/main" id="{2329903A-FFFC-60AD-63A8-A3C0A2B78405}"/>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60" eaLnBrk="0" fontAlgn="base" hangingPunct="0">
              <a:spcBef>
                <a:spcPct val="0"/>
              </a:spcBef>
              <a:spcAft>
                <a:spcPct val="0"/>
              </a:spcAft>
              <a:buClr>
                <a:srgbClr val="000000"/>
              </a:buClr>
            </a:pPr>
            <a:endParaRPr lang="en-US" altLang="en-US" sz="1200" kern="0" dirty="0">
              <a:solidFill>
                <a:srgbClr val="000000"/>
              </a:solidFill>
              <a:latin typeface="Arial" panose="020B0604020202020204" pitchFamily="34" charset="0"/>
              <a:cs typeface="Arial"/>
              <a:sym typeface="Arial"/>
            </a:endParaRPr>
          </a:p>
        </p:txBody>
      </p:sp>
      <p:sp>
        <p:nvSpPr>
          <p:cNvPr id="25" name="Rectangle 1">
            <a:extLst>
              <a:ext uri="{FF2B5EF4-FFF2-40B4-BE49-F238E27FC236}">
                <a16:creationId xmlns:a16="http://schemas.microsoft.com/office/drawing/2014/main" id="{B6826EED-D9BD-83AD-03FE-AAEEABE13E38}"/>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60" eaLnBrk="0" fontAlgn="base" hangingPunct="0">
              <a:spcBef>
                <a:spcPct val="0"/>
              </a:spcBef>
              <a:spcAft>
                <a:spcPct val="0"/>
              </a:spcAft>
              <a:buClr>
                <a:srgbClr val="000000"/>
              </a:buClr>
            </a:pPr>
            <a:endParaRPr lang="en-US" altLang="en-US" sz="1200" kern="0" dirty="0">
              <a:solidFill>
                <a:srgbClr val="000000"/>
              </a:solidFill>
              <a:latin typeface="Arial" panose="020B0604020202020204" pitchFamily="34" charset="0"/>
              <a:cs typeface="Arial"/>
              <a:sym typeface="Arial"/>
            </a:endParaRPr>
          </a:p>
        </p:txBody>
      </p:sp>
      <p:sp>
        <p:nvSpPr>
          <p:cNvPr id="6" name="Rectangle 1">
            <a:extLst>
              <a:ext uri="{FF2B5EF4-FFF2-40B4-BE49-F238E27FC236}">
                <a16:creationId xmlns:a16="http://schemas.microsoft.com/office/drawing/2014/main" id="{884E340C-F46E-8CA7-6AB0-59B9F9BC4BD6}"/>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28" name="Rectangle 1">
            <a:extLst>
              <a:ext uri="{FF2B5EF4-FFF2-40B4-BE49-F238E27FC236}">
                <a16:creationId xmlns:a16="http://schemas.microsoft.com/office/drawing/2014/main" id="{21A8E248-950E-A169-94D9-078DFB165C22}"/>
              </a:ext>
            </a:extLst>
          </p:cNvPr>
          <p:cNvSpPr>
            <a:spLocks noChangeArrowheads="1"/>
          </p:cNvSpPr>
          <p:nvPr/>
        </p:nvSpPr>
        <p:spPr bwMode="auto">
          <a:xfrm>
            <a:off x="1" y="29291"/>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21" name="Rectangle 1">
            <a:extLst>
              <a:ext uri="{FF2B5EF4-FFF2-40B4-BE49-F238E27FC236}">
                <a16:creationId xmlns:a16="http://schemas.microsoft.com/office/drawing/2014/main" id="{10257BC1-A599-8A73-1593-F99DBAC9903E}"/>
              </a:ext>
            </a:extLst>
          </p:cNvPr>
          <p:cNvSpPr>
            <a:spLocks noChangeArrowheads="1"/>
          </p:cNvSpPr>
          <p:nvPr/>
        </p:nvSpPr>
        <p:spPr bwMode="auto">
          <a:xfrm>
            <a:off x="1" y="29291"/>
            <a:ext cx="123175" cy="246221"/>
          </a:xfrm>
          <a:prstGeom prst="rect">
            <a:avLst/>
          </a:prstGeom>
          <a:solidFill>
            <a:srgbClr val="1E1F2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60" eaLnBrk="0" fontAlgn="base" hangingPunct="0">
              <a:spcBef>
                <a:spcPct val="0"/>
              </a:spcBef>
              <a:spcAft>
                <a:spcPct val="0"/>
              </a:spcAft>
              <a:buClr>
                <a:srgbClr val="000000"/>
              </a:buClr>
            </a:pPr>
            <a:endParaRPr lang="en-US" altLang="en-US" sz="1200" kern="0" dirty="0">
              <a:solidFill>
                <a:srgbClr val="000000"/>
              </a:solidFill>
              <a:latin typeface="Arial" panose="020B0604020202020204" pitchFamily="34" charset="0"/>
              <a:cs typeface="Arial"/>
              <a:sym typeface="Arial"/>
            </a:endParaRPr>
          </a:p>
        </p:txBody>
      </p:sp>
      <p:sp>
        <p:nvSpPr>
          <p:cNvPr id="24" name="Rectangle 1">
            <a:extLst>
              <a:ext uri="{FF2B5EF4-FFF2-40B4-BE49-F238E27FC236}">
                <a16:creationId xmlns:a16="http://schemas.microsoft.com/office/drawing/2014/main" id="{E335DBF4-45A0-1CD5-8E48-E533B183DEFA}"/>
              </a:ext>
            </a:extLst>
          </p:cNvPr>
          <p:cNvSpPr>
            <a:spLocks noChangeArrowheads="1"/>
          </p:cNvSpPr>
          <p:nvPr/>
        </p:nvSpPr>
        <p:spPr bwMode="auto">
          <a:xfrm>
            <a:off x="1" y="-123109"/>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30" name="Rectangle 2">
            <a:extLst>
              <a:ext uri="{FF2B5EF4-FFF2-40B4-BE49-F238E27FC236}">
                <a16:creationId xmlns:a16="http://schemas.microsoft.com/office/drawing/2014/main" id="{670402CA-3490-9A3E-63B2-0E2A813A6113}"/>
              </a:ext>
            </a:extLst>
          </p:cNvPr>
          <p:cNvSpPr>
            <a:spLocks noChangeArrowheads="1"/>
          </p:cNvSpPr>
          <p:nvPr/>
        </p:nvSpPr>
        <p:spPr bwMode="auto">
          <a:xfrm>
            <a:off x="1" y="-123109"/>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23" name="Rectangle 1">
            <a:extLst>
              <a:ext uri="{FF2B5EF4-FFF2-40B4-BE49-F238E27FC236}">
                <a16:creationId xmlns:a16="http://schemas.microsoft.com/office/drawing/2014/main" id="{1A1D2CD6-1EFC-409D-9D69-AE5D22C6C583}"/>
              </a:ext>
            </a:extLst>
          </p:cNvPr>
          <p:cNvSpPr>
            <a:spLocks noChangeArrowheads="1"/>
          </p:cNvSpPr>
          <p:nvPr/>
        </p:nvSpPr>
        <p:spPr bwMode="auto">
          <a:xfrm>
            <a:off x="1" y="-123109"/>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26" name="Rectangle 1">
            <a:extLst>
              <a:ext uri="{FF2B5EF4-FFF2-40B4-BE49-F238E27FC236}">
                <a16:creationId xmlns:a16="http://schemas.microsoft.com/office/drawing/2014/main" id="{04798FA9-B4F4-C6E8-6D17-989607A87D3D}"/>
              </a:ext>
            </a:extLst>
          </p:cNvPr>
          <p:cNvSpPr>
            <a:spLocks noChangeArrowheads="1"/>
          </p:cNvSpPr>
          <p:nvPr/>
        </p:nvSpPr>
        <p:spPr bwMode="auto">
          <a:xfrm>
            <a:off x="1" y="-123109"/>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29" name="Rectangle 1">
            <a:extLst>
              <a:ext uri="{FF2B5EF4-FFF2-40B4-BE49-F238E27FC236}">
                <a16:creationId xmlns:a16="http://schemas.microsoft.com/office/drawing/2014/main" id="{92C4FD49-1FAC-4D58-333E-877E6CADB4FD}"/>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39" name="Rectangle 3">
            <a:extLst>
              <a:ext uri="{FF2B5EF4-FFF2-40B4-BE49-F238E27FC236}">
                <a16:creationId xmlns:a16="http://schemas.microsoft.com/office/drawing/2014/main" id="{D14A8EE9-91A3-FCF7-5360-E29B6B57B2BE}"/>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37" name="Rectangle 1">
            <a:extLst>
              <a:ext uri="{FF2B5EF4-FFF2-40B4-BE49-F238E27FC236}">
                <a16:creationId xmlns:a16="http://schemas.microsoft.com/office/drawing/2014/main" id="{F7E00B79-5EEB-A566-5363-7F9F834EF647}"/>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31" name="Rectangle 1">
            <a:extLst>
              <a:ext uri="{FF2B5EF4-FFF2-40B4-BE49-F238E27FC236}">
                <a16:creationId xmlns:a16="http://schemas.microsoft.com/office/drawing/2014/main" id="{9BF12217-0DDA-BA4C-5189-84D3F4064C71}"/>
              </a:ext>
            </a:extLst>
          </p:cNvPr>
          <p:cNvSpPr>
            <a:spLocks noChangeArrowheads="1"/>
          </p:cNvSpPr>
          <p:nvPr/>
        </p:nvSpPr>
        <p:spPr bwMode="auto">
          <a:xfrm>
            <a:off x="1" y="29291"/>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60" eaLnBrk="0" fontAlgn="base" hangingPunct="0">
              <a:spcBef>
                <a:spcPct val="0"/>
              </a:spcBef>
              <a:spcAft>
                <a:spcPct val="0"/>
              </a:spcAft>
              <a:buClr>
                <a:srgbClr val="000000"/>
              </a:buClr>
            </a:pPr>
            <a:endParaRPr lang="en-US" altLang="en-US" sz="1200" kern="0" dirty="0">
              <a:solidFill>
                <a:srgbClr val="000000"/>
              </a:solidFill>
              <a:latin typeface="Arial" panose="020B0604020202020204" pitchFamily="34" charset="0"/>
              <a:cs typeface="Arial"/>
              <a:sym typeface="Arial"/>
            </a:endParaRPr>
          </a:p>
        </p:txBody>
      </p:sp>
      <p:sp>
        <p:nvSpPr>
          <p:cNvPr id="32" name="Rectangle 1">
            <a:extLst>
              <a:ext uri="{FF2B5EF4-FFF2-40B4-BE49-F238E27FC236}">
                <a16:creationId xmlns:a16="http://schemas.microsoft.com/office/drawing/2014/main" id="{DA28F64E-B6E8-280A-0627-E4511C1B28E5}"/>
              </a:ext>
            </a:extLst>
          </p:cNvPr>
          <p:cNvSpPr>
            <a:spLocks noChangeArrowheads="1"/>
          </p:cNvSpPr>
          <p:nvPr/>
        </p:nvSpPr>
        <p:spPr bwMode="auto">
          <a:xfrm>
            <a:off x="1" y="-123109"/>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33" name="Rectangle 1">
            <a:extLst>
              <a:ext uri="{FF2B5EF4-FFF2-40B4-BE49-F238E27FC236}">
                <a16:creationId xmlns:a16="http://schemas.microsoft.com/office/drawing/2014/main" id="{CE8632EF-7597-D47E-3BA8-A492E3B8999B}"/>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35" name="Rectangle 2">
            <a:extLst>
              <a:ext uri="{FF2B5EF4-FFF2-40B4-BE49-F238E27FC236}">
                <a16:creationId xmlns:a16="http://schemas.microsoft.com/office/drawing/2014/main" id="{0F2A8780-6A8D-1405-CA24-581A92B7AABD}"/>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38" name="Rectangle 3">
            <a:extLst>
              <a:ext uri="{FF2B5EF4-FFF2-40B4-BE49-F238E27FC236}">
                <a16:creationId xmlns:a16="http://schemas.microsoft.com/office/drawing/2014/main" id="{81BC1BA8-5940-3D1C-41EB-A5985E575CFD}"/>
              </a:ext>
            </a:extLst>
          </p:cNvPr>
          <p:cNvSpPr>
            <a:spLocks noChangeArrowheads="1"/>
          </p:cNvSpPr>
          <p:nvPr/>
        </p:nvSpPr>
        <p:spPr bwMode="auto">
          <a:xfrm>
            <a:off x="1" y="-123109"/>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27" name="Google Shape;649;p14">
            <a:extLst>
              <a:ext uri="{FF2B5EF4-FFF2-40B4-BE49-F238E27FC236}">
                <a16:creationId xmlns:a16="http://schemas.microsoft.com/office/drawing/2014/main" id="{88F55C61-5AA5-4877-9A1D-DB48FF25DC84}"/>
              </a:ext>
            </a:extLst>
          </p:cNvPr>
          <p:cNvSpPr txBox="1"/>
          <p:nvPr/>
        </p:nvSpPr>
        <p:spPr>
          <a:xfrm>
            <a:off x="817537" y="2303025"/>
            <a:ext cx="10885700" cy="402226"/>
          </a:xfrm>
          <a:prstGeom prst="rect">
            <a:avLst/>
          </a:prstGeom>
          <a:noFill/>
          <a:ln>
            <a:noFill/>
          </a:ln>
        </p:spPr>
        <p:txBody>
          <a:bodyPr spcFirstLastPara="1" wrap="square" lIns="0" tIns="0" rIns="0" bIns="0" anchor="t" anchorCtr="0">
            <a:spAutoFit/>
          </a:bodyPr>
          <a:lstStyle/>
          <a:p>
            <a:pPr defTabSz="609630">
              <a:lnSpc>
                <a:spcPct val="139958"/>
              </a:lnSpc>
              <a:buClr>
                <a:srgbClr val="FFFFFF"/>
              </a:buClr>
            </a:pPr>
            <a:r>
              <a:rPr lang="en-US" sz="1867" i="1" kern="0" dirty="0">
                <a:solidFill>
                  <a:srgbClr val="8C52FF"/>
                </a:solidFill>
                <a:latin typeface="Roboto Mono"/>
                <a:ea typeface="Roboto Mono"/>
                <a:cs typeface="Arial"/>
                <a:sym typeface="Roboto Mono"/>
              </a:rPr>
              <a:t>all() — Are all elements True?</a:t>
            </a:r>
          </a:p>
        </p:txBody>
      </p:sp>
      <p:pic>
        <p:nvPicPr>
          <p:cNvPr id="36" name="Picture 35">
            <a:extLst>
              <a:ext uri="{FF2B5EF4-FFF2-40B4-BE49-F238E27FC236}">
                <a16:creationId xmlns:a16="http://schemas.microsoft.com/office/drawing/2014/main" id="{106BD373-B427-A2BA-5CA5-42E43F436692}"/>
              </a:ext>
            </a:extLst>
          </p:cNvPr>
          <p:cNvPicPr>
            <a:picLocks noChangeAspect="1"/>
          </p:cNvPicPr>
          <p:nvPr/>
        </p:nvPicPr>
        <p:blipFill>
          <a:blip r:embed="rId3"/>
          <a:stretch>
            <a:fillRect/>
          </a:stretch>
        </p:blipFill>
        <p:spPr>
          <a:xfrm>
            <a:off x="2769716" y="3242540"/>
            <a:ext cx="6652569" cy="1264747"/>
          </a:xfrm>
          <a:prstGeom prst="rect">
            <a:avLst/>
          </a:prstGeom>
        </p:spPr>
      </p:pic>
    </p:spTree>
    <p:extLst>
      <p:ext uri="{BB962C8B-B14F-4D97-AF65-F5344CB8AC3E}">
        <p14:creationId xmlns:p14="http://schemas.microsoft.com/office/powerpoint/2010/main" val="3101959287"/>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Shape 624">
          <a:extLst>
            <a:ext uri="{FF2B5EF4-FFF2-40B4-BE49-F238E27FC236}">
              <a16:creationId xmlns:a16="http://schemas.microsoft.com/office/drawing/2014/main" id="{EBA70652-E172-A25F-EC7C-485D0F65D526}"/>
            </a:ext>
          </a:extLst>
        </p:cNvPr>
        <p:cNvGrpSpPr/>
        <p:nvPr/>
      </p:nvGrpSpPr>
      <p:grpSpPr>
        <a:xfrm>
          <a:off x="0" y="0"/>
          <a:ext cx="0" cy="0"/>
          <a:chOff x="0" y="0"/>
          <a:chExt cx="0" cy="0"/>
        </a:xfrm>
      </p:grpSpPr>
      <p:grpSp>
        <p:nvGrpSpPr>
          <p:cNvPr id="625" name="Google Shape;625;p14">
            <a:extLst>
              <a:ext uri="{FF2B5EF4-FFF2-40B4-BE49-F238E27FC236}">
                <a16:creationId xmlns:a16="http://schemas.microsoft.com/office/drawing/2014/main" id="{5160CF17-88E4-B1F9-773D-2D4B2026F256}"/>
              </a:ext>
            </a:extLst>
          </p:cNvPr>
          <p:cNvGrpSpPr/>
          <p:nvPr/>
        </p:nvGrpSpPr>
        <p:grpSpPr>
          <a:xfrm>
            <a:off x="305423" y="175962"/>
            <a:ext cx="11543917" cy="6302879"/>
            <a:chOff x="0" y="-241102"/>
            <a:chExt cx="23087835" cy="12605759"/>
          </a:xfrm>
        </p:grpSpPr>
        <p:grpSp>
          <p:nvGrpSpPr>
            <p:cNvPr id="626" name="Google Shape;626;p14">
              <a:extLst>
                <a:ext uri="{FF2B5EF4-FFF2-40B4-BE49-F238E27FC236}">
                  <a16:creationId xmlns:a16="http://schemas.microsoft.com/office/drawing/2014/main" id="{895815AE-A05E-C014-A85D-5AE406C1EC61}"/>
                </a:ext>
              </a:extLst>
            </p:cNvPr>
            <p:cNvGrpSpPr/>
            <p:nvPr/>
          </p:nvGrpSpPr>
          <p:grpSpPr>
            <a:xfrm>
              <a:off x="0" y="-241102"/>
              <a:ext cx="23069216" cy="12605759"/>
              <a:chOff x="0" y="-47625"/>
              <a:chExt cx="4556882" cy="2490026"/>
            </a:xfrm>
          </p:grpSpPr>
          <p:sp>
            <p:nvSpPr>
              <p:cNvPr id="627" name="Google Shape;627;p14">
                <a:extLst>
                  <a:ext uri="{FF2B5EF4-FFF2-40B4-BE49-F238E27FC236}">
                    <a16:creationId xmlns:a16="http://schemas.microsoft.com/office/drawing/2014/main" id="{E6A67B04-997E-7D9A-E21F-38B0CFD5ADE5}"/>
                  </a:ext>
                </a:extLst>
              </p:cNvPr>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1200" kern="0">
                  <a:solidFill>
                    <a:srgbClr val="000000"/>
                  </a:solidFill>
                  <a:latin typeface="Arial"/>
                  <a:cs typeface="Arial"/>
                  <a:sym typeface="Arial"/>
                </a:endParaRPr>
              </a:p>
            </p:txBody>
          </p:sp>
          <p:sp>
            <p:nvSpPr>
              <p:cNvPr id="628" name="Google Shape;628;p14">
                <a:extLst>
                  <a:ext uri="{FF2B5EF4-FFF2-40B4-BE49-F238E27FC236}">
                    <a16:creationId xmlns:a16="http://schemas.microsoft.com/office/drawing/2014/main" id="{E4820541-1016-31C3-DF15-42F2000F22FE}"/>
                  </a:ext>
                </a:extLst>
              </p:cNvPr>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a:extLst>
                <a:ext uri="{FF2B5EF4-FFF2-40B4-BE49-F238E27FC236}">
                  <a16:creationId xmlns:a16="http://schemas.microsoft.com/office/drawing/2014/main" id="{C471393F-EFA4-E352-77C8-FF71AF2DD98C}"/>
                </a:ext>
              </a:extLst>
            </p:cNvPr>
            <p:cNvGrpSpPr/>
            <p:nvPr/>
          </p:nvGrpSpPr>
          <p:grpSpPr>
            <a:xfrm>
              <a:off x="18619" y="-241102"/>
              <a:ext cx="23069216" cy="12605759"/>
              <a:chOff x="0" y="-47625"/>
              <a:chExt cx="4556882" cy="2490026"/>
            </a:xfrm>
          </p:grpSpPr>
          <p:sp>
            <p:nvSpPr>
              <p:cNvPr id="630" name="Google Shape;630;p14">
                <a:extLst>
                  <a:ext uri="{FF2B5EF4-FFF2-40B4-BE49-F238E27FC236}">
                    <a16:creationId xmlns:a16="http://schemas.microsoft.com/office/drawing/2014/main" id="{A9FC9CF7-78E3-287E-253B-E1960EB83C4B}"/>
                  </a:ext>
                </a:extLst>
              </p:cNvPr>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1200" kern="0">
                  <a:solidFill>
                    <a:srgbClr val="000000"/>
                  </a:solidFill>
                  <a:latin typeface="Arial"/>
                  <a:cs typeface="Arial"/>
                  <a:sym typeface="Arial"/>
                </a:endParaRPr>
              </a:p>
            </p:txBody>
          </p:sp>
          <p:sp>
            <p:nvSpPr>
              <p:cNvPr id="631" name="Google Shape;631;p14">
                <a:extLst>
                  <a:ext uri="{FF2B5EF4-FFF2-40B4-BE49-F238E27FC236}">
                    <a16:creationId xmlns:a16="http://schemas.microsoft.com/office/drawing/2014/main" id="{C7B7644A-EFAD-0D8B-44E6-76911CB7716F}"/>
                  </a:ext>
                </a:extLst>
              </p:cNvPr>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a:extLst>
                <a:ext uri="{FF2B5EF4-FFF2-40B4-BE49-F238E27FC236}">
                  <a16:creationId xmlns:a16="http://schemas.microsoft.com/office/drawing/2014/main" id="{A90F6CA6-254A-1993-C450-5703BA338017}"/>
                </a:ext>
              </a:extLst>
            </p:cNvPr>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a:extLst>
                <a:ext uri="{FF2B5EF4-FFF2-40B4-BE49-F238E27FC236}">
                  <a16:creationId xmlns:a16="http://schemas.microsoft.com/office/drawing/2014/main" id="{04103395-D0C6-65AF-5E09-208827E5CF40}"/>
                </a:ext>
              </a:extLst>
            </p:cNvPr>
            <p:cNvGrpSpPr/>
            <p:nvPr/>
          </p:nvGrpSpPr>
          <p:grpSpPr>
            <a:xfrm>
              <a:off x="318466" y="201915"/>
              <a:ext cx="394763" cy="394763"/>
              <a:chOff x="0" y="0"/>
              <a:chExt cx="812800" cy="812800"/>
            </a:xfrm>
          </p:grpSpPr>
          <p:sp>
            <p:nvSpPr>
              <p:cNvPr id="634" name="Google Shape;634;p14">
                <a:extLst>
                  <a:ext uri="{FF2B5EF4-FFF2-40B4-BE49-F238E27FC236}">
                    <a16:creationId xmlns:a16="http://schemas.microsoft.com/office/drawing/2014/main" id="{406007CD-467D-4B07-4605-E7C2B679FE9A}"/>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1200" kern="0">
                  <a:solidFill>
                    <a:srgbClr val="000000"/>
                  </a:solidFill>
                  <a:latin typeface="Arial"/>
                  <a:cs typeface="Arial"/>
                  <a:sym typeface="Arial"/>
                </a:endParaRPr>
              </a:p>
            </p:txBody>
          </p:sp>
          <p:sp>
            <p:nvSpPr>
              <p:cNvPr id="635" name="Google Shape;635;p14">
                <a:extLst>
                  <a:ext uri="{FF2B5EF4-FFF2-40B4-BE49-F238E27FC236}">
                    <a16:creationId xmlns:a16="http://schemas.microsoft.com/office/drawing/2014/main" id="{E7F639A6-4FB9-9CF2-6B39-FFD6780DF5F7}"/>
                  </a:ext>
                </a:extLst>
              </p:cNvPr>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a:extLst>
                <a:ext uri="{FF2B5EF4-FFF2-40B4-BE49-F238E27FC236}">
                  <a16:creationId xmlns:a16="http://schemas.microsoft.com/office/drawing/2014/main" id="{FFA33443-E660-C62F-9720-4E1AB61AE339}"/>
                </a:ext>
              </a:extLst>
            </p:cNvPr>
            <p:cNvGrpSpPr/>
            <p:nvPr/>
          </p:nvGrpSpPr>
          <p:grpSpPr>
            <a:xfrm>
              <a:off x="989083" y="201915"/>
              <a:ext cx="394763" cy="394763"/>
              <a:chOff x="0" y="0"/>
              <a:chExt cx="812800" cy="812800"/>
            </a:xfrm>
          </p:grpSpPr>
          <p:sp>
            <p:nvSpPr>
              <p:cNvPr id="637" name="Google Shape;637;p14">
                <a:extLst>
                  <a:ext uri="{FF2B5EF4-FFF2-40B4-BE49-F238E27FC236}">
                    <a16:creationId xmlns:a16="http://schemas.microsoft.com/office/drawing/2014/main" id="{5F9E1217-0B95-9336-A414-24E149A08AED}"/>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1200" kern="0">
                  <a:solidFill>
                    <a:srgbClr val="000000"/>
                  </a:solidFill>
                  <a:latin typeface="Arial"/>
                  <a:cs typeface="Arial"/>
                  <a:sym typeface="Arial"/>
                </a:endParaRPr>
              </a:p>
            </p:txBody>
          </p:sp>
          <p:sp>
            <p:nvSpPr>
              <p:cNvPr id="638" name="Google Shape;638;p14">
                <a:extLst>
                  <a:ext uri="{FF2B5EF4-FFF2-40B4-BE49-F238E27FC236}">
                    <a16:creationId xmlns:a16="http://schemas.microsoft.com/office/drawing/2014/main" id="{885F96EC-DC86-ED3C-5340-DEBC019E6E24}"/>
                  </a:ext>
                </a:extLst>
              </p:cNvPr>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a:extLst>
                <a:ext uri="{FF2B5EF4-FFF2-40B4-BE49-F238E27FC236}">
                  <a16:creationId xmlns:a16="http://schemas.microsoft.com/office/drawing/2014/main" id="{4AC11805-5A3F-C14D-F29D-46F8F7AA36F0}"/>
                </a:ext>
              </a:extLst>
            </p:cNvPr>
            <p:cNvGrpSpPr/>
            <p:nvPr/>
          </p:nvGrpSpPr>
          <p:grpSpPr>
            <a:xfrm>
              <a:off x="1663247" y="201915"/>
              <a:ext cx="394763" cy="394763"/>
              <a:chOff x="0" y="0"/>
              <a:chExt cx="812800" cy="812800"/>
            </a:xfrm>
          </p:grpSpPr>
          <p:sp>
            <p:nvSpPr>
              <p:cNvPr id="640" name="Google Shape;640;p14">
                <a:extLst>
                  <a:ext uri="{FF2B5EF4-FFF2-40B4-BE49-F238E27FC236}">
                    <a16:creationId xmlns:a16="http://schemas.microsoft.com/office/drawing/2014/main" id="{E9962592-B6B5-945C-F82F-B4FE625BE89C}"/>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1200" kern="0">
                  <a:solidFill>
                    <a:srgbClr val="000000"/>
                  </a:solidFill>
                  <a:latin typeface="Arial"/>
                  <a:cs typeface="Arial"/>
                  <a:sym typeface="Arial"/>
                </a:endParaRPr>
              </a:p>
            </p:txBody>
          </p:sp>
          <p:sp>
            <p:nvSpPr>
              <p:cNvPr id="641" name="Google Shape;641;p14">
                <a:extLst>
                  <a:ext uri="{FF2B5EF4-FFF2-40B4-BE49-F238E27FC236}">
                    <a16:creationId xmlns:a16="http://schemas.microsoft.com/office/drawing/2014/main" id="{C2DB1C0F-02C1-31C5-9FDA-F31AF9951B30}"/>
                  </a:ext>
                </a:extLst>
              </p:cNvPr>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a:extLst>
              <a:ext uri="{FF2B5EF4-FFF2-40B4-BE49-F238E27FC236}">
                <a16:creationId xmlns:a16="http://schemas.microsoft.com/office/drawing/2014/main" id="{CFE74D87-B007-480E-5512-41E7BB617BC3}"/>
              </a:ext>
            </a:extLst>
          </p:cNvPr>
          <p:cNvGrpSpPr/>
          <p:nvPr/>
        </p:nvGrpSpPr>
        <p:grpSpPr>
          <a:xfrm>
            <a:off x="685800" y="879049"/>
            <a:ext cx="10562908" cy="1109071"/>
            <a:chOff x="0" y="-47625"/>
            <a:chExt cx="4517902" cy="474365"/>
          </a:xfrm>
          <a:solidFill>
            <a:schemeClr val="accent1"/>
          </a:solidFill>
        </p:grpSpPr>
        <p:sp>
          <p:nvSpPr>
            <p:cNvPr id="643" name="Google Shape;643;p14">
              <a:extLst>
                <a:ext uri="{FF2B5EF4-FFF2-40B4-BE49-F238E27FC236}">
                  <a16:creationId xmlns:a16="http://schemas.microsoft.com/office/drawing/2014/main" id="{680B5827-C026-254D-8E71-225E288AD030}"/>
                </a:ext>
              </a:extLst>
            </p:cNvPr>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1200" kern="0">
                <a:solidFill>
                  <a:srgbClr val="000000"/>
                </a:solidFill>
                <a:latin typeface="Arial"/>
                <a:cs typeface="Arial"/>
                <a:sym typeface="Arial"/>
              </a:endParaRPr>
            </a:p>
          </p:txBody>
        </p:sp>
        <p:sp>
          <p:nvSpPr>
            <p:cNvPr id="644" name="Google Shape;644;p14">
              <a:extLst>
                <a:ext uri="{FF2B5EF4-FFF2-40B4-BE49-F238E27FC236}">
                  <a16:creationId xmlns:a16="http://schemas.microsoft.com/office/drawing/2014/main" id="{29F3B787-F3E7-AB73-B684-157CB6CBBAD2}"/>
                </a:ext>
              </a:extLst>
            </p:cNvPr>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a:extLst>
              <a:ext uri="{FF2B5EF4-FFF2-40B4-BE49-F238E27FC236}">
                <a16:creationId xmlns:a16="http://schemas.microsoft.com/office/drawing/2014/main" id="{58D6C3A2-0A08-90E7-4384-B21F700B3ECB}"/>
              </a:ext>
            </a:extLst>
          </p:cNvPr>
          <p:cNvGrpSpPr/>
          <p:nvPr/>
        </p:nvGrpSpPr>
        <p:grpSpPr>
          <a:xfrm>
            <a:off x="1008592" y="1041879"/>
            <a:ext cx="10562908" cy="1109071"/>
            <a:chOff x="0" y="-47625"/>
            <a:chExt cx="4517902" cy="474365"/>
          </a:xfrm>
        </p:grpSpPr>
        <p:sp>
          <p:nvSpPr>
            <p:cNvPr id="646" name="Google Shape;646;p14">
              <a:extLst>
                <a:ext uri="{FF2B5EF4-FFF2-40B4-BE49-F238E27FC236}">
                  <a16:creationId xmlns:a16="http://schemas.microsoft.com/office/drawing/2014/main" id="{162FC255-F235-4ECC-8F31-EF2B70515F75}"/>
                </a:ext>
              </a:extLst>
            </p:cNvPr>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1200" kern="0">
                <a:solidFill>
                  <a:srgbClr val="000000"/>
                </a:solidFill>
                <a:latin typeface="Arial"/>
                <a:cs typeface="Arial"/>
                <a:sym typeface="Arial"/>
              </a:endParaRPr>
            </a:p>
          </p:txBody>
        </p:sp>
        <p:sp>
          <p:nvSpPr>
            <p:cNvPr id="647" name="Google Shape;647;p14">
              <a:extLst>
                <a:ext uri="{FF2B5EF4-FFF2-40B4-BE49-F238E27FC236}">
                  <a16:creationId xmlns:a16="http://schemas.microsoft.com/office/drawing/2014/main" id="{3BE386C7-C7A8-5B39-CB6B-0E01A794A60F}"/>
                </a:ext>
              </a:extLst>
            </p:cNvPr>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a:extLst>
              <a:ext uri="{FF2B5EF4-FFF2-40B4-BE49-F238E27FC236}">
                <a16:creationId xmlns:a16="http://schemas.microsoft.com/office/drawing/2014/main" id="{7671C2E3-5BDB-39A5-86C8-49643CE69042}"/>
              </a:ext>
            </a:extLst>
          </p:cNvPr>
          <p:cNvSpPr txBox="1"/>
          <p:nvPr/>
        </p:nvSpPr>
        <p:spPr>
          <a:xfrm>
            <a:off x="1127043" y="1162461"/>
            <a:ext cx="10722297" cy="886397"/>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4800" kern="0" dirty="0">
                <a:solidFill>
                  <a:srgbClr val="FFFFFF"/>
                </a:solidFill>
                <a:latin typeface="Courier"/>
                <a:cs typeface="Arial"/>
                <a:sym typeface="Courier"/>
              </a:rPr>
              <a:t>Built-in Sequence Functions</a:t>
            </a:r>
            <a:endParaRPr sz="4800"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89868112-E215-90AB-1C95-D54375CDA73F}"/>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1200" kern="0">
              <a:solidFill>
                <a:srgbClr val="000000"/>
              </a:solidFill>
              <a:latin typeface="Arial"/>
              <a:cs typeface="Arial"/>
              <a:sym typeface="Arial"/>
            </a:endParaRPr>
          </a:p>
        </p:txBody>
      </p:sp>
      <p:sp>
        <p:nvSpPr>
          <p:cNvPr id="7" name="Rectangle 1">
            <a:extLst>
              <a:ext uri="{FF2B5EF4-FFF2-40B4-BE49-F238E27FC236}">
                <a16:creationId xmlns:a16="http://schemas.microsoft.com/office/drawing/2014/main" id="{B297FE4E-923E-DCC6-1E75-81BDD3267A20}"/>
              </a:ext>
            </a:extLst>
          </p:cNvPr>
          <p:cNvSpPr>
            <a:spLocks noChangeArrowheads="1"/>
          </p:cNvSpPr>
          <p:nvPr/>
        </p:nvSpPr>
        <p:spPr bwMode="auto">
          <a:xfrm>
            <a:off x="1" y="29291"/>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60" eaLnBrk="0" fontAlgn="base" hangingPunct="0">
              <a:spcBef>
                <a:spcPct val="0"/>
              </a:spcBef>
              <a:spcAft>
                <a:spcPct val="0"/>
              </a:spcAft>
              <a:buClr>
                <a:srgbClr val="000000"/>
              </a:buClr>
            </a:pPr>
            <a:endParaRPr lang="en-US" altLang="en-US" sz="1200" kern="0" dirty="0">
              <a:solidFill>
                <a:srgbClr val="000000"/>
              </a:solidFill>
              <a:latin typeface="Arial" panose="020B0604020202020204" pitchFamily="34" charset="0"/>
              <a:cs typeface="Arial"/>
              <a:sym typeface="Arial"/>
            </a:endParaRPr>
          </a:p>
        </p:txBody>
      </p:sp>
      <p:sp>
        <p:nvSpPr>
          <p:cNvPr id="3" name="Rectangle 1">
            <a:extLst>
              <a:ext uri="{FF2B5EF4-FFF2-40B4-BE49-F238E27FC236}">
                <a16:creationId xmlns:a16="http://schemas.microsoft.com/office/drawing/2014/main" id="{9B565B02-2ADD-7A87-5EFE-1F335CB79551}"/>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60" eaLnBrk="0" fontAlgn="base" hangingPunct="0">
              <a:spcBef>
                <a:spcPct val="0"/>
              </a:spcBef>
              <a:spcAft>
                <a:spcPct val="0"/>
              </a:spcAft>
              <a:buClr>
                <a:srgbClr val="000000"/>
              </a:buClr>
            </a:pPr>
            <a:endParaRPr lang="en-US" altLang="en-US" sz="1200" kern="0" dirty="0">
              <a:solidFill>
                <a:srgbClr val="000000"/>
              </a:solidFill>
              <a:latin typeface="Arial" panose="020B0604020202020204" pitchFamily="34" charset="0"/>
              <a:cs typeface="Arial"/>
              <a:sym typeface="Arial"/>
            </a:endParaRPr>
          </a:p>
        </p:txBody>
      </p:sp>
      <p:sp>
        <p:nvSpPr>
          <p:cNvPr id="4" name="Rectangle 1">
            <a:extLst>
              <a:ext uri="{FF2B5EF4-FFF2-40B4-BE49-F238E27FC236}">
                <a16:creationId xmlns:a16="http://schemas.microsoft.com/office/drawing/2014/main" id="{DDE424C1-6225-1256-2260-4A27E5C309C6}"/>
              </a:ext>
            </a:extLst>
          </p:cNvPr>
          <p:cNvSpPr>
            <a:spLocks noChangeArrowheads="1"/>
          </p:cNvSpPr>
          <p:nvPr/>
        </p:nvSpPr>
        <p:spPr bwMode="auto">
          <a:xfrm>
            <a:off x="1" y="29291"/>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16" name="Rectangle 5">
            <a:extLst>
              <a:ext uri="{FF2B5EF4-FFF2-40B4-BE49-F238E27FC236}">
                <a16:creationId xmlns:a16="http://schemas.microsoft.com/office/drawing/2014/main" id="{67C55062-B6F9-4974-A737-6BF883982D95}"/>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5" name="Rectangle 1">
            <a:extLst>
              <a:ext uri="{FF2B5EF4-FFF2-40B4-BE49-F238E27FC236}">
                <a16:creationId xmlns:a16="http://schemas.microsoft.com/office/drawing/2014/main" id="{EC2AB8D3-FC4A-C37C-1E29-D6B0453A9F3E}"/>
              </a:ext>
            </a:extLst>
          </p:cNvPr>
          <p:cNvSpPr>
            <a:spLocks noChangeArrowheads="1"/>
          </p:cNvSpPr>
          <p:nvPr/>
        </p:nvSpPr>
        <p:spPr bwMode="auto">
          <a:xfrm>
            <a:off x="1" y="-123109"/>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9" name="Rectangle 2">
            <a:extLst>
              <a:ext uri="{FF2B5EF4-FFF2-40B4-BE49-F238E27FC236}">
                <a16:creationId xmlns:a16="http://schemas.microsoft.com/office/drawing/2014/main" id="{26BA1F52-7908-B028-2A04-1BE5567689F8}"/>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12" name="Rectangle 2">
            <a:extLst>
              <a:ext uri="{FF2B5EF4-FFF2-40B4-BE49-F238E27FC236}">
                <a16:creationId xmlns:a16="http://schemas.microsoft.com/office/drawing/2014/main" id="{C1EF1B29-CD71-3BD8-D677-2B9FBD4EF2EE}"/>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13" name="Rectangle 3">
            <a:extLst>
              <a:ext uri="{FF2B5EF4-FFF2-40B4-BE49-F238E27FC236}">
                <a16:creationId xmlns:a16="http://schemas.microsoft.com/office/drawing/2014/main" id="{64FD97F5-7E7F-5B67-85C9-220DB223E386}"/>
              </a:ext>
            </a:extLst>
          </p:cNvPr>
          <p:cNvSpPr>
            <a:spLocks noChangeArrowheads="1"/>
          </p:cNvSpPr>
          <p:nvPr/>
        </p:nvSpPr>
        <p:spPr bwMode="auto">
          <a:xfrm>
            <a:off x="1" y="-123109"/>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14" name="Rectangle 4">
            <a:extLst>
              <a:ext uri="{FF2B5EF4-FFF2-40B4-BE49-F238E27FC236}">
                <a16:creationId xmlns:a16="http://schemas.microsoft.com/office/drawing/2014/main" id="{58FB9C3F-AFE9-A6F9-B799-63D1F0094703}"/>
              </a:ext>
            </a:extLst>
          </p:cNvPr>
          <p:cNvSpPr>
            <a:spLocks noChangeArrowheads="1"/>
          </p:cNvSpPr>
          <p:nvPr/>
        </p:nvSpPr>
        <p:spPr bwMode="auto">
          <a:xfrm>
            <a:off x="1" y="29291"/>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60" eaLnBrk="0" fontAlgn="base" hangingPunct="0">
              <a:spcBef>
                <a:spcPct val="0"/>
              </a:spcBef>
              <a:spcAft>
                <a:spcPct val="0"/>
              </a:spcAft>
              <a:buClr>
                <a:srgbClr val="000000"/>
              </a:buClr>
            </a:pPr>
            <a:endParaRPr lang="en-US" altLang="en-US" sz="1200" kern="0" dirty="0">
              <a:solidFill>
                <a:srgbClr val="000000"/>
              </a:solidFill>
              <a:latin typeface="Arial" panose="020B0604020202020204" pitchFamily="34" charset="0"/>
              <a:cs typeface="Arial"/>
              <a:sym typeface="Arial"/>
            </a:endParaRPr>
          </a:p>
        </p:txBody>
      </p:sp>
      <p:sp>
        <p:nvSpPr>
          <p:cNvPr id="19" name="Rectangle 6">
            <a:extLst>
              <a:ext uri="{FF2B5EF4-FFF2-40B4-BE49-F238E27FC236}">
                <a16:creationId xmlns:a16="http://schemas.microsoft.com/office/drawing/2014/main" id="{E34278B0-8663-CC92-78A9-7006E37C6FFE}"/>
              </a:ext>
            </a:extLst>
          </p:cNvPr>
          <p:cNvSpPr>
            <a:spLocks noChangeArrowheads="1"/>
          </p:cNvSpPr>
          <p:nvPr/>
        </p:nvSpPr>
        <p:spPr bwMode="auto">
          <a:xfrm>
            <a:off x="1" y="-123109"/>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60" eaLnBrk="0" fontAlgn="base" hangingPunct="0">
              <a:spcBef>
                <a:spcPct val="0"/>
              </a:spcBef>
              <a:spcAft>
                <a:spcPct val="0"/>
              </a:spcAft>
              <a:buClr>
                <a:srgbClr val="000000"/>
              </a:buClr>
            </a:pPr>
            <a:endParaRPr lang="en-US" altLang="en-US" sz="1200" kern="0" dirty="0">
              <a:solidFill>
                <a:srgbClr val="000000"/>
              </a:solidFill>
              <a:latin typeface="Arial" panose="020B0604020202020204" pitchFamily="34" charset="0"/>
              <a:cs typeface="Arial"/>
              <a:sym typeface="Arial"/>
            </a:endParaRPr>
          </a:p>
        </p:txBody>
      </p:sp>
      <p:sp>
        <p:nvSpPr>
          <p:cNvPr id="10" name="Rectangle 1">
            <a:extLst>
              <a:ext uri="{FF2B5EF4-FFF2-40B4-BE49-F238E27FC236}">
                <a16:creationId xmlns:a16="http://schemas.microsoft.com/office/drawing/2014/main" id="{D3ABD1B5-4C35-D81F-06CA-075D2D0016CD}"/>
              </a:ext>
            </a:extLst>
          </p:cNvPr>
          <p:cNvSpPr>
            <a:spLocks noChangeArrowheads="1"/>
          </p:cNvSpPr>
          <p:nvPr/>
        </p:nvSpPr>
        <p:spPr bwMode="auto">
          <a:xfrm>
            <a:off x="1" y="29291"/>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15" name="Rectangle 2">
            <a:extLst>
              <a:ext uri="{FF2B5EF4-FFF2-40B4-BE49-F238E27FC236}">
                <a16:creationId xmlns:a16="http://schemas.microsoft.com/office/drawing/2014/main" id="{CD9C78A0-FCBC-4734-76A6-FCC5DBD57EEE}"/>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11" name="Rectangle 1">
            <a:extLst>
              <a:ext uri="{FF2B5EF4-FFF2-40B4-BE49-F238E27FC236}">
                <a16:creationId xmlns:a16="http://schemas.microsoft.com/office/drawing/2014/main" id="{AA091877-12A1-0645-92BA-918844F5D4DB}"/>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60" eaLnBrk="0" fontAlgn="base" hangingPunct="0">
              <a:spcBef>
                <a:spcPct val="0"/>
              </a:spcBef>
              <a:spcAft>
                <a:spcPct val="0"/>
              </a:spcAft>
              <a:buClr>
                <a:srgbClr val="000000"/>
              </a:buClr>
            </a:pPr>
            <a:endParaRPr lang="en-US" altLang="en-US" sz="1200" kern="0" dirty="0">
              <a:solidFill>
                <a:srgbClr val="000000"/>
              </a:solidFill>
              <a:latin typeface="Arial" panose="020B0604020202020204" pitchFamily="34" charset="0"/>
              <a:cs typeface="Arial"/>
              <a:sym typeface="Arial"/>
            </a:endParaRPr>
          </a:p>
        </p:txBody>
      </p:sp>
      <p:sp>
        <p:nvSpPr>
          <p:cNvPr id="8" name="Rectangle 1">
            <a:extLst>
              <a:ext uri="{FF2B5EF4-FFF2-40B4-BE49-F238E27FC236}">
                <a16:creationId xmlns:a16="http://schemas.microsoft.com/office/drawing/2014/main" id="{6A13FA8B-F710-4DF5-CF5A-6031F291D79D}"/>
              </a:ext>
            </a:extLst>
          </p:cNvPr>
          <p:cNvSpPr>
            <a:spLocks noChangeArrowheads="1"/>
          </p:cNvSpPr>
          <p:nvPr/>
        </p:nvSpPr>
        <p:spPr bwMode="auto">
          <a:xfrm>
            <a:off x="1" y="-123109"/>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20" name="Rectangle 1">
            <a:extLst>
              <a:ext uri="{FF2B5EF4-FFF2-40B4-BE49-F238E27FC236}">
                <a16:creationId xmlns:a16="http://schemas.microsoft.com/office/drawing/2014/main" id="{5C7BD15E-B3A9-5E02-A726-F627BA3669D5}"/>
              </a:ext>
            </a:extLst>
          </p:cNvPr>
          <p:cNvSpPr>
            <a:spLocks noChangeArrowheads="1"/>
          </p:cNvSpPr>
          <p:nvPr/>
        </p:nvSpPr>
        <p:spPr bwMode="auto">
          <a:xfrm>
            <a:off x="1" y="29291"/>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17" name="Rectangle 1">
            <a:extLst>
              <a:ext uri="{FF2B5EF4-FFF2-40B4-BE49-F238E27FC236}">
                <a16:creationId xmlns:a16="http://schemas.microsoft.com/office/drawing/2014/main" id="{0B8F9662-E41C-8A6D-6803-1D30D6F49BB1}"/>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60" eaLnBrk="0" fontAlgn="base" hangingPunct="0">
              <a:spcBef>
                <a:spcPct val="0"/>
              </a:spcBef>
              <a:spcAft>
                <a:spcPct val="0"/>
              </a:spcAft>
              <a:buClr>
                <a:srgbClr val="000000"/>
              </a:buClr>
            </a:pPr>
            <a:endParaRPr lang="en-US" altLang="en-US" sz="1200" kern="0" dirty="0">
              <a:solidFill>
                <a:srgbClr val="000000"/>
              </a:solidFill>
              <a:latin typeface="Arial" panose="020B0604020202020204" pitchFamily="34" charset="0"/>
              <a:cs typeface="Arial"/>
              <a:sym typeface="Arial"/>
            </a:endParaRPr>
          </a:p>
        </p:txBody>
      </p:sp>
      <p:sp>
        <p:nvSpPr>
          <p:cNvPr id="22" name="Rectangle 1">
            <a:extLst>
              <a:ext uri="{FF2B5EF4-FFF2-40B4-BE49-F238E27FC236}">
                <a16:creationId xmlns:a16="http://schemas.microsoft.com/office/drawing/2014/main" id="{7EE986F7-8C3D-525B-9D39-E5AEE54CD282}"/>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60" eaLnBrk="0" fontAlgn="base" hangingPunct="0">
              <a:spcBef>
                <a:spcPct val="0"/>
              </a:spcBef>
              <a:spcAft>
                <a:spcPct val="0"/>
              </a:spcAft>
              <a:buClr>
                <a:srgbClr val="000000"/>
              </a:buClr>
            </a:pPr>
            <a:endParaRPr lang="en-US" altLang="en-US" sz="1200" kern="0" dirty="0">
              <a:solidFill>
                <a:srgbClr val="000000"/>
              </a:solidFill>
              <a:latin typeface="Arial" panose="020B0604020202020204" pitchFamily="34" charset="0"/>
              <a:cs typeface="Arial"/>
              <a:sym typeface="Arial"/>
            </a:endParaRPr>
          </a:p>
        </p:txBody>
      </p:sp>
      <p:sp>
        <p:nvSpPr>
          <p:cNvPr id="18" name="Rectangle 1">
            <a:extLst>
              <a:ext uri="{FF2B5EF4-FFF2-40B4-BE49-F238E27FC236}">
                <a16:creationId xmlns:a16="http://schemas.microsoft.com/office/drawing/2014/main" id="{A62785A7-218B-5516-9CCA-3AB792C42332}"/>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60" eaLnBrk="0" fontAlgn="base" hangingPunct="0">
              <a:spcBef>
                <a:spcPct val="0"/>
              </a:spcBef>
              <a:spcAft>
                <a:spcPct val="0"/>
              </a:spcAft>
              <a:buClr>
                <a:srgbClr val="000000"/>
              </a:buClr>
            </a:pPr>
            <a:endParaRPr lang="en-US" altLang="en-US" sz="1200" kern="0" dirty="0">
              <a:solidFill>
                <a:srgbClr val="000000"/>
              </a:solidFill>
              <a:latin typeface="Arial" panose="020B0604020202020204" pitchFamily="34" charset="0"/>
              <a:cs typeface="Arial"/>
              <a:sym typeface="Arial"/>
            </a:endParaRPr>
          </a:p>
        </p:txBody>
      </p:sp>
      <p:sp>
        <p:nvSpPr>
          <p:cNvPr id="25" name="Rectangle 1">
            <a:extLst>
              <a:ext uri="{FF2B5EF4-FFF2-40B4-BE49-F238E27FC236}">
                <a16:creationId xmlns:a16="http://schemas.microsoft.com/office/drawing/2014/main" id="{65738741-012D-7383-CAC5-B91B5343F239}"/>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60" eaLnBrk="0" fontAlgn="base" hangingPunct="0">
              <a:spcBef>
                <a:spcPct val="0"/>
              </a:spcBef>
              <a:spcAft>
                <a:spcPct val="0"/>
              </a:spcAft>
              <a:buClr>
                <a:srgbClr val="000000"/>
              </a:buClr>
            </a:pPr>
            <a:endParaRPr lang="en-US" altLang="en-US" sz="1200" kern="0" dirty="0">
              <a:solidFill>
                <a:srgbClr val="000000"/>
              </a:solidFill>
              <a:latin typeface="Arial" panose="020B0604020202020204" pitchFamily="34" charset="0"/>
              <a:cs typeface="Arial"/>
              <a:sym typeface="Arial"/>
            </a:endParaRPr>
          </a:p>
        </p:txBody>
      </p:sp>
      <p:sp>
        <p:nvSpPr>
          <p:cNvPr id="6" name="Rectangle 1">
            <a:extLst>
              <a:ext uri="{FF2B5EF4-FFF2-40B4-BE49-F238E27FC236}">
                <a16:creationId xmlns:a16="http://schemas.microsoft.com/office/drawing/2014/main" id="{ECD46CA4-D433-2924-192F-3DDB0D4022D8}"/>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28" name="Rectangle 1">
            <a:extLst>
              <a:ext uri="{FF2B5EF4-FFF2-40B4-BE49-F238E27FC236}">
                <a16:creationId xmlns:a16="http://schemas.microsoft.com/office/drawing/2014/main" id="{7C1B50BD-A9A2-0017-6993-0DEA2A64E754}"/>
              </a:ext>
            </a:extLst>
          </p:cNvPr>
          <p:cNvSpPr>
            <a:spLocks noChangeArrowheads="1"/>
          </p:cNvSpPr>
          <p:nvPr/>
        </p:nvSpPr>
        <p:spPr bwMode="auto">
          <a:xfrm>
            <a:off x="1" y="29291"/>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21" name="Rectangle 1">
            <a:extLst>
              <a:ext uri="{FF2B5EF4-FFF2-40B4-BE49-F238E27FC236}">
                <a16:creationId xmlns:a16="http://schemas.microsoft.com/office/drawing/2014/main" id="{F208DAD2-5D84-C714-85B1-8858D8B50F0A}"/>
              </a:ext>
            </a:extLst>
          </p:cNvPr>
          <p:cNvSpPr>
            <a:spLocks noChangeArrowheads="1"/>
          </p:cNvSpPr>
          <p:nvPr/>
        </p:nvSpPr>
        <p:spPr bwMode="auto">
          <a:xfrm>
            <a:off x="1" y="29291"/>
            <a:ext cx="123175" cy="246221"/>
          </a:xfrm>
          <a:prstGeom prst="rect">
            <a:avLst/>
          </a:prstGeom>
          <a:solidFill>
            <a:srgbClr val="1E1F2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60" eaLnBrk="0" fontAlgn="base" hangingPunct="0">
              <a:spcBef>
                <a:spcPct val="0"/>
              </a:spcBef>
              <a:spcAft>
                <a:spcPct val="0"/>
              </a:spcAft>
              <a:buClr>
                <a:srgbClr val="000000"/>
              </a:buClr>
            </a:pPr>
            <a:endParaRPr lang="en-US" altLang="en-US" sz="1200" kern="0" dirty="0">
              <a:solidFill>
                <a:srgbClr val="000000"/>
              </a:solidFill>
              <a:latin typeface="Arial" panose="020B0604020202020204" pitchFamily="34" charset="0"/>
              <a:cs typeface="Arial"/>
              <a:sym typeface="Arial"/>
            </a:endParaRPr>
          </a:p>
        </p:txBody>
      </p:sp>
      <p:sp>
        <p:nvSpPr>
          <p:cNvPr id="24" name="Rectangle 1">
            <a:extLst>
              <a:ext uri="{FF2B5EF4-FFF2-40B4-BE49-F238E27FC236}">
                <a16:creationId xmlns:a16="http://schemas.microsoft.com/office/drawing/2014/main" id="{CA0B8B9F-8004-AFE0-5F7A-75111B6D35DD}"/>
              </a:ext>
            </a:extLst>
          </p:cNvPr>
          <p:cNvSpPr>
            <a:spLocks noChangeArrowheads="1"/>
          </p:cNvSpPr>
          <p:nvPr/>
        </p:nvSpPr>
        <p:spPr bwMode="auto">
          <a:xfrm>
            <a:off x="1" y="-123109"/>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30" name="Rectangle 2">
            <a:extLst>
              <a:ext uri="{FF2B5EF4-FFF2-40B4-BE49-F238E27FC236}">
                <a16:creationId xmlns:a16="http://schemas.microsoft.com/office/drawing/2014/main" id="{F1D1DCA9-C439-01AA-DD6C-F6EB88C88DAC}"/>
              </a:ext>
            </a:extLst>
          </p:cNvPr>
          <p:cNvSpPr>
            <a:spLocks noChangeArrowheads="1"/>
          </p:cNvSpPr>
          <p:nvPr/>
        </p:nvSpPr>
        <p:spPr bwMode="auto">
          <a:xfrm>
            <a:off x="1" y="-123109"/>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23" name="Rectangle 1">
            <a:extLst>
              <a:ext uri="{FF2B5EF4-FFF2-40B4-BE49-F238E27FC236}">
                <a16:creationId xmlns:a16="http://schemas.microsoft.com/office/drawing/2014/main" id="{EC8F693A-C1F1-BB60-AED4-4EB8BAD14BF4}"/>
              </a:ext>
            </a:extLst>
          </p:cNvPr>
          <p:cNvSpPr>
            <a:spLocks noChangeArrowheads="1"/>
          </p:cNvSpPr>
          <p:nvPr/>
        </p:nvSpPr>
        <p:spPr bwMode="auto">
          <a:xfrm>
            <a:off x="1" y="-123109"/>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26" name="Rectangle 1">
            <a:extLst>
              <a:ext uri="{FF2B5EF4-FFF2-40B4-BE49-F238E27FC236}">
                <a16:creationId xmlns:a16="http://schemas.microsoft.com/office/drawing/2014/main" id="{981950FB-5CBC-41FA-78E3-08FB000F4467}"/>
              </a:ext>
            </a:extLst>
          </p:cNvPr>
          <p:cNvSpPr>
            <a:spLocks noChangeArrowheads="1"/>
          </p:cNvSpPr>
          <p:nvPr/>
        </p:nvSpPr>
        <p:spPr bwMode="auto">
          <a:xfrm>
            <a:off x="1" y="-123109"/>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29" name="Rectangle 1">
            <a:extLst>
              <a:ext uri="{FF2B5EF4-FFF2-40B4-BE49-F238E27FC236}">
                <a16:creationId xmlns:a16="http://schemas.microsoft.com/office/drawing/2014/main" id="{9474C137-BCA7-6C5A-E022-BA3FEE57E07E}"/>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39" name="Rectangle 3">
            <a:extLst>
              <a:ext uri="{FF2B5EF4-FFF2-40B4-BE49-F238E27FC236}">
                <a16:creationId xmlns:a16="http://schemas.microsoft.com/office/drawing/2014/main" id="{D1DFC4A8-708D-C32E-2445-6A6E594EC7E8}"/>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37" name="Rectangle 1">
            <a:extLst>
              <a:ext uri="{FF2B5EF4-FFF2-40B4-BE49-F238E27FC236}">
                <a16:creationId xmlns:a16="http://schemas.microsoft.com/office/drawing/2014/main" id="{A6D8AF86-DD18-21D0-DE4D-FB32674D8516}"/>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31" name="Rectangle 1">
            <a:extLst>
              <a:ext uri="{FF2B5EF4-FFF2-40B4-BE49-F238E27FC236}">
                <a16:creationId xmlns:a16="http://schemas.microsoft.com/office/drawing/2014/main" id="{CCFA9A2E-03A0-9034-CF95-215D9543CD48}"/>
              </a:ext>
            </a:extLst>
          </p:cNvPr>
          <p:cNvSpPr>
            <a:spLocks noChangeArrowheads="1"/>
          </p:cNvSpPr>
          <p:nvPr/>
        </p:nvSpPr>
        <p:spPr bwMode="auto">
          <a:xfrm>
            <a:off x="1" y="29291"/>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60" eaLnBrk="0" fontAlgn="base" hangingPunct="0">
              <a:spcBef>
                <a:spcPct val="0"/>
              </a:spcBef>
              <a:spcAft>
                <a:spcPct val="0"/>
              </a:spcAft>
              <a:buClr>
                <a:srgbClr val="000000"/>
              </a:buClr>
            </a:pPr>
            <a:endParaRPr lang="en-US" altLang="en-US" sz="1200" kern="0" dirty="0">
              <a:solidFill>
                <a:srgbClr val="000000"/>
              </a:solidFill>
              <a:latin typeface="Arial" panose="020B0604020202020204" pitchFamily="34" charset="0"/>
              <a:cs typeface="Arial"/>
              <a:sym typeface="Arial"/>
            </a:endParaRPr>
          </a:p>
        </p:txBody>
      </p:sp>
      <p:sp>
        <p:nvSpPr>
          <p:cNvPr id="32" name="Rectangle 1">
            <a:extLst>
              <a:ext uri="{FF2B5EF4-FFF2-40B4-BE49-F238E27FC236}">
                <a16:creationId xmlns:a16="http://schemas.microsoft.com/office/drawing/2014/main" id="{1C754C8F-4913-0B48-37B2-BE2571B962B7}"/>
              </a:ext>
            </a:extLst>
          </p:cNvPr>
          <p:cNvSpPr>
            <a:spLocks noChangeArrowheads="1"/>
          </p:cNvSpPr>
          <p:nvPr/>
        </p:nvSpPr>
        <p:spPr bwMode="auto">
          <a:xfrm>
            <a:off x="1" y="-123109"/>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33" name="Rectangle 1">
            <a:extLst>
              <a:ext uri="{FF2B5EF4-FFF2-40B4-BE49-F238E27FC236}">
                <a16:creationId xmlns:a16="http://schemas.microsoft.com/office/drawing/2014/main" id="{41F3549F-3F86-C863-6DA5-0C62B0908806}"/>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35" name="Rectangle 2">
            <a:extLst>
              <a:ext uri="{FF2B5EF4-FFF2-40B4-BE49-F238E27FC236}">
                <a16:creationId xmlns:a16="http://schemas.microsoft.com/office/drawing/2014/main" id="{E3D56687-BADA-C841-8FB3-8609C8485588}"/>
              </a:ext>
            </a:extLst>
          </p:cNvPr>
          <p:cNvSpPr>
            <a:spLocks noChangeArrowheads="1"/>
          </p:cNvSpPr>
          <p:nvPr/>
        </p:nvSpPr>
        <p:spPr bwMode="auto">
          <a:xfrm>
            <a:off x="1" y="-123109"/>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38" name="Rectangle 3">
            <a:extLst>
              <a:ext uri="{FF2B5EF4-FFF2-40B4-BE49-F238E27FC236}">
                <a16:creationId xmlns:a16="http://schemas.microsoft.com/office/drawing/2014/main" id="{4AEDB8A7-388E-07C5-1A58-66589CEFFEA0}"/>
              </a:ext>
            </a:extLst>
          </p:cNvPr>
          <p:cNvSpPr>
            <a:spLocks noChangeArrowheads="1"/>
          </p:cNvSpPr>
          <p:nvPr/>
        </p:nvSpPr>
        <p:spPr bwMode="auto">
          <a:xfrm>
            <a:off x="1" y="-123109"/>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60">
              <a:buClr>
                <a:srgbClr val="000000"/>
              </a:buClr>
            </a:pPr>
            <a:endParaRPr lang="en-US" altLang="en-US" sz="1200" kern="0" dirty="0">
              <a:solidFill>
                <a:srgbClr val="000000"/>
              </a:solidFill>
              <a:cs typeface="Arial"/>
              <a:sym typeface="Arial"/>
            </a:endParaRPr>
          </a:p>
        </p:txBody>
      </p:sp>
      <p:sp>
        <p:nvSpPr>
          <p:cNvPr id="27" name="Google Shape;649;p14">
            <a:extLst>
              <a:ext uri="{FF2B5EF4-FFF2-40B4-BE49-F238E27FC236}">
                <a16:creationId xmlns:a16="http://schemas.microsoft.com/office/drawing/2014/main" id="{DFEE6BC5-B0F4-10FB-756F-DEB2C11D56D7}"/>
              </a:ext>
            </a:extLst>
          </p:cNvPr>
          <p:cNvSpPr txBox="1"/>
          <p:nvPr/>
        </p:nvSpPr>
        <p:spPr>
          <a:xfrm>
            <a:off x="817537" y="2303025"/>
            <a:ext cx="10885700" cy="402226"/>
          </a:xfrm>
          <a:prstGeom prst="rect">
            <a:avLst/>
          </a:prstGeom>
          <a:noFill/>
          <a:ln>
            <a:noFill/>
          </a:ln>
        </p:spPr>
        <p:txBody>
          <a:bodyPr spcFirstLastPara="1" wrap="square" lIns="0" tIns="0" rIns="0" bIns="0" anchor="t" anchorCtr="0">
            <a:spAutoFit/>
          </a:bodyPr>
          <a:lstStyle/>
          <a:p>
            <a:pPr defTabSz="609630">
              <a:lnSpc>
                <a:spcPct val="139958"/>
              </a:lnSpc>
              <a:buClr>
                <a:srgbClr val="FFFFFF"/>
              </a:buClr>
            </a:pPr>
            <a:r>
              <a:rPr lang="en-US" sz="1867" i="1" kern="0" dirty="0">
                <a:solidFill>
                  <a:srgbClr val="8C52FF"/>
                </a:solidFill>
                <a:latin typeface="Roboto Mono"/>
                <a:ea typeface="Roboto Mono"/>
                <a:cs typeface="Arial"/>
                <a:sym typeface="Roboto Mono"/>
              </a:rPr>
              <a:t>slice() — Create a slice object</a:t>
            </a:r>
          </a:p>
        </p:txBody>
      </p:sp>
      <p:pic>
        <p:nvPicPr>
          <p:cNvPr id="40" name="Picture 39">
            <a:extLst>
              <a:ext uri="{FF2B5EF4-FFF2-40B4-BE49-F238E27FC236}">
                <a16:creationId xmlns:a16="http://schemas.microsoft.com/office/drawing/2014/main" id="{379B53A3-AAC3-CFE6-FCAF-4BD766DBBE97}"/>
              </a:ext>
            </a:extLst>
          </p:cNvPr>
          <p:cNvPicPr>
            <a:picLocks noChangeAspect="1"/>
          </p:cNvPicPr>
          <p:nvPr/>
        </p:nvPicPr>
        <p:blipFill>
          <a:blip r:embed="rId3"/>
          <a:stretch>
            <a:fillRect/>
          </a:stretch>
        </p:blipFill>
        <p:spPr>
          <a:xfrm>
            <a:off x="3369946" y="3021722"/>
            <a:ext cx="5452110" cy="2845882"/>
          </a:xfrm>
          <a:prstGeom prst="rect">
            <a:avLst/>
          </a:prstGeom>
        </p:spPr>
      </p:pic>
    </p:spTree>
    <p:extLst>
      <p:ext uri="{BB962C8B-B14F-4D97-AF65-F5344CB8AC3E}">
        <p14:creationId xmlns:p14="http://schemas.microsoft.com/office/powerpoint/2010/main" val="2546537992"/>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Shape 563"/>
        <p:cNvGrpSpPr/>
        <p:nvPr/>
      </p:nvGrpSpPr>
      <p:grpSpPr>
        <a:xfrm>
          <a:off x="0" y="0"/>
          <a:ext cx="0" cy="0"/>
          <a:chOff x="0" y="0"/>
          <a:chExt cx="0" cy="0"/>
        </a:xfrm>
      </p:grpSpPr>
      <p:grpSp>
        <p:nvGrpSpPr>
          <p:cNvPr id="564" name="Google Shape;564;p13"/>
          <p:cNvGrpSpPr/>
          <p:nvPr/>
        </p:nvGrpSpPr>
        <p:grpSpPr>
          <a:xfrm>
            <a:off x="324042" y="217287"/>
            <a:ext cx="11543917" cy="6302879"/>
            <a:chOff x="0" y="-241102"/>
            <a:chExt cx="23087835" cy="12605759"/>
          </a:xfrm>
        </p:grpSpPr>
        <p:grpSp>
          <p:nvGrpSpPr>
            <p:cNvPr id="565" name="Google Shape;565;p13"/>
            <p:cNvGrpSpPr/>
            <p:nvPr/>
          </p:nvGrpSpPr>
          <p:grpSpPr>
            <a:xfrm>
              <a:off x="0" y="-241102"/>
              <a:ext cx="23069216" cy="12605759"/>
              <a:chOff x="0" y="-47625"/>
              <a:chExt cx="4556882" cy="2490026"/>
            </a:xfrm>
          </p:grpSpPr>
          <p:sp>
            <p:nvSpPr>
              <p:cNvPr id="566" name="Google Shape;566;p13"/>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567" name="Google Shape;567;p13"/>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568" name="Google Shape;568;p13"/>
            <p:cNvGrpSpPr/>
            <p:nvPr/>
          </p:nvGrpSpPr>
          <p:grpSpPr>
            <a:xfrm>
              <a:off x="18619" y="-241102"/>
              <a:ext cx="23069216" cy="12605759"/>
              <a:chOff x="0" y="-47625"/>
              <a:chExt cx="4556882" cy="2490026"/>
            </a:xfrm>
          </p:grpSpPr>
          <p:sp>
            <p:nvSpPr>
              <p:cNvPr id="569" name="Google Shape;569;p13"/>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570" name="Google Shape;570;p13"/>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cxnSp>
          <p:nvCxnSpPr>
            <p:cNvPr id="571" name="Google Shape;571;p13"/>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572" name="Google Shape;572;p13"/>
            <p:cNvGrpSpPr/>
            <p:nvPr/>
          </p:nvGrpSpPr>
          <p:grpSpPr>
            <a:xfrm>
              <a:off x="318466" y="201915"/>
              <a:ext cx="394763" cy="394763"/>
              <a:chOff x="0" y="0"/>
              <a:chExt cx="812800" cy="812800"/>
            </a:xfrm>
          </p:grpSpPr>
          <p:sp>
            <p:nvSpPr>
              <p:cNvPr id="573" name="Google Shape;573;p13"/>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574" name="Google Shape;574;p13"/>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575" name="Google Shape;575;p13"/>
            <p:cNvGrpSpPr/>
            <p:nvPr/>
          </p:nvGrpSpPr>
          <p:grpSpPr>
            <a:xfrm>
              <a:off x="989083" y="201915"/>
              <a:ext cx="394763" cy="394763"/>
              <a:chOff x="0" y="0"/>
              <a:chExt cx="812800" cy="812800"/>
            </a:xfrm>
          </p:grpSpPr>
          <p:sp>
            <p:nvSpPr>
              <p:cNvPr id="576" name="Google Shape;576;p13"/>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577" name="Google Shape;577;p13"/>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578" name="Google Shape;578;p13"/>
            <p:cNvGrpSpPr/>
            <p:nvPr/>
          </p:nvGrpSpPr>
          <p:grpSpPr>
            <a:xfrm>
              <a:off x="1663247" y="201915"/>
              <a:ext cx="394763" cy="394763"/>
              <a:chOff x="0" y="0"/>
              <a:chExt cx="812800" cy="812800"/>
            </a:xfrm>
          </p:grpSpPr>
          <p:sp>
            <p:nvSpPr>
              <p:cNvPr id="579" name="Google Shape;579;p13"/>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580" name="Google Shape;580;p13"/>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sp>
        <p:nvSpPr>
          <p:cNvPr id="581" name="Google Shape;581;p13"/>
          <p:cNvSpPr txBox="1"/>
          <p:nvPr/>
        </p:nvSpPr>
        <p:spPr>
          <a:xfrm>
            <a:off x="739460" y="2467033"/>
            <a:ext cx="6880946" cy="1220783"/>
          </a:xfrm>
          <a:prstGeom prst="rect">
            <a:avLst/>
          </a:prstGeom>
          <a:noFill/>
          <a:ln>
            <a:noFill/>
          </a:ln>
        </p:spPr>
        <p:txBody>
          <a:bodyPr spcFirstLastPara="1" wrap="square" lIns="0" tIns="0" rIns="0" bIns="0" anchor="t" anchorCtr="0">
            <a:spAutoFit/>
          </a:bodyPr>
          <a:lstStyle/>
          <a:p>
            <a:pPr defTabSz="609630">
              <a:lnSpc>
                <a:spcPct val="119997"/>
              </a:lnSpc>
              <a:buClr>
                <a:srgbClr val="000000"/>
              </a:buClr>
            </a:pPr>
            <a:r>
              <a:rPr lang="en-US" sz="6611" kern="0" dirty="0">
                <a:solidFill>
                  <a:srgbClr val="FFFFFF"/>
                </a:solidFill>
                <a:latin typeface="Courier"/>
                <a:ea typeface="Courier"/>
                <a:cs typeface="Courier"/>
                <a:sym typeface="Courier"/>
              </a:rPr>
              <a:t>FUNCTIONS</a:t>
            </a:r>
            <a:endParaRPr sz="933" kern="0" dirty="0">
              <a:solidFill>
                <a:srgbClr val="000000"/>
              </a:solidFill>
              <a:latin typeface="Arial"/>
              <a:cs typeface="Arial"/>
              <a:sym typeface="Arial"/>
            </a:endParaRPr>
          </a:p>
        </p:txBody>
      </p:sp>
      <p:grpSp>
        <p:nvGrpSpPr>
          <p:cNvPr id="582" name="Google Shape;582;p13"/>
          <p:cNvGrpSpPr/>
          <p:nvPr/>
        </p:nvGrpSpPr>
        <p:grpSpPr>
          <a:xfrm>
            <a:off x="685801" y="998505"/>
            <a:ext cx="1755951" cy="1109071"/>
            <a:chOff x="0" y="-47625"/>
            <a:chExt cx="751045" cy="474365"/>
          </a:xfrm>
        </p:grpSpPr>
        <p:sp>
          <p:nvSpPr>
            <p:cNvPr id="583" name="Google Shape;583;p13"/>
            <p:cNvSpPr/>
            <p:nvPr/>
          </p:nvSpPr>
          <p:spPr>
            <a:xfrm>
              <a:off x="0" y="0"/>
              <a:ext cx="751045" cy="426740"/>
            </a:xfrm>
            <a:custGeom>
              <a:avLst/>
              <a:gdLst/>
              <a:ahLst/>
              <a:cxnLst/>
              <a:rect l="l" t="t" r="r" b="b"/>
              <a:pathLst>
                <a:path w="751045" h="426740" extrusionOk="0">
                  <a:moveTo>
                    <a:pt x="47029" y="0"/>
                  </a:moveTo>
                  <a:lnTo>
                    <a:pt x="704016" y="0"/>
                  </a:lnTo>
                  <a:cubicBezTo>
                    <a:pt x="729989" y="0"/>
                    <a:pt x="751045" y="21056"/>
                    <a:pt x="751045" y="47029"/>
                  </a:cubicBezTo>
                  <a:lnTo>
                    <a:pt x="751045" y="379711"/>
                  </a:lnTo>
                  <a:cubicBezTo>
                    <a:pt x="751045" y="405685"/>
                    <a:pt x="729989" y="426740"/>
                    <a:pt x="704016" y="426740"/>
                  </a:cubicBezTo>
                  <a:lnTo>
                    <a:pt x="47029" y="426740"/>
                  </a:lnTo>
                  <a:cubicBezTo>
                    <a:pt x="21056" y="426740"/>
                    <a:pt x="0" y="405685"/>
                    <a:pt x="0" y="379711"/>
                  </a:cubicBezTo>
                  <a:lnTo>
                    <a:pt x="0" y="47029"/>
                  </a:lnTo>
                  <a:cubicBezTo>
                    <a:pt x="0" y="21056"/>
                    <a:pt x="21056" y="0"/>
                    <a:pt x="47029" y="0"/>
                  </a:cubicBezTo>
                  <a:close/>
                </a:path>
              </a:pathLst>
            </a:custGeom>
            <a:solidFill>
              <a:srgbClr val="FF66C4"/>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584" name="Google Shape;584;p13"/>
            <p:cNvSpPr txBox="1"/>
            <p:nvPr/>
          </p:nvSpPr>
          <p:spPr>
            <a:xfrm>
              <a:off x="0" y="-47625"/>
              <a:ext cx="751045"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585" name="Google Shape;585;p13"/>
          <p:cNvGrpSpPr/>
          <p:nvPr/>
        </p:nvGrpSpPr>
        <p:grpSpPr>
          <a:xfrm>
            <a:off x="739461" y="1161334"/>
            <a:ext cx="1755951" cy="1109071"/>
            <a:chOff x="0" y="-47625"/>
            <a:chExt cx="751045" cy="474365"/>
          </a:xfrm>
        </p:grpSpPr>
        <p:sp>
          <p:nvSpPr>
            <p:cNvPr id="586" name="Google Shape;586;p13"/>
            <p:cNvSpPr/>
            <p:nvPr/>
          </p:nvSpPr>
          <p:spPr>
            <a:xfrm>
              <a:off x="0" y="0"/>
              <a:ext cx="751045" cy="426740"/>
            </a:xfrm>
            <a:custGeom>
              <a:avLst/>
              <a:gdLst/>
              <a:ahLst/>
              <a:cxnLst/>
              <a:rect l="l" t="t" r="r" b="b"/>
              <a:pathLst>
                <a:path w="751045" h="426740" extrusionOk="0">
                  <a:moveTo>
                    <a:pt x="52908" y="0"/>
                  </a:moveTo>
                  <a:lnTo>
                    <a:pt x="698137" y="0"/>
                  </a:lnTo>
                  <a:cubicBezTo>
                    <a:pt x="727357" y="0"/>
                    <a:pt x="751045" y="23688"/>
                    <a:pt x="751045" y="52908"/>
                  </a:cubicBezTo>
                  <a:lnTo>
                    <a:pt x="751045" y="373833"/>
                  </a:lnTo>
                  <a:cubicBezTo>
                    <a:pt x="751045" y="403053"/>
                    <a:pt x="727357" y="426740"/>
                    <a:pt x="698137" y="426740"/>
                  </a:cubicBezTo>
                  <a:lnTo>
                    <a:pt x="52908" y="426740"/>
                  </a:lnTo>
                  <a:cubicBezTo>
                    <a:pt x="23688" y="426740"/>
                    <a:pt x="0" y="403053"/>
                    <a:pt x="0" y="373833"/>
                  </a:cubicBezTo>
                  <a:lnTo>
                    <a:pt x="0" y="52908"/>
                  </a:lnTo>
                  <a:cubicBezTo>
                    <a:pt x="0" y="23688"/>
                    <a:pt x="23688" y="0"/>
                    <a:pt x="52908"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587" name="Google Shape;587;p13"/>
            <p:cNvSpPr txBox="1"/>
            <p:nvPr/>
          </p:nvSpPr>
          <p:spPr>
            <a:xfrm>
              <a:off x="0" y="-47625"/>
              <a:ext cx="751045"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588" name="Google Shape;588;p13"/>
          <p:cNvSpPr txBox="1"/>
          <p:nvPr/>
        </p:nvSpPr>
        <p:spPr>
          <a:xfrm>
            <a:off x="1039774" y="1310107"/>
            <a:ext cx="1155325" cy="1220783"/>
          </a:xfrm>
          <a:prstGeom prst="rect">
            <a:avLst/>
          </a:prstGeom>
          <a:noFill/>
          <a:ln>
            <a:noFill/>
          </a:ln>
        </p:spPr>
        <p:txBody>
          <a:bodyPr spcFirstLastPara="1" wrap="square" lIns="0" tIns="0" rIns="0" bIns="0" anchor="t" anchorCtr="0">
            <a:spAutoFit/>
          </a:bodyPr>
          <a:lstStyle/>
          <a:p>
            <a:pPr defTabSz="609630">
              <a:lnSpc>
                <a:spcPct val="119997"/>
              </a:lnSpc>
              <a:buClr>
                <a:srgbClr val="000000"/>
              </a:buClr>
            </a:pPr>
            <a:r>
              <a:rPr lang="en-US" sz="6611" kern="0" dirty="0">
                <a:solidFill>
                  <a:srgbClr val="FFFFFF"/>
                </a:solidFill>
                <a:latin typeface="Courier"/>
                <a:ea typeface="Courier"/>
                <a:cs typeface="Courier"/>
                <a:sym typeface="Courier"/>
              </a:rPr>
              <a:t>03</a:t>
            </a:r>
            <a:endParaRPr sz="933" kern="0" dirty="0">
              <a:solidFill>
                <a:srgbClr val="000000"/>
              </a:solidFill>
              <a:latin typeface="Arial"/>
              <a:cs typeface="Arial"/>
              <a:sym typeface="Arial"/>
            </a:endParaRPr>
          </a:p>
        </p:txBody>
      </p:sp>
      <p:grpSp>
        <p:nvGrpSpPr>
          <p:cNvPr id="590" name="Google Shape;590;p13"/>
          <p:cNvGrpSpPr/>
          <p:nvPr/>
        </p:nvGrpSpPr>
        <p:grpSpPr>
          <a:xfrm>
            <a:off x="8158040" y="1005571"/>
            <a:ext cx="3257877" cy="1763065"/>
            <a:chOff x="0" y="-208563"/>
            <a:chExt cx="6515753" cy="3526129"/>
          </a:xfrm>
        </p:grpSpPr>
        <p:grpSp>
          <p:nvGrpSpPr>
            <p:cNvPr id="591" name="Google Shape;591;p13"/>
            <p:cNvGrpSpPr/>
            <p:nvPr/>
          </p:nvGrpSpPr>
          <p:grpSpPr>
            <a:xfrm>
              <a:off x="2956287" y="2617202"/>
              <a:ext cx="3559466" cy="700364"/>
              <a:chOff x="0" y="-47625"/>
              <a:chExt cx="812800" cy="159927"/>
            </a:xfrm>
          </p:grpSpPr>
          <p:sp>
            <p:nvSpPr>
              <p:cNvPr id="592" name="Google Shape;592;p13"/>
              <p:cNvSpPr/>
              <p:nvPr/>
            </p:nvSpPr>
            <p:spPr>
              <a:xfrm>
                <a:off x="0" y="0"/>
                <a:ext cx="812800" cy="112302"/>
              </a:xfrm>
              <a:custGeom>
                <a:avLst/>
                <a:gdLst/>
                <a:ahLst/>
                <a:cxnLst/>
                <a:rect l="l" t="t" r="r" b="b"/>
                <a:pathLst>
                  <a:path w="812800" h="112302" extrusionOk="0">
                    <a:moveTo>
                      <a:pt x="56151" y="0"/>
                    </a:moveTo>
                    <a:lnTo>
                      <a:pt x="756649" y="0"/>
                    </a:lnTo>
                    <a:cubicBezTo>
                      <a:pt x="771541" y="0"/>
                      <a:pt x="785823" y="5916"/>
                      <a:pt x="796354" y="16446"/>
                    </a:cubicBezTo>
                    <a:cubicBezTo>
                      <a:pt x="806884" y="26977"/>
                      <a:pt x="812800" y="41259"/>
                      <a:pt x="812800" y="56151"/>
                    </a:cubicBezTo>
                    <a:lnTo>
                      <a:pt x="812800" y="56151"/>
                    </a:lnTo>
                    <a:cubicBezTo>
                      <a:pt x="812800" y="87162"/>
                      <a:pt x="787660" y="112302"/>
                      <a:pt x="756649" y="112302"/>
                    </a:cubicBezTo>
                    <a:lnTo>
                      <a:pt x="56151" y="112302"/>
                    </a:lnTo>
                    <a:cubicBezTo>
                      <a:pt x="41259" y="112302"/>
                      <a:pt x="26977" y="106386"/>
                      <a:pt x="16446" y="95856"/>
                    </a:cubicBezTo>
                    <a:cubicBezTo>
                      <a:pt x="5916" y="85326"/>
                      <a:pt x="0" y="71043"/>
                      <a:pt x="0" y="56151"/>
                    </a:cubicBezTo>
                    <a:lnTo>
                      <a:pt x="0" y="56151"/>
                    </a:lnTo>
                    <a:cubicBezTo>
                      <a:pt x="0" y="41259"/>
                      <a:pt x="5916" y="26977"/>
                      <a:pt x="16446" y="16446"/>
                    </a:cubicBezTo>
                    <a:cubicBezTo>
                      <a:pt x="26977" y="5916"/>
                      <a:pt x="41259" y="0"/>
                      <a:pt x="56151" y="0"/>
                    </a:cubicBezTo>
                    <a:close/>
                  </a:path>
                </a:pathLst>
              </a:custGeom>
              <a:solidFill>
                <a:srgbClr val="8C52FF"/>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593" name="Google Shape;593;p13"/>
              <p:cNvSpPr txBox="1"/>
              <p:nvPr/>
            </p:nvSpPr>
            <p:spPr>
              <a:xfrm>
                <a:off x="0" y="-47625"/>
                <a:ext cx="812800" cy="159927"/>
              </a:xfrm>
              <a:prstGeom prst="rect">
                <a:avLst/>
              </a:prstGeom>
              <a:noFill/>
              <a:ln>
                <a:noFill/>
              </a:ln>
            </p:spPr>
            <p:txBody>
              <a:bodyPr spcFirstLastPara="1" wrap="square" lIns="33867" tIns="33867" rIns="33867" bIns="33867" anchor="ctr" anchorCtr="0">
                <a:noAutofit/>
              </a:bodyPr>
              <a:lstStyle/>
              <a:p>
                <a:pPr algn="ctr" defTabSz="609630">
                  <a:lnSpc>
                    <a:spcPct val="186666"/>
                  </a:lnSpc>
                  <a:buClr>
                    <a:srgbClr val="000000"/>
                  </a:buClr>
                </a:pPr>
                <a:endParaRPr sz="1200" kern="0">
                  <a:solidFill>
                    <a:srgbClr val="000000"/>
                  </a:solidFill>
                  <a:latin typeface="Calibri"/>
                  <a:ea typeface="Calibri"/>
                  <a:cs typeface="Calibri"/>
                  <a:sym typeface="Calibri"/>
                </a:endParaRPr>
              </a:p>
            </p:txBody>
          </p:sp>
        </p:grpSp>
        <p:grpSp>
          <p:nvGrpSpPr>
            <p:cNvPr id="594" name="Google Shape;594;p13"/>
            <p:cNvGrpSpPr/>
            <p:nvPr/>
          </p:nvGrpSpPr>
          <p:grpSpPr>
            <a:xfrm>
              <a:off x="2500711" y="1675891"/>
              <a:ext cx="4015041" cy="700364"/>
              <a:chOff x="0" y="-47625"/>
              <a:chExt cx="916830" cy="159927"/>
            </a:xfrm>
          </p:grpSpPr>
          <p:sp>
            <p:nvSpPr>
              <p:cNvPr id="595" name="Google Shape;595;p13"/>
              <p:cNvSpPr/>
              <p:nvPr/>
            </p:nvSpPr>
            <p:spPr>
              <a:xfrm>
                <a:off x="0" y="0"/>
                <a:ext cx="916830" cy="112302"/>
              </a:xfrm>
              <a:custGeom>
                <a:avLst/>
                <a:gdLst/>
                <a:ahLst/>
                <a:cxnLst/>
                <a:rect l="l" t="t" r="r" b="b"/>
                <a:pathLst>
                  <a:path w="916830" h="112302" extrusionOk="0">
                    <a:moveTo>
                      <a:pt x="56151" y="0"/>
                    </a:moveTo>
                    <a:lnTo>
                      <a:pt x="860679" y="0"/>
                    </a:lnTo>
                    <a:cubicBezTo>
                      <a:pt x="891690" y="0"/>
                      <a:pt x="916830" y="25140"/>
                      <a:pt x="916830" y="56151"/>
                    </a:cubicBezTo>
                    <a:lnTo>
                      <a:pt x="916830" y="56151"/>
                    </a:lnTo>
                    <a:cubicBezTo>
                      <a:pt x="916830" y="71043"/>
                      <a:pt x="910914" y="85326"/>
                      <a:pt x="900384" y="95856"/>
                    </a:cubicBezTo>
                    <a:cubicBezTo>
                      <a:pt x="889853" y="106386"/>
                      <a:pt x="875571" y="112302"/>
                      <a:pt x="860679" y="112302"/>
                    </a:cubicBezTo>
                    <a:lnTo>
                      <a:pt x="56151" y="112302"/>
                    </a:lnTo>
                    <a:cubicBezTo>
                      <a:pt x="41259" y="112302"/>
                      <a:pt x="26977" y="106386"/>
                      <a:pt x="16446" y="95856"/>
                    </a:cubicBezTo>
                    <a:cubicBezTo>
                      <a:pt x="5916" y="85326"/>
                      <a:pt x="0" y="71043"/>
                      <a:pt x="0" y="56151"/>
                    </a:cubicBezTo>
                    <a:lnTo>
                      <a:pt x="0" y="56151"/>
                    </a:lnTo>
                    <a:cubicBezTo>
                      <a:pt x="0" y="41259"/>
                      <a:pt x="5916" y="26977"/>
                      <a:pt x="16446" y="16446"/>
                    </a:cubicBezTo>
                    <a:cubicBezTo>
                      <a:pt x="26977" y="5916"/>
                      <a:pt x="41259" y="0"/>
                      <a:pt x="56151" y="0"/>
                    </a:cubicBezTo>
                    <a:close/>
                  </a:path>
                </a:pathLst>
              </a:custGeom>
              <a:solidFill>
                <a:srgbClr val="FF66C4"/>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596" name="Google Shape;596;p13"/>
              <p:cNvSpPr txBox="1"/>
              <p:nvPr/>
            </p:nvSpPr>
            <p:spPr>
              <a:xfrm>
                <a:off x="0" y="-47625"/>
                <a:ext cx="916830" cy="159927"/>
              </a:xfrm>
              <a:prstGeom prst="rect">
                <a:avLst/>
              </a:prstGeom>
              <a:noFill/>
              <a:ln>
                <a:noFill/>
              </a:ln>
            </p:spPr>
            <p:txBody>
              <a:bodyPr spcFirstLastPara="1" wrap="square" lIns="33867" tIns="33867" rIns="33867" bIns="33867" anchor="ctr" anchorCtr="0">
                <a:noAutofit/>
              </a:bodyPr>
              <a:lstStyle/>
              <a:p>
                <a:pPr algn="ctr" defTabSz="609630">
                  <a:lnSpc>
                    <a:spcPct val="186666"/>
                  </a:lnSpc>
                  <a:buClr>
                    <a:srgbClr val="000000"/>
                  </a:buClr>
                </a:pPr>
                <a:endParaRPr sz="1200" kern="0">
                  <a:solidFill>
                    <a:srgbClr val="000000"/>
                  </a:solidFill>
                  <a:latin typeface="Calibri"/>
                  <a:ea typeface="Calibri"/>
                  <a:cs typeface="Calibri"/>
                  <a:sym typeface="Calibri"/>
                </a:endParaRPr>
              </a:p>
            </p:txBody>
          </p:sp>
        </p:grpSp>
        <p:grpSp>
          <p:nvGrpSpPr>
            <p:cNvPr id="597" name="Google Shape;597;p13"/>
            <p:cNvGrpSpPr/>
            <p:nvPr/>
          </p:nvGrpSpPr>
          <p:grpSpPr>
            <a:xfrm>
              <a:off x="1587463" y="-208563"/>
              <a:ext cx="2010510" cy="700364"/>
              <a:chOff x="0" y="-47625"/>
              <a:chExt cx="459098" cy="159927"/>
            </a:xfrm>
          </p:grpSpPr>
          <p:sp>
            <p:nvSpPr>
              <p:cNvPr id="598" name="Google Shape;598;p13"/>
              <p:cNvSpPr/>
              <p:nvPr/>
            </p:nvSpPr>
            <p:spPr>
              <a:xfrm>
                <a:off x="0" y="0"/>
                <a:ext cx="459098" cy="112302"/>
              </a:xfrm>
              <a:custGeom>
                <a:avLst/>
                <a:gdLst/>
                <a:ahLst/>
                <a:cxnLst/>
                <a:rect l="l" t="t" r="r" b="b"/>
                <a:pathLst>
                  <a:path w="459098" h="112302" extrusionOk="0">
                    <a:moveTo>
                      <a:pt x="56151" y="0"/>
                    </a:moveTo>
                    <a:lnTo>
                      <a:pt x="402947" y="0"/>
                    </a:lnTo>
                    <a:cubicBezTo>
                      <a:pt x="433958" y="0"/>
                      <a:pt x="459098" y="25140"/>
                      <a:pt x="459098" y="56151"/>
                    </a:cubicBezTo>
                    <a:lnTo>
                      <a:pt x="459098" y="56151"/>
                    </a:lnTo>
                    <a:cubicBezTo>
                      <a:pt x="459098" y="71043"/>
                      <a:pt x="453182" y="85326"/>
                      <a:pt x="442651" y="95856"/>
                    </a:cubicBezTo>
                    <a:cubicBezTo>
                      <a:pt x="432121" y="106386"/>
                      <a:pt x="417839" y="112302"/>
                      <a:pt x="402947" y="112302"/>
                    </a:cubicBezTo>
                    <a:lnTo>
                      <a:pt x="56151" y="112302"/>
                    </a:lnTo>
                    <a:cubicBezTo>
                      <a:pt x="41259" y="112302"/>
                      <a:pt x="26977" y="106386"/>
                      <a:pt x="16446" y="95856"/>
                    </a:cubicBezTo>
                    <a:cubicBezTo>
                      <a:pt x="5916" y="85326"/>
                      <a:pt x="0" y="71043"/>
                      <a:pt x="0" y="56151"/>
                    </a:cubicBezTo>
                    <a:lnTo>
                      <a:pt x="0" y="56151"/>
                    </a:lnTo>
                    <a:cubicBezTo>
                      <a:pt x="0" y="41259"/>
                      <a:pt x="5916" y="26977"/>
                      <a:pt x="16446" y="16446"/>
                    </a:cubicBezTo>
                    <a:cubicBezTo>
                      <a:pt x="26977" y="5916"/>
                      <a:pt x="41259" y="0"/>
                      <a:pt x="56151" y="0"/>
                    </a:cubicBezTo>
                    <a:close/>
                  </a:path>
                </a:pathLst>
              </a:custGeom>
              <a:solidFill>
                <a:srgbClr val="8C52FF"/>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599" name="Google Shape;599;p13"/>
              <p:cNvSpPr txBox="1"/>
              <p:nvPr/>
            </p:nvSpPr>
            <p:spPr>
              <a:xfrm>
                <a:off x="0" y="-47625"/>
                <a:ext cx="459098" cy="159927"/>
              </a:xfrm>
              <a:prstGeom prst="rect">
                <a:avLst/>
              </a:prstGeom>
              <a:noFill/>
              <a:ln>
                <a:noFill/>
              </a:ln>
            </p:spPr>
            <p:txBody>
              <a:bodyPr spcFirstLastPara="1" wrap="square" lIns="33867" tIns="33867" rIns="33867" bIns="33867" anchor="ctr" anchorCtr="0">
                <a:noAutofit/>
              </a:bodyPr>
              <a:lstStyle/>
              <a:p>
                <a:pPr algn="ctr" defTabSz="609630">
                  <a:lnSpc>
                    <a:spcPct val="186666"/>
                  </a:lnSpc>
                  <a:buClr>
                    <a:srgbClr val="000000"/>
                  </a:buClr>
                </a:pPr>
                <a:endParaRPr sz="1200" kern="0">
                  <a:solidFill>
                    <a:srgbClr val="000000"/>
                  </a:solidFill>
                  <a:latin typeface="Calibri"/>
                  <a:ea typeface="Calibri"/>
                  <a:cs typeface="Calibri"/>
                  <a:sym typeface="Calibri"/>
                </a:endParaRPr>
              </a:p>
            </p:txBody>
          </p:sp>
        </p:grpSp>
        <p:grpSp>
          <p:nvGrpSpPr>
            <p:cNvPr id="600" name="Google Shape;600;p13"/>
            <p:cNvGrpSpPr/>
            <p:nvPr/>
          </p:nvGrpSpPr>
          <p:grpSpPr>
            <a:xfrm>
              <a:off x="4062684" y="733664"/>
              <a:ext cx="2453069" cy="700364"/>
              <a:chOff x="0" y="-47625"/>
              <a:chExt cx="560156" cy="159927"/>
            </a:xfrm>
          </p:grpSpPr>
          <p:sp>
            <p:nvSpPr>
              <p:cNvPr id="601" name="Google Shape;601;p13"/>
              <p:cNvSpPr/>
              <p:nvPr/>
            </p:nvSpPr>
            <p:spPr>
              <a:xfrm>
                <a:off x="0" y="0"/>
                <a:ext cx="560156" cy="112302"/>
              </a:xfrm>
              <a:custGeom>
                <a:avLst/>
                <a:gdLst/>
                <a:ahLst/>
                <a:cxnLst/>
                <a:rect l="l" t="t" r="r" b="b"/>
                <a:pathLst>
                  <a:path w="560156" h="112302" extrusionOk="0">
                    <a:moveTo>
                      <a:pt x="56151" y="0"/>
                    </a:moveTo>
                    <a:lnTo>
                      <a:pt x="504004" y="0"/>
                    </a:lnTo>
                    <a:cubicBezTo>
                      <a:pt x="518897" y="0"/>
                      <a:pt x="533179" y="5916"/>
                      <a:pt x="543709" y="16446"/>
                    </a:cubicBezTo>
                    <a:cubicBezTo>
                      <a:pt x="554240" y="26977"/>
                      <a:pt x="560156" y="41259"/>
                      <a:pt x="560156" y="56151"/>
                    </a:cubicBezTo>
                    <a:lnTo>
                      <a:pt x="560156" y="56151"/>
                    </a:lnTo>
                    <a:cubicBezTo>
                      <a:pt x="560156" y="87162"/>
                      <a:pt x="535016" y="112302"/>
                      <a:pt x="504004" y="112302"/>
                    </a:cubicBezTo>
                    <a:lnTo>
                      <a:pt x="56151" y="112302"/>
                    </a:lnTo>
                    <a:cubicBezTo>
                      <a:pt x="41259" y="112302"/>
                      <a:pt x="26977" y="106386"/>
                      <a:pt x="16446" y="95856"/>
                    </a:cubicBezTo>
                    <a:cubicBezTo>
                      <a:pt x="5916" y="85326"/>
                      <a:pt x="0" y="71043"/>
                      <a:pt x="0" y="56151"/>
                    </a:cubicBezTo>
                    <a:lnTo>
                      <a:pt x="0" y="56151"/>
                    </a:lnTo>
                    <a:cubicBezTo>
                      <a:pt x="0" y="41259"/>
                      <a:pt x="5916" y="26977"/>
                      <a:pt x="16446" y="16446"/>
                    </a:cubicBezTo>
                    <a:cubicBezTo>
                      <a:pt x="26977" y="5916"/>
                      <a:pt x="41259" y="0"/>
                      <a:pt x="56151" y="0"/>
                    </a:cubicBezTo>
                    <a:close/>
                  </a:path>
                </a:pathLst>
              </a:custGeom>
              <a:solidFill>
                <a:srgbClr val="3B3A3A"/>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02" name="Google Shape;602;p13"/>
              <p:cNvSpPr txBox="1"/>
              <p:nvPr/>
            </p:nvSpPr>
            <p:spPr>
              <a:xfrm>
                <a:off x="0" y="-47625"/>
                <a:ext cx="560156" cy="159927"/>
              </a:xfrm>
              <a:prstGeom prst="rect">
                <a:avLst/>
              </a:prstGeom>
              <a:noFill/>
              <a:ln>
                <a:noFill/>
              </a:ln>
            </p:spPr>
            <p:txBody>
              <a:bodyPr spcFirstLastPara="1" wrap="square" lIns="33867" tIns="33867" rIns="33867" bIns="33867" anchor="ctr" anchorCtr="0">
                <a:noAutofit/>
              </a:bodyPr>
              <a:lstStyle/>
              <a:p>
                <a:pPr algn="ctr" defTabSz="609630">
                  <a:lnSpc>
                    <a:spcPct val="186666"/>
                  </a:lnSpc>
                  <a:buClr>
                    <a:srgbClr val="000000"/>
                  </a:buClr>
                </a:pPr>
                <a:endParaRPr sz="1200" kern="0">
                  <a:solidFill>
                    <a:srgbClr val="000000"/>
                  </a:solidFill>
                  <a:latin typeface="Calibri"/>
                  <a:ea typeface="Calibri"/>
                  <a:cs typeface="Calibri"/>
                  <a:sym typeface="Calibri"/>
                </a:endParaRPr>
              </a:p>
            </p:txBody>
          </p:sp>
        </p:grpSp>
        <p:grpSp>
          <p:nvGrpSpPr>
            <p:cNvPr id="603" name="Google Shape;603;p13"/>
            <p:cNvGrpSpPr/>
            <p:nvPr/>
          </p:nvGrpSpPr>
          <p:grpSpPr>
            <a:xfrm>
              <a:off x="4882719" y="-208563"/>
              <a:ext cx="1633034" cy="700364"/>
              <a:chOff x="0" y="-47625"/>
              <a:chExt cx="372901" cy="159927"/>
            </a:xfrm>
          </p:grpSpPr>
          <p:sp>
            <p:nvSpPr>
              <p:cNvPr id="604" name="Google Shape;604;p13"/>
              <p:cNvSpPr/>
              <p:nvPr/>
            </p:nvSpPr>
            <p:spPr>
              <a:xfrm>
                <a:off x="0" y="0"/>
                <a:ext cx="372901" cy="112302"/>
              </a:xfrm>
              <a:custGeom>
                <a:avLst/>
                <a:gdLst/>
                <a:ahLst/>
                <a:cxnLst/>
                <a:rect l="l" t="t" r="r" b="b"/>
                <a:pathLst>
                  <a:path w="372901" h="112302" extrusionOk="0">
                    <a:moveTo>
                      <a:pt x="56151" y="0"/>
                    </a:moveTo>
                    <a:lnTo>
                      <a:pt x="316750" y="0"/>
                    </a:lnTo>
                    <a:cubicBezTo>
                      <a:pt x="347762" y="0"/>
                      <a:pt x="372901" y="25140"/>
                      <a:pt x="372901" y="56151"/>
                    </a:cubicBezTo>
                    <a:lnTo>
                      <a:pt x="372901" y="56151"/>
                    </a:lnTo>
                    <a:cubicBezTo>
                      <a:pt x="372901" y="71043"/>
                      <a:pt x="366985" y="85326"/>
                      <a:pt x="356455" y="95856"/>
                    </a:cubicBezTo>
                    <a:cubicBezTo>
                      <a:pt x="345925" y="106386"/>
                      <a:pt x="331642" y="112302"/>
                      <a:pt x="316750" y="112302"/>
                    </a:cubicBezTo>
                    <a:lnTo>
                      <a:pt x="56151" y="112302"/>
                    </a:lnTo>
                    <a:cubicBezTo>
                      <a:pt x="41259" y="112302"/>
                      <a:pt x="26977" y="106386"/>
                      <a:pt x="16446" y="95856"/>
                    </a:cubicBezTo>
                    <a:cubicBezTo>
                      <a:pt x="5916" y="85326"/>
                      <a:pt x="0" y="71043"/>
                      <a:pt x="0" y="56151"/>
                    </a:cubicBezTo>
                    <a:lnTo>
                      <a:pt x="0" y="56151"/>
                    </a:lnTo>
                    <a:cubicBezTo>
                      <a:pt x="0" y="41259"/>
                      <a:pt x="5916" y="26977"/>
                      <a:pt x="16446" y="16446"/>
                    </a:cubicBezTo>
                    <a:cubicBezTo>
                      <a:pt x="26977" y="5916"/>
                      <a:pt x="41259" y="0"/>
                      <a:pt x="56151" y="0"/>
                    </a:cubicBezTo>
                    <a:close/>
                  </a:path>
                </a:pathLst>
              </a:custGeom>
              <a:solidFill>
                <a:srgbClr val="3B3A3A"/>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05" name="Google Shape;605;p13"/>
              <p:cNvSpPr txBox="1"/>
              <p:nvPr/>
            </p:nvSpPr>
            <p:spPr>
              <a:xfrm>
                <a:off x="0" y="-47625"/>
                <a:ext cx="372901" cy="159927"/>
              </a:xfrm>
              <a:prstGeom prst="rect">
                <a:avLst/>
              </a:prstGeom>
              <a:noFill/>
              <a:ln>
                <a:noFill/>
              </a:ln>
            </p:spPr>
            <p:txBody>
              <a:bodyPr spcFirstLastPara="1" wrap="square" lIns="33867" tIns="33867" rIns="33867" bIns="33867" anchor="ctr" anchorCtr="0">
                <a:noAutofit/>
              </a:bodyPr>
              <a:lstStyle/>
              <a:p>
                <a:pPr algn="ctr" defTabSz="609630">
                  <a:lnSpc>
                    <a:spcPct val="186666"/>
                  </a:lnSpc>
                  <a:buClr>
                    <a:srgbClr val="000000"/>
                  </a:buClr>
                </a:pPr>
                <a:endParaRPr sz="1200" kern="0">
                  <a:solidFill>
                    <a:srgbClr val="000000"/>
                  </a:solidFill>
                  <a:latin typeface="Calibri"/>
                  <a:ea typeface="Calibri"/>
                  <a:cs typeface="Calibri"/>
                  <a:sym typeface="Calibri"/>
                </a:endParaRPr>
              </a:p>
            </p:txBody>
          </p:sp>
        </p:grpSp>
        <p:grpSp>
          <p:nvGrpSpPr>
            <p:cNvPr id="606" name="Google Shape;606;p13"/>
            <p:cNvGrpSpPr/>
            <p:nvPr/>
          </p:nvGrpSpPr>
          <p:grpSpPr>
            <a:xfrm>
              <a:off x="691427" y="1675891"/>
              <a:ext cx="1633034" cy="700364"/>
              <a:chOff x="0" y="-47625"/>
              <a:chExt cx="372901" cy="159927"/>
            </a:xfrm>
          </p:grpSpPr>
          <p:sp>
            <p:nvSpPr>
              <p:cNvPr id="607" name="Google Shape;607;p13"/>
              <p:cNvSpPr/>
              <p:nvPr/>
            </p:nvSpPr>
            <p:spPr>
              <a:xfrm>
                <a:off x="0" y="0"/>
                <a:ext cx="372901" cy="112302"/>
              </a:xfrm>
              <a:custGeom>
                <a:avLst/>
                <a:gdLst/>
                <a:ahLst/>
                <a:cxnLst/>
                <a:rect l="l" t="t" r="r" b="b"/>
                <a:pathLst>
                  <a:path w="372901" h="112302" extrusionOk="0">
                    <a:moveTo>
                      <a:pt x="56151" y="0"/>
                    </a:moveTo>
                    <a:lnTo>
                      <a:pt x="316750" y="0"/>
                    </a:lnTo>
                    <a:cubicBezTo>
                      <a:pt x="347762" y="0"/>
                      <a:pt x="372901" y="25140"/>
                      <a:pt x="372901" y="56151"/>
                    </a:cubicBezTo>
                    <a:lnTo>
                      <a:pt x="372901" y="56151"/>
                    </a:lnTo>
                    <a:cubicBezTo>
                      <a:pt x="372901" y="71043"/>
                      <a:pt x="366985" y="85326"/>
                      <a:pt x="356455" y="95856"/>
                    </a:cubicBezTo>
                    <a:cubicBezTo>
                      <a:pt x="345925" y="106386"/>
                      <a:pt x="331642" y="112302"/>
                      <a:pt x="316750" y="112302"/>
                    </a:cubicBezTo>
                    <a:lnTo>
                      <a:pt x="56151" y="112302"/>
                    </a:lnTo>
                    <a:cubicBezTo>
                      <a:pt x="41259" y="112302"/>
                      <a:pt x="26977" y="106386"/>
                      <a:pt x="16446" y="95856"/>
                    </a:cubicBezTo>
                    <a:cubicBezTo>
                      <a:pt x="5916" y="85326"/>
                      <a:pt x="0" y="71043"/>
                      <a:pt x="0" y="56151"/>
                    </a:cubicBezTo>
                    <a:lnTo>
                      <a:pt x="0" y="56151"/>
                    </a:lnTo>
                    <a:cubicBezTo>
                      <a:pt x="0" y="41259"/>
                      <a:pt x="5916" y="26977"/>
                      <a:pt x="16446" y="16446"/>
                    </a:cubicBezTo>
                    <a:cubicBezTo>
                      <a:pt x="26977" y="5916"/>
                      <a:pt x="41259" y="0"/>
                      <a:pt x="56151" y="0"/>
                    </a:cubicBezTo>
                    <a:close/>
                  </a:path>
                </a:pathLst>
              </a:custGeom>
              <a:solidFill>
                <a:srgbClr val="7ED957"/>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08" name="Google Shape;608;p13"/>
              <p:cNvSpPr txBox="1"/>
              <p:nvPr/>
            </p:nvSpPr>
            <p:spPr>
              <a:xfrm>
                <a:off x="0" y="-47625"/>
                <a:ext cx="372901" cy="159927"/>
              </a:xfrm>
              <a:prstGeom prst="rect">
                <a:avLst/>
              </a:prstGeom>
              <a:noFill/>
              <a:ln>
                <a:noFill/>
              </a:ln>
            </p:spPr>
            <p:txBody>
              <a:bodyPr spcFirstLastPara="1" wrap="square" lIns="33867" tIns="33867" rIns="33867" bIns="33867" anchor="ctr" anchorCtr="0">
                <a:noAutofit/>
              </a:bodyPr>
              <a:lstStyle/>
              <a:p>
                <a:pPr algn="ctr" defTabSz="609630">
                  <a:lnSpc>
                    <a:spcPct val="186666"/>
                  </a:lnSpc>
                  <a:buClr>
                    <a:srgbClr val="000000"/>
                  </a:buClr>
                </a:pPr>
                <a:endParaRPr sz="1200" kern="0">
                  <a:solidFill>
                    <a:srgbClr val="000000"/>
                  </a:solidFill>
                  <a:latin typeface="Calibri"/>
                  <a:ea typeface="Calibri"/>
                  <a:cs typeface="Calibri"/>
                  <a:sym typeface="Calibri"/>
                </a:endParaRPr>
              </a:p>
            </p:txBody>
          </p:sp>
        </p:grpSp>
        <p:grpSp>
          <p:nvGrpSpPr>
            <p:cNvPr id="609" name="Google Shape;609;p13"/>
            <p:cNvGrpSpPr/>
            <p:nvPr/>
          </p:nvGrpSpPr>
          <p:grpSpPr>
            <a:xfrm>
              <a:off x="1160019" y="2617202"/>
              <a:ext cx="1633034" cy="700364"/>
              <a:chOff x="0" y="-47625"/>
              <a:chExt cx="372901" cy="159927"/>
            </a:xfrm>
          </p:grpSpPr>
          <p:sp>
            <p:nvSpPr>
              <p:cNvPr id="610" name="Google Shape;610;p13"/>
              <p:cNvSpPr/>
              <p:nvPr/>
            </p:nvSpPr>
            <p:spPr>
              <a:xfrm>
                <a:off x="0" y="0"/>
                <a:ext cx="372901" cy="112302"/>
              </a:xfrm>
              <a:custGeom>
                <a:avLst/>
                <a:gdLst/>
                <a:ahLst/>
                <a:cxnLst/>
                <a:rect l="l" t="t" r="r" b="b"/>
                <a:pathLst>
                  <a:path w="372901" h="112302" extrusionOk="0">
                    <a:moveTo>
                      <a:pt x="56151" y="0"/>
                    </a:moveTo>
                    <a:lnTo>
                      <a:pt x="316750" y="0"/>
                    </a:lnTo>
                    <a:cubicBezTo>
                      <a:pt x="347762" y="0"/>
                      <a:pt x="372901" y="25140"/>
                      <a:pt x="372901" y="56151"/>
                    </a:cubicBezTo>
                    <a:lnTo>
                      <a:pt x="372901" y="56151"/>
                    </a:lnTo>
                    <a:cubicBezTo>
                      <a:pt x="372901" y="71043"/>
                      <a:pt x="366985" y="85326"/>
                      <a:pt x="356455" y="95856"/>
                    </a:cubicBezTo>
                    <a:cubicBezTo>
                      <a:pt x="345925" y="106386"/>
                      <a:pt x="331642" y="112302"/>
                      <a:pt x="316750" y="112302"/>
                    </a:cubicBezTo>
                    <a:lnTo>
                      <a:pt x="56151" y="112302"/>
                    </a:lnTo>
                    <a:cubicBezTo>
                      <a:pt x="41259" y="112302"/>
                      <a:pt x="26977" y="106386"/>
                      <a:pt x="16446" y="95856"/>
                    </a:cubicBezTo>
                    <a:cubicBezTo>
                      <a:pt x="5916" y="85326"/>
                      <a:pt x="0" y="71043"/>
                      <a:pt x="0" y="56151"/>
                    </a:cubicBezTo>
                    <a:lnTo>
                      <a:pt x="0" y="56151"/>
                    </a:lnTo>
                    <a:cubicBezTo>
                      <a:pt x="0" y="41259"/>
                      <a:pt x="5916" y="26977"/>
                      <a:pt x="16446" y="16446"/>
                    </a:cubicBezTo>
                    <a:cubicBezTo>
                      <a:pt x="26977" y="5916"/>
                      <a:pt x="41259" y="0"/>
                      <a:pt x="56151" y="0"/>
                    </a:cubicBezTo>
                    <a:close/>
                  </a:path>
                </a:pathLst>
              </a:custGeom>
              <a:solidFill>
                <a:srgbClr val="7ED957"/>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11" name="Google Shape;611;p13"/>
              <p:cNvSpPr txBox="1"/>
              <p:nvPr/>
            </p:nvSpPr>
            <p:spPr>
              <a:xfrm>
                <a:off x="0" y="-47625"/>
                <a:ext cx="372901" cy="159927"/>
              </a:xfrm>
              <a:prstGeom prst="rect">
                <a:avLst/>
              </a:prstGeom>
              <a:noFill/>
              <a:ln>
                <a:noFill/>
              </a:ln>
            </p:spPr>
            <p:txBody>
              <a:bodyPr spcFirstLastPara="1" wrap="square" lIns="33867" tIns="33867" rIns="33867" bIns="33867" anchor="ctr" anchorCtr="0">
                <a:noAutofit/>
              </a:bodyPr>
              <a:lstStyle/>
              <a:p>
                <a:pPr algn="ctr" defTabSz="609630">
                  <a:lnSpc>
                    <a:spcPct val="186666"/>
                  </a:lnSpc>
                  <a:buClr>
                    <a:srgbClr val="000000"/>
                  </a:buClr>
                </a:pPr>
                <a:endParaRPr sz="1200" kern="0">
                  <a:solidFill>
                    <a:srgbClr val="000000"/>
                  </a:solidFill>
                  <a:latin typeface="Calibri"/>
                  <a:ea typeface="Calibri"/>
                  <a:cs typeface="Calibri"/>
                  <a:sym typeface="Calibri"/>
                </a:endParaRPr>
              </a:p>
            </p:txBody>
          </p:sp>
        </p:grpSp>
        <p:grpSp>
          <p:nvGrpSpPr>
            <p:cNvPr id="612" name="Google Shape;612;p13"/>
            <p:cNvGrpSpPr/>
            <p:nvPr/>
          </p:nvGrpSpPr>
          <p:grpSpPr>
            <a:xfrm>
              <a:off x="2956287" y="733664"/>
              <a:ext cx="995228" cy="700364"/>
              <a:chOff x="0" y="-47625"/>
              <a:chExt cx="227259" cy="159927"/>
            </a:xfrm>
          </p:grpSpPr>
          <p:sp>
            <p:nvSpPr>
              <p:cNvPr id="613" name="Google Shape;613;p13"/>
              <p:cNvSpPr/>
              <p:nvPr/>
            </p:nvSpPr>
            <p:spPr>
              <a:xfrm>
                <a:off x="0" y="0"/>
                <a:ext cx="227259" cy="112302"/>
              </a:xfrm>
              <a:custGeom>
                <a:avLst/>
                <a:gdLst/>
                <a:ahLst/>
                <a:cxnLst/>
                <a:rect l="l" t="t" r="r" b="b"/>
                <a:pathLst>
                  <a:path w="227259" h="112302" extrusionOk="0">
                    <a:moveTo>
                      <a:pt x="56151" y="0"/>
                    </a:moveTo>
                    <a:lnTo>
                      <a:pt x="171108" y="0"/>
                    </a:lnTo>
                    <a:cubicBezTo>
                      <a:pt x="186000" y="0"/>
                      <a:pt x="200283" y="5916"/>
                      <a:pt x="210813" y="16446"/>
                    </a:cubicBezTo>
                    <a:cubicBezTo>
                      <a:pt x="221343" y="26977"/>
                      <a:pt x="227259" y="41259"/>
                      <a:pt x="227259" y="56151"/>
                    </a:cubicBezTo>
                    <a:lnTo>
                      <a:pt x="227259" y="56151"/>
                    </a:lnTo>
                    <a:cubicBezTo>
                      <a:pt x="227259" y="87162"/>
                      <a:pt x="202120" y="112302"/>
                      <a:pt x="171108" y="112302"/>
                    </a:cubicBezTo>
                    <a:lnTo>
                      <a:pt x="56151" y="112302"/>
                    </a:lnTo>
                    <a:cubicBezTo>
                      <a:pt x="41259" y="112302"/>
                      <a:pt x="26977" y="106386"/>
                      <a:pt x="16446" y="95856"/>
                    </a:cubicBezTo>
                    <a:cubicBezTo>
                      <a:pt x="5916" y="85326"/>
                      <a:pt x="0" y="71043"/>
                      <a:pt x="0" y="56151"/>
                    </a:cubicBezTo>
                    <a:lnTo>
                      <a:pt x="0" y="56151"/>
                    </a:lnTo>
                    <a:cubicBezTo>
                      <a:pt x="0" y="41259"/>
                      <a:pt x="5916" y="26977"/>
                      <a:pt x="16446" y="16446"/>
                    </a:cubicBezTo>
                    <a:cubicBezTo>
                      <a:pt x="26977" y="5916"/>
                      <a:pt x="41259" y="0"/>
                      <a:pt x="56151" y="0"/>
                    </a:cubicBezTo>
                    <a:close/>
                  </a:path>
                </a:pathLst>
              </a:custGeom>
              <a:solidFill>
                <a:srgbClr val="FFDE59"/>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14" name="Google Shape;614;p13"/>
              <p:cNvSpPr txBox="1"/>
              <p:nvPr/>
            </p:nvSpPr>
            <p:spPr>
              <a:xfrm>
                <a:off x="0" y="-47625"/>
                <a:ext cx="227259" cy="159927"/>
              </a:xfrm>
              <a:prstGeom prst="rect">
                <a:avLst/>
              </a:prstGeom>
              <a:noFill/>
              <a:ln>
                <a:noFill/>
              </a:ln>
            </p:spPr>
            <p:txBody>
              <a:bodyPr spcFirstLastPara="1" wrap="square" lIns="33867" tIns="33867" rIns="33867" bIns="33867" anchor="ctr" anchorCtr="0">
                <a:noAutofit/>
              </a:bodyPr>
              <a:lstStyle/>
              <a:p>
                <a:pPr algn="ctr" defTabSz="609630">
                  <a:lnSpc>
                    <a:spcPct val="186666"/>
                  </a:lnSpc>
                  <a:buClr>
                    <a:srgbClr val="000000"/>
                  </a:buClr>
                </a:pPr>
                <a:endParaRPr sz="1200" kern="0">
                  <a:solidFill>
                    <a:srgbClr val="000000"/>
                  </a:solidFill>
                  <a:latin typeface="Calibri"/>
                  <a:ea typeface="Calibri"/>
                  <a:cs typeface="Calibri"/>
                  <a:sym typeface="Calibri"/>
                </a:endParaRPr>
              </a:p>
            </p:txBody>
          </p:sp>
        </p:grpSp>
        <p:grpSp>
          <p:nvGrpSpPr>
            <p:cNvPr id="615" name="Google Shape;615;p13"/>
            <p:cNvGrpSpPr/>
            <p:nvPr/>
          </p:nvGrpSpPr>
          <p:grpSpPr>
            <a:xfrm>
              <a:off x="0" y="2617202"/>
              <a:ext cx="995228" cy="700364"/>
              <a:chOff x="0" y="-47625"/>
              <a:chExt cx="227259" cy="159927"/>
            </a:xfrm>
          </p:grpSpPr>
          <p:sp>
            <p:nvSpPr>
              <p:cNvPr id="616" name="Google Shape;616;p13"/>
              <p:cNvSpPr/>
              <p:nvPr/>
            </p:nvSpPr>
            <p:spPr>
              <a:xfrm>
                <a:off x="0" y="0"/>
                <a:ext cx="227259" cy="112302"/>
              </a:xfrm>
              <a:custGeom>
                <a:avLst/>
                <a:gdLst/>
                <a:ahLst/>
                <a:cxnLst/>
                <a:rect l="l" t="t" r="r" b="b"/>
                <a:pathLst>
                  <a:path w="227259" h="112302" extrusionOk="0">
                    <a:moveTo>
                      <a:pt x="56151" y="0"/>
                    </a:moveTo>
                    <a:lnTo>
                      <a:pt x="171108" y="0"/>
                    </a:lnTo>
                    <a:cubicBezTo>
                      <a:pt x="186000" y="0"/>
                      <a:pt x="200283" y="5916"/>
                      <a:pt x="210813" y="16446"/>
                    </a:cubicBezTo>
                    <a:cubicBezTo>
                      <a:pt x="221343" y="26977"/>
                      <a:pt x="227259" y="41259"/>
                      <a:pt x="227259" y="56151"/>
                    </a:cubicBezTo>
                    <a:lnTo>
                      <a:pt x="227259" y="56151"/>
                    </a:lnTo>
                    <a:cubicBezTo>
                      <a:pt x="227259" y="87162"/>
                      <a:pt x="202120" y="112302"/>
                      <a:pt x="171108" y="112302"/>
                    </a:cubicBezTo>
                    <a:lnTo>
                      <a:pt x="56151" y="112302"/>
                    </a:lnTo>
                    <a:cubicBezTo>
                      <a:pt x="41259" y="112302"/>
                      <a:pt x="26977" y="106386"/>
                      <a:pt x="16446" y="95856"/>
                    </a:cubicBezTo>
                    <a:cubicBezTo>
                      <a:pt x="5916" y="85326"/>
                      <a:pt x="0" y="71043"/>
                      <a:pt x="0" y="56151"/>
                    </a:cubicBezTo>
                    <a:lnTo>
                      <a:pt x="0" y="56151"/>
                    </a:lnTo>
                    <a:cubicBezTo>
                      <a:pt x="0" y="41259"/>
                      <a:pt x="5916" y="26977"/>
                      <a:pt x="16446" y="16446"/>
                    </a:cubicBezTo>
                    <a:cubicBezTo>
                      <a:pt x="26977" y="5916"/>
                      <a:pt x="41259" y="0"/>
                      <a:pt x="56151" y="0"/>
                    </a:cubicBezTo>
                    <a:close/>
                  </a:path>
                </a:pathLst>
              </a:custGeom>
              <a:solidFill>
                <a:srgbClr val="545454"/>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17" name="Google Shape;617;p13"/>
              <p:cNvSpPr txBox="1"/>
              <p:nvPr/>
            </p:nvSpPr>
            <p:spPr>
              <a:xfrm>
                <a:off x="0" y="-47625"/>
                <a:ext cx="227259" cy="159927"/>
              </a:xfrm>
              <a:prstGeom prst="rect">
                <a:avLst/>
              </a:prstGeom>
              <a:noFill/>
              <a:ln>
                <a:noFill/>
              </a:ln>
            </p:spPr>
            <p:txBody>
              <a:bodyPr spcFirstLastPara="1" wrap="square" lIns="33867" tIns="33867" rIns="33867" bIns="33867" anchor="ctr" anchorCtr="0">
                <a:noAutofit/>
              </a:bodyPr>
              <a:lstStyle/>
              <a:p>
                <a:pPr algn="ctr" defTabSz="609630">
                  <a:lnSpc>
                    <a:spcPct val="186666"/>
                  </a:lnSpc>
                  <a:buClr>
                    <a:srgbClr val="000000"/>
                  </a:buClr>
                </a:pPr>
                <a:endParaRPr sz="1200" kern="0">
                  <a:solidFill>
                    <a:srgbClr val="000000"/>
                  </a:solidFill>
                  <a:latin typeface="Calibri"/>
                  <a:ea typeface="Calibri"/>
                  <a:cs typeface="Calibri"/>
                  <a:sym typeface="Calibri"/>
                </a:endParaRPr>
              </a:p>
            </p:txBody>
          </p:sp>
        </p:grpSp>
        <p:grpSp>
          <p:nvGrpSpPr>
            <p:cNvPr id="618" name="Google Shape;618;p13"/>
            <p:cNvGrpSpPr/>
            <p:nvPr/>
          </p:nvGrpSpPr>
          <p:grpSpPr>
            <a:xfrm>
              <a:off x="3740791" y="-208563"/>
              <a:ext cx="995228" cy="700364"/>
              <a:chOff x="0" y="-47625"/>
              <a:chExt cx="227259" cy="159927"/>
            </a:xfrm>
          </p:grpSpPr>
          <p:sp>
            <p:nvSpPr>
              <p:cNvPr id="619" name="Google Shape;619;p13"/>
              <p:cNvSpPr/>
              <p:nvPr/>
            </p:nvSpPr>
            <p:spPr>
              <a:xfrm>
                <a:off x="0" y="0"/>
                <a:ext cx="227259" cy="112302"/>
              </a:xfrm>
              <a:custGeom>
                <a:avLst/>
                <a:gdLst/>
                <a:ahLst/>
                <a:cxnLst/>
                <a:rect l="l" t="t" r="r" b="b"/>
                <a:pathLst>
                  <a:path w="227259" h="112302" extrusionOk="0">
                    <a:moveTo>
                      <a:pt x="56151" y="0"/>
                    </a:moveTo>
                    <a:lnTo>
                      <a:pt x="171108" y="0"/>
                    </a:lnTo>
                    <a:cubicBezTo>
                      <a:pt x="186000" y="0"/>
                      <a:pt x="200283" y="5916"/>
                      <a:pt x="210813" y="16446"/>
                    </a:cubicBezTo>
                    <a:cubicBezTo>
                      <a:pt x="221343" y="26977"/>
                      <a:pt x="227259" y="41259"/>
                      <a:pt x="227259" y="56151"/>
                    </a:cubicBezTo>
                    <a:lnTo>
                      <a:pt x="227259" y="56151"/>
                    </a:lnTo>
                    <a:cubicBezTo>
                      <a:pt x="227259" y="87162"/>
                      <a:pt x="202120" y="112302"/>
                      <a:pt x="171108" y="112302"/>
                    </a:cubicBezTo>
                    <a:lnTo>
                      <a:pt x="56151" y="112302"/>
                    </a:lnTo>
                    <a:cubicBezTo>
                      <a:pt x="41259" y="112302"/>
                      <a:pt x="26977" y="106386"/>
                      <a:pt x="16446" y="95856"/>
                    </a:cubicBezTo>
                    <a:cubicBezTo>
                      <a:pt x="5916" y="85326"/>
                      <a:pt x="0" y="71043"/>
                      <a:pt x="0" y="56151"/>
                    </a:cubicBezTo>
                    <a:lnTo>
                      <a:pt x="0" y="56151"/>
                    </a:lnTo>
                    <a:cubicBezTo>
                      <a:pt x="0" y="41259"/>
                      <a:pt x="5916" y="26977"/>
                      <a:pt x="16446" y="16446"/>
                    </a:cubicBezTo>
                    <a:cubicBezTo>
                      <a:pt x="26977" y="5916"/>
                      <a:pt x="41259" y="0"/>
                      <a:pt x="56151" y="0"/>
                    </a:cubicBezTo>
                    <a:close/>
                  </a:path>
                </a:pathLst>
              </a:custGeom>
              <a:solidFill>
                <a:srgbClr val="7ED957"/>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0" name="Google Shape;620;p13"/>
              <p:cNvSpPr txBox="1"/>
              <p:nvPr/>
            </p:nvSpPr>
            <p:spPr>
              <a:xfrm>
                <a:off x="0" y="-47625"/>
                <a:ext cx="227259" cy="159927"/>
              </a:xfrm>
              <a:prstGeom prst="rect">
                <a:avLst/>
              </a:prstGeom>
              <a:noFill/>
              <a:ln>
                <a:noFill/>
              </a:ln>
            </p:spPr>
            <p:txBody>
              <a:bodyPr spcFirstLastPara="1" wrap="square" lIns="33867" tIns="33867" rIns="33867" bIns="33867" anchor="ctr" anchorCtr="0">
                <a:noAutofit/>
              </a:bodyPr>
              <a:lstStyle/>
              <a:p>
                <a:pPr algn="ctr" defTabSz="609630">
                  <a:lnSpc>
                    <a:spcPct val="186666"/>
                  </a:lnSpc>
                  <a:buClr>
                    <a:srgbClr val="000000"/>
                  </a:buClr>
                </a:pPr>
                <a:endParaRPr sz="1200" kern="0">
                  <a:solidFill>
                    <a:srgbClr val="000000"/>
                  </a:solidFill>
                  <a:latin typeface="Calibri"/>
                  <a:ea typeface="Calibri"/>
                  <a:cs typeface="Calibri"/>
                  <a:sym typeface="Calibri"/>
                </a:endParaRPr>
              </a:p>
            </p:txBody>
          </p:sp>
        </p:grpSp>
      </p:grpSp>
    </p:spTree>
    <p:extLst>
      <p:ext uri="{BB962C8B-B14F-4D97-AF65-F5344CB8AC3E}">
        <p14:creationId xmlns:p14="http://schemas.microsoft.com/office/powerpoint/2010/main" val="2029872749"/>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24042" y="217287"/>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a:solidFill>
            <a:schemeClr val="accent1"/>
          </a:solidFill>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60"/>
            <a:ext cx="10326008" cy="1062920"/>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5756" kern="0" dirty="0">
                <a:solidFill>
                  <a:srgbClr val="FFFFFF"/>
                </a:solidFill>
                <a:latin typeface="Courier"/>
                <a:cs typeface="Arial"/>
                <a:sym typeface="Courier"/>
              </a:rPr>
              <a:t>Why do we need function</a:t>
            </a:r>
            <a:endParaRPr sz="933"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7" name="Rectangle 1">
            <a:extLst>
              <a:ext uri="{FF2B5EF4-FFF2-40B4-BE49-F238E27FC236}">
                <a16:creationId xmlns:a16="http://schemas.microsoft.com/office/drawing/2014/main" id="{20F41085-CE44-7E37-23E2-A522BDCBBFCD}"/>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6" name="Google Shape;649;p14">
            <a:extLst>
              <a:ext uri="{FF2B5EF4-FFF2-40B4-BE49-F238E27FC236}">
                <a16:creationId xmlns:a16="http://schemas.microsoft.com/office/drawing/2014/main" id="{E3BB16DC-967E-47C6-3CF3-8F532C8FEA25}"/>
              </a:ext>
            </a:extLst>
          </p:cNvPr>
          <p:cNvSpPr txBox="1"/>
          <p:nvPr/>
        </p:nvSpPr>
        <p:spPr>
          <a:xfrm>
            <a:off x="1015964" y="2271500"/>
            <a:ext cx="9512337" cy="4022255"/>
          </a:xfrm>
          <a:prstGeom prst="rect">
            <a:avLst/>
          </a:prstGeom>
          <a:noFill/>
          <a:ln>
            <a:noFill/>
          </a:ln>
        </p:spPr>
        <p:txBody>
          <a:bodyPr spcFirstLastPara="1" wrap="square" lIns="0" tIns="0" rIns="0" bIns="0" anchor="t" anchorCtr="0">
            <a:spAutoFit/>
          </a:bodyPr>
          <a:lstStyle/>
          <a:p>
            <a:pPr marL="304815" indent="-304815" defTabSz="609630">
              <a:lnSpc>
                <a:spcPct val="139958"/>
              </a:lnSpc>
              <a:buClr>
                <a:srgbClr val="FFFFFF"/>
              </a:buClr>
              <a:buFont typeface="Arial" panose="020B0604020202020204" pitchFamily="34" charset="0"/>
              <a:buChar char="•"/>
            </a:pPr>
            <a:endParaRPr lang="en-US" sz="1867" kern="0" dirty="0">
              <a:solidFill>
                <a:srgbClr val="FFFFFF"/>
              </a:solidFill>
              <a:latin typeface="Roboto Mono"/>
              <a:ea typeface="Roboto Mono"/>
              <a:cs typeface="Arial"/>
              <a:sym typeface="Roboto Mono"/>
            </a:endParaRPr>
          </a:p>
          <a:p>
            <a:pPr marL="304815" indent="-304815" defTabSz="609630">
              <a:lnSpc>
                <a:spcPct val="139958"/>
              </a:lnSpc>
              <a:buClr>
                <a:srgbClr val="FFFFFF"/>
              </a:buClr>
              <a:buFont typeface="Arial" panose="020B0604020202020204" pitchFamily="34" charset="0"/>
              <a:buChar char="•"/>
            </a:pPr>
            <a:r>
              <a:rPr lang="en-US" sz="1867" kern="0" dirty="0">
                <a:solidFill>
                  <a:srgbClr val="FFFFFF"/>
                </a:solidFill>
                <a:latin typeface="Roboto Mono"/>
                <a:ea typeface="Roboto Mono"/>
                <a:cs typeface="Arial"/>
                <a:sym typeface="Roboto Mono"/>
              </a:rPr>
              <a:t>Enable code reuse, reducing redundancy.</a:t>
            </a:r>
          </a:p>
          <a:p>
            <a:pPr marL="304815" indent="-304815" defTabSz="609630">
              <a:lnSpc>
                <a:spcPct val="139958"/>
              </a:lnSpc>
              <a:buClr>
                <a:srgbClr val="FFFFFF"/>
              </a:buClr>
              <a:buFont typeface="Arial" panose="020B0604020202020204" pitchFamily="34" charset="0"/>
              <a:buChar char="•"/>
            </a:pPr>
            <a:r>
              <a:rPr lang="en-US" sz="1867" kern="0" dirty="0">
                <a:solidFill>
                  <a:srgbClr val="FFFFFF"/>
                </a:solidFill>
                <a:latin typeface="Roboto Mono"/>
                <a:ea typeface="Roboto Mono"/>
                <a:cs typeface="Arial"/>
                <a:sym typeface="Roboto Mono"/>
              </a:rPr>
              <a:t>Abstract away complex logic into named entities.</a:t>
            </a:r>
          </a:p>
          <a:p>
            <a:pPr marL="304815" indent="-304815" defTabSz="609630">
              <a:lnSpc>
                <a:spcPct val="139958"/>
              </a:lnSpc>
              <a:buClr>
                <a:srgbClr val="FFFFFF"/>
              </a:buClr>
              <a:buFont typeface="Arial" panose="020B0604020202020204" pitchFamily="34" charset="0"/>
              <a:buChar char="•"/>
            </a:pPr>
            <a:r>
              <a:rPr lang="en-US" sz="1867" kern="0" dirty="0">
                <a:solidFill>
                  <a:srgbClr val="FFFFFF"/>
                </a:solidFill>
                <a:latin typeface="Roboto Mono"/>
                <a:ea typeface="Roboto Mono"/>
                <a:cs typeface="Arial"/>
                <a:sym typeface="Roboto Mono"/>
              </a:rPr>
              <a:t>Promote modularity, making code easier to understand, test, and maintain.</a:t>
            </a:r>
          </a:p>
          <a:p>
            <a:pPr marL="304815" indent="-304815" defTabSz="609630">
              <a:lnSpc>
                <a:spcPct val="139958"/>
              </a:lnSpc>
              <a:buClr>
                <a:srgbClr val="FFFFFF"/>
              </a:buClr>
              <a:buFont typeface="Arial" panose="020B0604020202020204" pitchFamily="34" charset="0"/>
              <a:buChar char="•"/>
            </a:pPr>
            <a:r>
              <a:rPr lang="en-US" sz="1867" kern="0" dirty="0">
                <a:solidFill>
                  <a:srgbClr val="FFFFFF"/>
                </a:solidFill>
                <a:latin typeface="Roboto Mono"/>
                <a:ea typeface="Roboto Mono"/>
                <a:cs typeface="Arial"/>
                <a:sym typeface="Roboto Mono"/>
              </a:rPr>
              <a:t>Enhance readability by giving meaningful names to different parts of the code.</a:t>
            </a:r>
          </a:p>
          <a:p>
            <a:pPr marL="304815" indent="-304815" defTabSz="609630">
              <a:lnSpc>
                <a:spcPct val="139958"/>
              </a:lnSpc>
              <a:buClr>
                <a:srgbClr val="FFFFFF"/>
              </a:buClr>
              <a:buFont typeface="Arial" panose="020B0604020202020204" pitchFamily="34" charset="0"/>
              <a:buChar char="•"/>
            </a:pPr>
            <a:r>
              <a:rPr lang="en-US" sz="1867" kern="0" dirty="0">
                <a:solidFill>
                  <a:srgbClr val="FFFFFF"/>
                </a:solidFill>
                <a:latin typeface="Roboto Mono"/>
                <a:ea typeface="Roboto Mono"/>
                <a:cs typeface="Arial"/>
                <a:sym typeface="Roboto Mono"/>
              </a:rPr>
              <a:t>Facilitate testing by isolating specific functionality.</a:t>
            </a:r>
          </a:p>
          <a:p>
            <a:pPr marL="304815" indent="-304815" defTabSz="609630">
              <a:lnSpc>
                <a:spcPct val="139958"/>
              </a:lnSpc>
              <a:buClr>
                <a:srgbClr val="FFFFFF"/>
              </a:buClr>
              <a:buFont typeface="Arial" panose="020B0604020202020204" pitchFamily="34" charset="0"/>
              <a:buChar char="•"/>
            </a:pPr>
            <a:r>
              <a:rPr lang="en-US" sz="1867" kern="0" dirty="0">
                <a:solidFill>
                  <a:srgbClr val="FFFFFF"/>
                </a:solidFill>
                <a:latin typeface="Roboto Mono"/>
                <a:ea typeface="Roboto Mono"/>
                <a:cs typeface="Arial"/>
                <a:sym typeface="Roboto Mono"/>
              </a:rPr>
              <a:t>Encapsulate related functionality together, providing a clean interface. </a:t>
            </a:r>
          </a:p>
        </p:txBody>
      </p:sp>
      <p:sp>
        <p:nvSpPr>
          <p:cNvPr id="3" name="Rectangle 1">
            <a:extLst>
              <a:ext uri="{FF2B5EF4-FFF2-40B4-BE49-F238E27FC236}">
                <a16:creationId xmlns:a16="http://schemas.microsoft.com/office/drawing/2014/main" id="{0E9B0D59-3084-D5BA-88A0-D33BADA639E4}"/>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4" name="Rectangle 1">
            <a:extLst>
              <a:ext uri="{FF2B5EF4-FFF2-40B4-BE49-F238E27FC236}">
                <a16:creationId xmlns:a16="http://schemas.microsoft.com/office/drawing/2014/main" id="{23F2007E-42F7-9440-F3A0-FD42A273BA15}"/>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6" name="Rectangle 5">
            <a:extLst>
              <a:ext uri="{FF2B5EF4-FFF2-40B4-BE49-F238E27FC236}">
                <a16:creationId xmlns:a16="http://schemas.microsoft.com/office/drawing/2014/main" id="{9F5FADB2-91AF-D4FA-A045-82F997FBBD17}"/>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5" name="Rectangle 1">
            <a:extLst>
              <a:ext uri="{FF2B5EF4-FFF2-40B4-BE49-F238E27FC236}">
                <a16:creationId xmlns:a16="http://schemas.microsoft.com/office/drawing/2014/main" id="{E6496D04-2116-A83E-095C-4F80A7E97EC5}"/>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9" name="Rectangle 2">
            <a:extLst>
              <a:ext uri="{FF2B5EF4-FFF2-40B4-BE49-F238E27FC236}">
                <a16:creationId xmlns:a16="http://schemas.microsoft.com/office/drawing/2014/main" id="{3E458D6A-E9DB-1287-7EA5-E23645965E69}"/>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2" name="Rectangle 2">
            <a:extLst>
              <a:ext uri="{FF2B5EF4-FFF2-40B4-BE49-F238E27FC236}">
                <a16:creationId xmlns:a16="http://schemas.microsoft.com/office/drawing/2014/main" id="{FBB22B93-F8CC-6F00-52DE-0350807328D2}"/>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3" name="Rectangle 3">
            <a:extLst>
              <a:ext uri="{FF2B5EF4-FFF2-40B4-BE49-F238E27FC236}">
                <a16:creationId xmlns:a16="http://schemas.microsoft.com/office/drawing/2014/main" id="{18B7A569-70FF-9BCA-F988-F9B46A585DE3}"/>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4" name="Rectangle 4">
            <a:extLst>
              <a:ext uri="{FF2B5EF4-FFF2-40B4-BE49-F238E27FC236}">
                <a16:creationId xmlns:a16="http://schemas.microsoft.com/office/drawing/2014/main" id="{2FCDB2EA-91A1-15F5-FC81-BD234CFC7F07}"/>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8" name="Rectangle 1">
            <a:extLst>
              <a:ext uri="{FF2B5EF4-FFF2-40B4-BE49-F238E27FC236}">
                <a16:creationId xmlns:a16="http://schemas.microsoft.com/office/drawing/2014/main" id="{6BB82DA2-17B1-893F-A864-B0D827879492}"/>
              </a:ext>
            </a:extLst>
          </p:cNvPr>
          <p:cNvSpPr>
            <a:spLocks noChangeArrowheads="1"/>
          </p:cNvSpPr>
          <p:nvPr/>
        </p:nvSpPr>
        <p:spPr bwMode="auto">
          <a:xfrm>
            <a:off x="0" y="-123109"/>
            <a:ext cx="6666569"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r>
              <a:rPr lang="en-US" altLang="en-US" sz="1200" kern="0">
                <a:solidFill>
                  <a:srgbClr val="000000"/>
                </a:solidFill>
                <a:latin typeface="Arial" panose="020B0604020202020204" pitchFamily="34" charset="0"/>
                <a:cs typeface="Arial"/>
                <a:sym typeface="Arial"/>
              </a:rPr>
              <a:t>F-strings provide a concise and readable way to embed expressions inside string literals using </a:t>
            </a:r>
            <a:r>
              <a:rPr lang="en-US" altLang="en-US" sz="667" kern="0">
                <a:solidFill>
                  <a:srgbClr val="000000"/>
                </a:solidFill>
                <a:latin typeface="Arial Unicode MS"/>
                <a:cs typeface="Arial"/>
                <a:sym typeface="Arial"/>
              </a:rPr>
              <a:t>{}</a:t>
            </a:r>
            <a:r>
              <a:rPr lang="en-US" altLang="en-US" sz="800" kern="0">
                <a:solidFill>
                  <a:srgbClr val="000000"/>
                </a:solidFill>
                <a:latin typeface="Arial"/>
                <a:cs typeface="Arial"/>
                <a:sym typeface="Arial"/>
              </a:rPr>
              <a:t>. </a:t>
            </a:r>
            <a:endParaRPr lang="en-US" altLang="en-US" sz="1200" kern="0">
              <a:solidFill>
                <a:srgbClr val="000000"/>
              </a:solidFill>
              <a:latin typeface="Arial" panose="020B0604020202020204" pitchFamily="34" charset="0"/>
              <a:cs typeface="Arial"/>
              <a:sym typeface="Arial"/>
            </a:endParaRPr>
          </a:p>
        </p:txBody>
      </p:sp>
    </p:spTree>
    <p:extLst>
      <p:ext uri="{BB962C8B-B14F-4D97-AF65-F5344CB8AC3E}">
        <p14:creationId xmlns:p14="http://schemas.microsoft.com/office/powerpoint/2010/main" val="2629797975"/>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24042" y="217287"/>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a:solidFill>
            <a:schemeClr val="accent1"/>
          </a:solidFill>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60"/>
            <a:ext cx="10326008" cy="1062920"/>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5756" kern="0" dirty="0">
                <a:solidFill>
                  <a:srgbClr val="FFFFFF"/>
                </a:solidFill>
                <a:latin typeface="Courier"/>
                <a:cs typeface="Arial"/>
                <a:sym typeface="Courier"/>
              </a:rPr>
              <a:t>Why do we need function</a:t>
            </a:r>
            <a:endParaRPr sz="933"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7" name="Rectangle 1">
            <a:extLst>
              <a:ext uri="{FF2B5EF4-FFF2-40B4-BE49-F238E27FC236}">
                <a16:creationId xmlns:a16="http://schemas.microsoft.com/office/drawing/2014/main" id="{20F41085-CE44-7E37-23E2-A522BDCBBFCD}"/>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6" name="Google Shape;649;p14">
            <a:extLst>
              <a:ext uri="{FF2B5EF4-FFF2-40B4-BE49-F238E27FC236}">
                <a16:creationId xmlns:a16="http://schemas.microsoft.com/office/drawing/2014/main" id="{E3BB16DC-967E-47C6-3CF3-8F532C8FEA25}"/>
              </a:ext>
            </a:extLst>
          </p:cNvPr>
          <p:cNvSpPr txBox="1"/>
          <p:nvPr/>
        </p:nvSpPr>
        <p:spPr>
          <a:xfrm>
            <a:off x="1015964" y="2271500"/>
            <a:ext cx="9512337" cy="1608902"/>
          </a:xfrm>
          <a:prstGeom prst="rect">
            <a:avLst/>
          </a:prstGeom>
          <a:noFill/>
          <a:ln>
            <a:noFill/>
          </a:ln>
        </p:spPr>
        <p:txBody>
          <a:bodyPr spcFirstLastPara="1" wrap="square" lIns="0" tIns="0" rIns="0" bIns="0" anchor="t" anchorCtr="0">
            <a:spAutoFit/>
          </a:bodyPr>
          <a:lstStyle/>
          <a:p>
            <a:pPr marL="304815" indent="-304815" defTabSz="609630">
              <a:lnSpc>
                <a:spcPct val="139958"/>
              </a:lnSpc>
              <a:buClr>
                <a:srgbClr val="FFFFFF"/>
              </a:buClr>
              <a:buFont typeface="Arial" panose="020B0604020202020204" pitchFamily="34" charset="0"/>
              <a:buChar char="•"/>
            </a:pPr>
            <a:r>
              <a:rPr lang="en-US" sz="1867" kern="0" dirty="0">
                <a:solidFill>
                  <a:srgbClr val="FFFFFF"/>
                </a:solidFill>
                <a:latin typeface="Roboto Mono"/>
                <a:ea typeface="Roboto Mono"/>
                <a:cs typeface="Arial"/>
                <a:sym typeface="Roboto Mono"/>
              </a:rPr>
              <a:t>This considerably simplifies the work of the program, because each piece of code can be encoded separately, and tested separately. The process described here is often called </a:t>
            </a:r>
            <a:r>
              <a:rPr lang="en-US" sz="1867" kern="0" dirty="0">
                <a:solidFill>
                  <a:srgbClr val="8C52FF"/>
                </a:solidFill>
                <a:latin typeface="Roboto Mono"/>
                <a:ea typeface="Roboto Mono"/>
                <a:cs typeface="Arial"/>
                <a:sym typeface="Roboto Mono"/>
              </a:rPr>
              <a:t>decomposition.</a:t>
            </a:r>
          </a:p>
        </p:txBody>
      </p:sp>
      <p:sp>
        <p:nvSpPr>
          <p:cNvPr id="3" name="Rectangle 1">
            <a:extLst>
              <a:ext uri="{FF2B5EF4-FFF2-40B4-BE49-F238E27FC236}">
                <a16:creationId xmlns:a16="http://schemas.microsoft.com/office/drawing/2014/main" id="{0E9B0D59-3084-D5BA-88A0-D33BADA639E4}"/>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4" name="Rectangle 1">
            <a:extLst>
              <a:ext uri="{FF2B5EF4-FFF2-40B4-BE49-F238E27FC236}">
                <a16:creationId xmlns:a16="http://schemas.microsoft.com/office/drawing/2014/main" id="{23F2007E-42F7-9440-F3A0-FD42A273BA15}"/>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6" name="Rectangle 5">
            <a:extLst>
              <a:ext uri="{FF2B5EF4-FFF2-40B4-BE49-F238E27FC236}">
                <a16:creationId xmlns:a16="http://schemas.microsoft.com/office/drawing/2014/main" id="{9F5FADB2-91AF-D4FA-A045-82F997FBBD17}"/>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5" name="Rectangle 1">
            <a:extLst>
              <a:ext uri="{FF2B5EF4-FFF2-40B4-BE49-F238E27FC236}">
                <a16:creationId xmlns:a16="http://schemas.microsoft.com/office/drawing/2014/main" id="{E6496D04-2116-A83E-095C-4F80A7E97EC5}"/>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9" name="Rectangle 2">
            <a:extLst>
              <a:ext uri="{FF2B5EF4-FFF2-40B4-BE49-F238E27FC236}">
                <a16:creationId xmlns:a16="http://schemas.microsoft.com/office/drawing/2014/main" id="{3E458D6A-E9DB-1287-7EA5-E23645965E69}"/>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2" name="Rectangle 2">
            <a:extLst>
              <a:ext uri="{FF2B5EF4-FFF2-40B4-BE49-F238E27FC236}">
                <a16:creationId xmlns:a16="http://schemas.microsoft.com/office/drawing/2014/main" id="{FBB22B93-F8CC-6F00-52DE-0350807328D2}"/>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3" name="Rectangle 3">
            <a:extLst>
              <a:ext uri="{FF2B5EF4-FFF2-40B4-BE49-F238E27FC236}">
                <a16:creationId xmlns:a16="http://schemas.microsoft.com/office/drawing/2014/main" id="{18B7A569-70FF-9BCA-F988-F9B46A585DE3}"/>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4" name="Rectangle 4">
            <a:extLst>
              <a:ext uri="{FF2B5EF4-FFF2-40B4-BE49-F238E27FC236}">
                <a16:creationId xmlns:a16="http://schemas.microsoft.com/office/drawing/2014/main" id="{2FCDB2EA-91A1-15F5-FC81-BD234CFC7F07}"/>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8" name="Rectangle 1">
            <a:extLst>
              <a:ext uri="{FF2B5EF4-FFF2-40B4-BE49-F238E27FC236}">
                <a16:creationId xmlns:a16="http://schemas.microsoft.com/office/drawing/2014/main" id="{6BB82DA2-17B1-893F-A864-B0D827879492}"/>
              </a:ext>
            </a:extLst>
          </p:cNvPr>
          <p:cNvSpPr>
            <a:spLocks noChangeArrowheads="1"/>
          </p:cNvSpPr>
          <p:nvPr/>
        </p:nvSpPr>
        <p:spPr bwMode="auto">
          <a:xfrm>
            <a:off x="0" y="-123109"/>
            <a:ext cx="6666569"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r>
              <a:rPr lang="en-US" altLang="en-US" sz="1200" kern="0">
                <a:solidFill>
                  <a:srgbClr val="000000"/>
                </a:solidFill>
                <a:latin typeface="Arial" panose="020B0604020202020204" pitchFamily="34" charset="0"/>
                <a:cs typeface="Arial"/>
                <a:sym typeface="Arial"/>
              </a:rPr>
              <a:t>F-strings provide a concise and readable way to embed expressions inside string literals using </a:t>
            </a:r>
            <a:r>
              <a:rPr lang="en-US" altLang="en-US" sz="667" kern="0">
                <a:solidFill>
                  <a:srgbClr val="000000"/>
                </a:solidFill>
                <a:latin typeface="Arial Unicode MS"/>
                <a:cs typeface="Arial"/>
                <a:sym typeface="Arial"/>
              </a:rPr>
              <a:t>{}</a:t>
            </a:r>
            <a:r>
              <a:rPr lang="en-US" altLang="en-US" sz="800" kern="0">
                <a:solidFill>
                  <a:srgbClr val="000000"/>
                </a:solidFill>
                <a:latin typeface="Arial"/>
                <a:cs typeface="Arial"/>
                <a:sym typeface="Arial"/>
              </a:rPr>
              <a:t>. </a:t>
            </a:r>
            <a:endParaRPr lang="en-US" altLang="en-US" sz="1200" kern="0">
              <a:solidFill>
                <a:srgbClr val="000000"/>
              </a:solidFill>
              <a:latin typeface="Arial" panose="020B0604020202020204" pitchFamily="34" charset="0"/>
              <a:cs typeface="Arial"/>
              <a:sym typeface="Arial"/>
            </a:endParaRPr>
          </a:p>
        </p:txBody>
      </p:sp>
      <p:pic>
        <p:nvPicPr>
          <p:cNvPr id="32770" name="Picture 2" descr="The concept of decomposition">
            <a:extLst>
              <a:ext uri="{FF2B5EF4-FFF2-40B4-BE49-F238E27FC236}">
                <a16:creationId xmlns:a16="http://schemas.microsoft.com/office/drawing/2014/main" id="{87524FAF-B50F-FFC3-225B-00FB06F160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08549" y="3678132"/>
            <a:ext cx="2723284" cy="20174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41272246"/>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24042" y="217287"/>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a:solidFill>
            <a:schemeClr val="accent1"/>
          </a:solidFill>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60"/>
            <a:ext cx="10326008" cy="1062920"/>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5756" kern="0" dirty="0">
                <a:solidFill>
                  <a:srgbClr val="FFFFFF"/>
                </a:solidFill>
                <a:latin typeface="Courier"/>
                <a:cs typeface="Arial"/>
                <a:sym typeface="Courier"/>
              </a:rPr>
              <a:t>Why do we need function</a:t>
            </a:r>
            <a:endParaRPr sz="933"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7" name="Rectangle 1">
            <a:extLst>
              <a:ext uri="{FF2B5EF4-FFF2-40B4-BE49-F238E27FC236}">
                <a16:creationId xmlns:a16="http://schemas.microsoft.com/office/drawing/2014/main" id="{20F41085-CE44-7E37-23E2-A522BDCBBFCD}"/>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6" name="Google Shape;649;p14">
            <a:extLst>
              <a:ext uri="{FF2B5EF4-FFF2-40B4-BE49-F238E27FC236}">
                <a16:creationId xmlns:a16="http://schemas.microsoft.com/office/drawing/2014/main" id="{E3BB16DC-967E-47C6-3CF3-8F532C8FEA25}"/>
              </a:ext>
            </a:extLst>
          </p:cNvPr>
          <p:cNvSpPr txBox="1"/>
          <p:nvPr/>
        </p:nvSpPr>
        <p:spPr>
          <a:xfrm>
            <a:off x="1015964" y="2271500"/>
            <a:ext cx="9512337" cy="2011128"/>
          </a:xfrm>
          <a:prstGeom prst="rect">
            <a:avLst/>
          </a:prstGeom>
          <a:noFill/>
          <a:ln>
            <a:noFill/>
          </a:ln>
        </p:spPr>
        <p:txBody>
          <a:bodyPr spcFirstLastPara="1" wrap="square" lIns="0" tIns="0" rIns="0" bIns="0" anchor="t" anchorCtr="0">
            <a:spAutoFit/>
          </a:bodyPr>
          <a:lstStyle/>
          <a:p>
            <a:pPr marL="304815" indent="-304815" defTabSz="609630">
              <a:lnSpc>
                <a:spcPct val="139958"/>
              </a:lnSpc>
              <a:buClr>
                <a:srgbClr val="FFFFFF"/>
              </a:buClr>
              <a:buFont typeface="Arial" panose="020B0604020202020204" pitchFamily="34" charset="0"/>
              <a:buChar char="•"/>
            </a:pPr>
            <a:r>
              <a:rPr lang="en-US" sz="1867" kern="0" dirty="0">
                <a:solidFill>
                  <a:srgbClr val="8C52FF"/>
                </a:solidFill>
                <a:latin typeface="Roboto Mono"/>
                <a:ea typeface="Roboto Mono"/>
                <a:cs typeface="Arial"/>
                <a:sym typeface="Roboto Mono"/>
              </a:rPr>
              <a:t>Decomposition</a:t>
            </a:r>
            <a:r>
              <a:rPr lang="en-US" sz="1867" kern="0" dirty="0">
                <a:solidFill>
                  <a:srgbClr val="FFFFFF"/>
                </a:solidFill>
                <a:latin typeface="Roboto Mono"/>
                <a:ea typeface="Roboto Mono"/>
                <a:cs typeface="Arial"/>
                <a:sym typeface="Roboto Mono"/>
              </a:rPr>
              <a:t> in software development involves breaking down complex problems into smaller, manageable parts to facilitate collaboration among team members. This process allows multiple developers to work on different aspects simultaneously, sharing both the workload and responsibility.</a:t>
            </a:r>
            <a:endParaRPr lang="en-US" sz="1867" kern="0" dirty="0">
              <a:solidFill>
                <a:srgbClr val="8C52FF"/>
              </a:solidFill>
              <a:latin typeface="Roboto Mono"/>
              <a:ea typeface="Roboto Mono"/>
              <a:cs typeface="Arial"/>
              <a:sym typeface="Roboto Mono"/>
            </a:endParaRPr>
          </a:p>
        </p:txBody>
      </p:sp>
      <p:sp>
        <p:nvSpPr>
          <p:cNvPr id="3" name="Rectangle 1">
            <a:extLst>
              <a:ext uri="{FF2B5EF4-FFF2-40B4-BE49-F238E27FC236}">
                <a16:creationId xmlns:a16="http://schemas.microsoft.com/office/drawing/2014/main" id="{0E9B0D59-3084-D5BA-88A0-D33BADA639E4}"/>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4" name="Rectangle 1">
            <a:extLst>
              <a:ext uri="{FF2B5EF4-FFF2-40B4-BE49-F238E27FC236}">
                <a16:creationId xmlns:a16="http://schemas.microsoft.com/office/drawing/2014/main" id="{23F2007E-42F7-9440-F3A0-FD42A273BA15}"/>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6" name="Rectangle 5">
            <a:extLst>
              <a:ext uri="{FF2B5EF4-FFF2-40B4-BE49-F238E27FC236}">
                <a16:creationId xmlns:a16="http://schemas.microsoft.com/office/drawing/2014/main" id="{9F5FADB2-91AF-D4FA-A045-82F997FBBD17}"/>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5" name="Rectangle 1">
            <a:extLst>
              <a:ext uri="{FF2B5EF4-FFF2-40B4-BE49-F238E27FC236}">
                <a16:creationId xmlns:a16="http://schemas.microsoft.com/office/drawing/2014/main" id="{E6496D04-2116-A83E-095C-4F80A7E97EC5}"/>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9" name="Rectangle 2">
            <a:extLst>
              <a:ext uri="{FF2B5EF4-FFF2-40B4-BE49-F238E27FC236}">
                <a16:creationId xmlns:a16="http://schemas.microsoft.com/office/drawing/2014/main" id="{3E458D6A-E9DB-1287-7EA5-E23645965E69}"/>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2" name="Rectangle 2">
            <a:extLst>
              <a:ext uri="{FF2B5EF4-FFF2-40B4-BE49-F238E27FC236}">
                <a16:creationId xmlns:a16="http://schemas.microsoft.com/office/drawing/2014/main" id="{FBB22B93-F8CC-6F00-52DE-0350807328D2}"/>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3" name="Rectangle 3">
            <a:extLst>
              <a:ext uri="{FF2B5EF4-FFF2-40B4-BE49-F238E27FC236}">
                <a16:creationId xmlns:a16="http://schemas.microsoft.com/office/drawing/2014/main" id="{18B7A569-70FF-9BCA-F988-F9B46A585DE3}"/>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4" name="Rectangle 4">
            <a:extLst>
              <a:ext uri="{FF2B5EF4-FFF2-40B4-BE49-F238E27FC236}">
                <a16:creationId xmlns:a16="http://schemas.microsoft.com/office/drawing/2014/main" id="{2FCDB2EA-91A1-15F5-FC81-BD234CFC7F07}"/>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8" name="Rectangle 1">
            <a:extLst>
              <a:ext uri="{FF2B5EF4-FFF2-40B4-BE49-F238E27FC236}">
                <a16:creationId xmlns:a16="http://schemas.microsoft.com/office/drawing/2014/main" id="{6BB82DA2-17B1-893F-A864-B0D827879492}"/>
              </a:ext>
            </a:extLst>
          </p:cNvPr>
          <p:cNvSpPr>
            <a:spLocks noChangeArrowheads="1"/>
          </p:cNvSpPr>
          <p:nvPr/>
        </p:nvSpPr>
        <p:spPr bwMode="auto">
          <a:xfrm>
            <a:off x="0" y="-123109"/>
            <a:ext cx="6666569"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r>
              <a:rPr lang="en-US" altLang="en-US" sz="1200" kern="0">
                <a:solidFill>
                  <a:srgbClr val="000000"/>
                </a:solidFill>
                <a:latin typeface="Arial" panose="020B0604020202020204" pitchFamily="34" charset="0"/>
                <a:cs typeface="Arial"/>
                <a:sym typeface="Arial"/>
              </a:rPr>
              <a:t>F-strings provide a concise and readable way to embed expressions inside string literals using </a:t>
            </a:r>
            <a:r>
              <a:rPr lang="en-US" altLang="en-US" sz="667" kern="0">
                <a:solidFill>
                  <a:srgbClr val="000000"/>
                </a:solidFill>
                <a:latin typeface="Arial Unicode MS"/>
                <a:cs typeface="Arial"/>
                <a:sym typeface="Arial"/>
              </a:rPr>
              <a:t>{}</a:t>
            </a:r>
            <a:r>
              <a:rPr lang="en-US" altLang="en-US" sz="800" kern="0">
                <a:solidFill>
                  <a:srgbClr val="000000"/>
                </a:solidFill>
                <a:latin typeface="Arial"/>
                <a:cs typeface="Arial"/>
                <a:sym typeface="Arial"/>
              </a:rPr>
              <a:t>. </a:t>
            </a:r>
            <a:endParaRPr lang="en-US" altLang="en-US" sz="1200" kern="0">
              <a:solidFill>
                <a:srgbClr val="000000"/>
              </a:solidFill>
              <a:latin typeface="Arial" panose="020B0604020202020204" pitchFamily="34" charset="0"/>
              <a:cs typeface="Arial"/>
              <a:sym typeface="Arial"/>
            </a:endParaRPr>
          </a:p>
        </p:txBody>
      </p:sp>
      <p:pic>
        <p:nvPicPr>
          <p:cNvPr id="33794" name="Picture 2" descr="The concept of sharing the work/working together">
            <a:extLst>
              <a:ext uri="{FF2B5EF4-FFF2-40B4-BE49-F238E27FC236}">
                <a16:creationId xmlns:a16="http://schemas.microsoft.com/office/drawing/2014/main" id="{EF1B7C87-B6C6-3710-3B42-163D7BE730E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07065" y="4451850"/>
            <a:ext cx="2145985" cy="18987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99287140"/>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24042" y="217287"/>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a:solidFill>
            <a:schemeClr val="accent1"/>
          </a:solidFill>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60"/>
            <a:ext cx="10326008" cy="1062920"/>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5756" kern="0" dirty="0">
                <a:solidFill>
                  <a:srgbClr val="FFFFFF"/>
                </a:solidFill>
                <a:latin typeface="Courier"/>
                <a:cs typeface="Arial"/>
                <a:sym typeface="Courier"/>
              </a:rPr>
              <a:t>Why do we need function</a:t>
            </a:r>
            <a:endParaRPr sz="933"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7" name="Rectangle 1">
            <a:extLst>
              <a:ext uri="{FF2B5EF4-FFF2-40B4-BE49-F238E27FC236}">
                <a16:creationId xmlns:a16="http://schemas.microsoft.com/office/drawing/2014/main" id="{20F41085-CE44-7E37-23E2-A522BDCBBFCD}"/>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6" name="Google Shape;649;p14">
            <a:extLst>
              <a:ext uri="{FF2B5EF4-FFF2-40B4-BE49-F238E27FC236}">
                <a16:creationId xmlns:a16="http://schemas.microsoft.com/office/drawing/2014/main" id="{E3BB16DC-967E-47C6-3CF3-8F532C8FEA25}"/>
              </a:ext>
            </a:extLst>
          </p:cNvPr>
          <p:cNvSpPr txBox="1"/>
          <p:nvPr/>
        </p:nvSpPr>
        <p:spPr>
          <a:xfrm>
            <a:off x="1015964" y="2271500"/>
            <a:ext cx="9512337" cy="2413353"/>
          </a:xfrm>
          <a:prstGeom prst="rect">
            <a:avLst/>
          </a:prstGeom>
          <a:noFill/>
          <a:ln>
            <a:noFill/>
          </a:ln>
        </p:spPr>
        <p:txBody>
          <a:bodyPr spcFirstLastPara="1" wrap="square" lIns="0" tIns="0" rIns="0" bIns="0" anchor="t" anchorCtr="0">
            <a:spAutoFit/>
          </a:bodyPr>
          <a:lstStyle/>
          <a:p>
            <a:pPr marL="304815" indent="-304815" defTabSz="609630">
              <a:lnSpc>
                <a:spcPct val="139958"/>
              </a:lnSpc>
              <a:buClr>
                <a:srgbClr val="FFFFFF"/>
              </a:buClr>
              <a:buFont typeface="Arial" panose="020B0604020202020204" pitchFamily="34" charset="0"/>
              <a:buChar char="•"/>
            </a:pPr>
            <a:r>
              <a:rPr lang="en-US" sz="1867" kern="0" dirty="0">
                <a:solidFill>
                  <a:srgbClr val="FFFFFF"/>
                </a:solidFill>
                <a:latin typeface="Roboto Mono"/>
                <a:ea typeface="Roboto Mono"/>
                <a:cs typeface="Arial"/>
                <a:sym typeface="Roboto Mono"/>
              </a:rPr>
              <a:t>Functions, the core building blocks of software, can originate from various sources: </a:t>
            </a:r>
            <a:r>
              <a:rPr lang="en-US" sz="1867" kern="0" dirty="0">
                <a:solidFill>
                  <a:srgbClr val="8C52FF"/>
                </a:solidFill>
                <a:latin typeface="Roboto Mono"/>
                <a:ea typeface="Roboto Mono"/>
                <a:cs typeface="Arial"/>
                <a:sym typeface="Roboto Mono"/>
              </a:rPr>
              <a:t>built-in functions </a:t>
            </a:r>
            <a:r>
              <a:rPr lang="en-US" sz="1867" kern="0" dirty="0">
                <a:solidFill>
                  <a:srgbClr val="FFFFFF"/>
                </a:solidFill>
                <a:latin typeface="Roboto Mono"/>
                <a:ea typeface="Roboto Mono"/>
                <a:cs typeface="Arial"/>
                <a:sym typeface="Roboto Mono"/>
              </a:rPr>
              <a:t>inherent to Python, functions within standard </a:t>
            </a:r>
            <a:r>
              <a:rPr lang="en-US" sz="1867" kern="0" dirty="0">
                <a:solidFill>
                  <a:srgbClr val="8C52FF"/>
                </a:solidFill>
                <a:latin typeface="Roboto Mono"/>
                <a:ea typeface="Roboto Mono"/>
                <a:cs typeface="Arial"/>
                <a:sym typeface="Roboto Mono"/>
              </a:rPr>
              <a:t>library modules</a:t>
            </a:r>
            <a:r>
              <a:rPr lang="en-US" sz="1867" kern="0" dirty="0">
                <a:solidFill>
                  <a:srgbClr val="FFFFFF"/>
                </a:solidFill>
                <a:latin typeface="Roboto Mono"/>
                <a:ea typeface="Roboto Mono"/>
                <a:cs typeface="Arial"/>
                <a:sym typeface="Roboto Mono"/>
              </a:rPr>
              <a:t>, and </a:t>
            </a:r>
            <a:r>
              <a:rPr lang="en-US" sz="1867" kern="0" dirty="0">
                <a:solidFill>
                  <a:srgbClr val="8C52FF"/>
                </a:solidFill>
                <a:latin typeface="Roboto Mono"/>
                <a:ea typeface="Roboto Mono"/>
                <a:cs typeface="Arial"/>
                <a:sym typeface="Roboto Mono"/>
              </a:rPr>
              <a:t>user-defined functions </a:t>
            </a:r>
            <a:r>
              <a:rPr lang="en-US" sz="1867" kern="0" dirty="0">
                <a:solidFill>
                  <a:srgbClr val="FFFFFF"/>
                </a:solidFill>
                <a:latin typeface="Roboto Mono"/>
                <a:ea typeface="Roboto Mono"/>
                <a:cs typeface="Arial"/>
                <a:sym typeface="Roboto Mono"/>
              </a:rPr>
              <a:t>defined by developers. Developers can effectively implement solutions to large problems while promoting code reusability and maintainability</a:t>
            </a:r>
          </a:p>
        </p:txBody>
      </p:sp>
      <p:sp>
        <p:nvSpPr>
          <p:cNvPr id="3" name="Rectangle 1">
            <a:extLst>
              <a:ext uri="{FF2B5EF4-FFF2-40B4-BE49-F238E27FC236}">
                <a16:creationId xmlns:a16="http://schemas.microsoft.com/office/drawing/2014/main" id="{0E9B0D59-3084-D5BA-88A0-D33BADA639E4}"/>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4" name="Rectangle 1">
            <a:extLst>
              <a:ext uri="{FF2B5EF4-FFF2-40B4-BE49-F238E27FC236}">
                <a16:creationId xmlns:a16="http://schemas.microsoft.com/office/drawing/2014/main" id="{23F2007E-42F7-9440-F3A0-FD42A273BA15}"/>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6" name="Rectangle 5">
            <a:extLst>
              <a:ext uri="{FF2B5EF4-FFF2-40B4-BE49-F238E27FC236}">
                <a16:creationId xmlns:a16="http://schemas.microsoft.com/office/drawing/2014/main" id="{9F5FADB2-91AF-D4FA-A045-82F997FBBD17}"/>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5" name="Rectangle 1">
            <a:extLst>
              <a:ext uri="{FF2B5EF4-FFF2-40B4-BE49-F238E27FC236}">
                <a16:creationId xmlns:a16="http://schemas.microsoft.com/office/drawing/2014/main" id="{E6496D04-2116-A83E-095C-4F80A7E97EC5}"/>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9" name="Rectangle 2">
            <a:extLst>
              <a:ext uri="{FF2B5EF4-FFF2-40B4-BE49-F238E27FC236}">
                <a16:creationId xmlns:a16="http://schemas.microsoft.com/office/drawing/2014/main" id="{3E458D6A-E9DB-1287-7EA5-E23645965E69}"/>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2" name="Rectangle 2">
            <a:extLst>
              <a:ext uri="{FF2B5EF4-FFF2-40B4-BE49-F238E27FC236}">
                <a16:creationId xmlns:a16="http://schemas.microsoft.com/office/drawing/2014/main" id="{FBB22B93-F8CC-6F00-52DE-0350807328D2}"/>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3" name="Rectangle 3">
            <a:extLst>
              <a:ext uri="{FF2B5EF4-FFF2-40B4-BE49-F238E27FC236}">
                <a16:creationId xmlns:a16="http://schemas.microsoft.com/office/drawing/2014/main" id="{18B7A569-70FF-9BCA-F988-F9B46A585DE3}"/>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4" name="Rectangle 4">
            <a:extLst>
              <a:ext uri="{FF2B5EF4-FFF2-40B4-BE49-F238E27FC236}">
                <a16:creationId xmlns:a16="http://schemas.microsoft.com/office/drawing/2014/main" id="{2FCDB2EA-91A1-15F5-FC81-BD234CFC7F07}"/>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8" name="Rectangle 1">
            <a:extLst>
              <a:ext uri="{FF2B5EF4-FFF2-40B4-BE49-F238E27FC236}">
                <a16:creationId xmlns:a16="http://schemas.microsoft.com/office/drawing/2014/main" id="{6BB82DA2-17B1-893F-A864-B0D827879492}"/>
              </a:ext>
            </a:extLst>
          </p:cNvPr>
          <p:cNvSpPr>
            <a:spLocks noChangeArrowheads="1"/>
          </p:cNvSpPr>
          <p:nvPr/>
        </p:nvSpPr>
        <p:spPr bwMode="auto">
          <a:xfrm>
            <a:off x="0" y="-123109"/>
            <a:ext cx="6666569"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r>
              <a:rPr lang="en-US" altLang="en-US" sz="1200" kern="0">
                <a:solidFill>
                  <a:srgbClr val="000000"/>
                </a:solidFill>
                <a:latin typeface="Arial" panose="020B0604020202020204" pitchFamily="34" charset="0"/>
                <a:cs typeface="Arial"/>
                <a:sym typeface="Arial"/>
              </a:rPr>
              <a:t>F-strings provide a concise and readable way to embed expressions inside string literals using </a:t>
            </a:r>
            <a:r>
              <a:rPr lang="en-US" altLang="en-US" sz="667" kern="0">
                <a:solidFill>
                  <a:srgbClr val="000000"/>
                </a:solidFill>
                <a:latin typeface="Arial Unicode MS"/>
                <a:cs typeface="Arial"/>
                <a:sym typeface="Arial"/>
              </a:rPr>
              <a:t>{}</a:t>
            </a:r>
            <a:r>
              <a:rPr lang="en-US" altLang="en-US" sz="800" kern="0">
                <a:solidFill>
                  <a:srgbClr val="000000"/>
                </a:solidFill>
                <a:latin typeface="Arial"/>
                <a:cs typeface="Arial"/>
                <a:sym typeface="Arial"/>
              </a:rPr>
              <a:t>. </a:t>
            </a:r>
            <a:endParaRPr lang="en-US" altLang="en-US" sz="1200" kern="0">
              <a:solidFill>
                <a:srgbClr val="000000"/>
              </a:solidFill>
              <a:latin typeface="Arial" panose="020B0604020202020204" pitchFamily="34" charset="0"/>
              <a:cs typeface="Arial"/>
              <a:sym typeface="Arial"/>
            </a:endParaRPr>
          </a:p>
        </p:txBody>
      </p:sp>
      <p:pic>
        <p:nvPicPr>
          <p:cNvPr id="34818" name="Picture 2" descr="Functions come from Python, modules, code">
            <a:extLst>
              <a:ext uri="{FF2B5EF4-FFF2-40B4-BE49-F238E27FC236}">
                <a16:creationId xmlns:a16="http://schemas.microsoft.com/office/drawing/2014/main" id="{26A24D90-2838-52C5-2EF8-FCB9A951688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31291" y="4580111"/>
            <a:ext cx="3221759" cy="17835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52941250"/>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24042" y="217287"/>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a:solidFill>
            <a:schemeClr val="accent1"/>
          </a:solidFill>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60"/>
            <a:ext cx="10326008" cy="1062920"/>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5756" kern="0" dirty="0">
                <a:solidFill>
                  <a:srgbClr val="FFFFFF"/>
                </a:solidFill>
                <a:latin typeface="Courier"/>
                <a:cs typeface="Arial"/>
                <a:sym typeface="Courier"/>
              </a:rPr>
              <a:t>Your first Function</a:t>
            </a:r>
            <a:endParaRPr sz="933"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7" name="Rectangle 1">
            <a:extLst>
              <a:ext uri="{FF2B5EF4-FFF2-40B4-BE49-F238E27FC236}">
                <a16:creationId xmlns:a16="http://schemas.microsoft.com/office/drawing/2014/main" id="{20F41085-CE44-7E37-23E2-A522BDCBBFCD}"/>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3" name="Rectangle 1">
            <a:extLst>
              <a:ext uri="{FF2B5EF4-FFF2-40B4-BE49-F238E27FC236}">
                <a16:creationId xmlns:a16="http://schemas.microsoft.com/office/drawing/2014/main" id="{0E9B0D59-3084-D5BA-88A0-D33BADA639E4}"/>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4" name="Rectangle 1">
            <a:extLst>
              <a:ext uri="{FF2B5EF4-FFF2-40B4-BE49-F238E27FC236}">
                <a16:creationId xmlns:a16="http://schemas.microsoft.com/office/drawing/2014/main" id="{23F2007E-42F7-9440-F3A0-FD42A273BA15}"/>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6" name="Rectangle 5">
            <a:extLst>
              <a:ext uri="{FF2B5EF4-FFF2-40B4-BE49-F238E27FC236}">
                <a16:creationId xmlns:a16="http://schemas.microsoft.com/office/drawing/2014/main" id="{9F5FADB2-91AF-D4FA-A045-82F997FBBD17}"/>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5" name="Rectangle 1">
            <a:extLst>
              <a:ext uri="{FF2B5EF4-FFF2-40B4-BE49-F238E27FC236}">
                <a16:creationId xmlns:a16="http://schemas.microsoft.com/office/drawing/2014/main" id="{E6496D04-2116-A83E-095C-4F80A7E97EC5}"/>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9" name="Rectangle 2">
            <a:extLst>
              <a:ext uri="{FF2B5EF4-FFF2-40B4-BE49-F238E27FC236}">
                <a16:creationId xmlns:a16="http://schemas.microsoft.com/office/drawing/2014/main" id="{3E458D6A-E9DB-1287-7EA5-E23645965E69}"/>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2" name="Rectangle 2">
            <a:extLst>
              <a:ext uri="{FF2B5EF4-FFF2-40B4-BE49-F238E27FC236}">
                <a16:creationId xmlns:a16="http://schemas.microsoft.com/office/drawing/2014/main" id="{FBB22B93-F8CC-6F00-52DE-0350807328D2}"/>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3" name="Rectangle 3">
            <a:extLst>
              <a:ext uri="{FF2B5EF4-FFF2-40B4-BE49-F238E27FC236}">
                <a16:creationId xmlns:a16="http://schemas.microsoft.com/office/drawing/2014/main" id="{18B7A569-70FF-9BCA-F988-F9B46A585DE3}"/>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4" name="Rectangle 4">
            <a:extLst>
              <a:ext uri="{FF2B5EF4-FFF2-40B4-BE49-F238E27FC236}">
                <a16:creationId xmlns:a16="http://schemas.microsoft.com/office/drawing/2014/main" id="{2FCDB2EA-91A1-15F5-FC81-BD234CFC7F07}"/>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8" name="Rectangle 1">
            <a:extLst>
              <a:ext uri="{FF2B5EF4-FFF2-40B4-BE49-F238E27FC236}">
                <a16:creationId xmlns:a16="http://schemas.microsoft.com/office/drawing/2014/main" id="{6BB82DA2-17B1-893F-A864-B0D827879492}"/>
              </a:ext>
            </a:extLst>
          </p:cNvPr>
          <p:cNvSpPr>
            <a:spLocks noChangeArrowheads="1"/>
          </p:cNvSpPr>
          <p:nvPr/>
        </p:nvSpPr>
        <p:spPr bwMode="auto">
          <a:xfrm>
            <a:off x="0" y="-123109"/>
            <a:ext cx="6666569"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r>
              <a:rPr lang="en-US" altLang="en-US" sz="1200" kern="0">
                <a:solidFill>
                  <a:srgbClr val="000000"/>
                </a:solidFill>
                <a:latin typeface="Arial" panose="020B0604020202020204" pitchFamily="34" charset="0"/>
                <a:cs typeface="Arial"/>
                <a:sym typeface="Arial"/>
              </a:rPr>
              <a:t>F-strings provide a concise and readable way to embed expressions inside string literals using </a:t>
            </a:r>
            <a:r>
              <a:rPr lang="en-US" altLang="en-US" sz="667" kern="0">
                <a:solidFill>
                  <a:srgbClr val="000000"/>
                </a:solidFill>
                <a:latin typeface="Arial Unicode MS"/>
                <a:cs typeface="Arial"/>
                <a:sym typeface="Arial"/>
              </a:rPr>
              <a:t>{}</a:t>
            </a:r>
            <a:r>
              <a:rPr lang="en-US" altLang="en-US" sz="800" kern="0">
                <a:solidFill>
                  <a:srgbClr val="000000"/>
                </a:solidFill>
                <a:latin typeface="Arial"/>
                <a:cs typeface="Arial"/>
                <a:sym typeface="Arial"/>
              </a:rPr>
              <a:t>. </a:t>
            </a:r>
            <a:endParaRPr lang="en-US" altLang="en-US" sz="1200" kern="0">
              <a:solidFill>
                <a:srgbClr val="000000"/>
              </a:solidFill>
              <a:latin typeface="Arial" panose="020B0604020202020204" pitchFamily="34" charset="0"/>
              <a:cs typeface="Arial"/>
              <a:sym typeface="Arial"/>
            </a:endParaRPr>
          </a:p>
        </p:txBody>
      </p:sp>
      <p:pic>
        <p:nvPicPr>
          <p:cNvPr id="11" name="Picture 10" descr="A screenshot of a computer code&#10;&#10;Description automatically generated">
            <a:extLst>
              <a:ext uri="{FF2B5EF4-FFF2-40B4-BE49-F238E27FC236}">
                <a16:creationId xmlns:a16="http://schemas.microsoft.com/office/drawing/2014/main" id="{45F658EC-8972-6109-799B-EF2AB46BD271}"/>
              </a:ext>
            </a:extLst>
          </p:cNvPr>
          <p:cNvPicPr>
            <a:picLocks noChangeAspect="1"/>
          </p:cNvPicPr>
          <p:nvPr/>
        </p:nvPicPr>
        <p:blipFill>
          <a:blip r:embed="rId3"/>
          <a:stretch>
            <a:fillRect/>
          </a:stretch>
        </p:blipFill>
        <p:spPr>
          <a:xfrm>
            <a:off x="818583" y="2381245"/>
            <a:ext cx="4231763" cy="2784053"/>
          </a:xfrm>
          <a:prstGeom prst="rect">
            <a:avLst/>
          </a:prstGeom>
        </p:spPr>
      </p:pic>
      <p:sp>
        <p:nvSpPr>
          <p:cNvPr id="17" name="TextBox 16">
            <a:extLst>
              <a:ext uri="{FF2B5EF4-FFF2-40B4-BE49-F238E27FC236}">
                <a16:creationId xmlns:a16="http://schemas.microsoft.com/office/drawing/2014/main" id="{F15D78A1-0A38-3CE9-2B11-878CDD36292B}"/>
              </a:ext>
            </a:extLst>
          </p:cNvPr>
          <p:cNvSpPr txBox="1"/>
          <p:nvPr/>
        </p:nvSpPr>
        <p:spPr>
          <a:xfrm>
            <a:off x="5251233" y="2566224"/>
            <a:ext cx="6114472" cy="1780296"/>
          </a:xfrm>
          <a:prstGeom prst="rect">
            <a:avLst/>
          </a:prstGeom>
          <a:noFill/>
        </p:spPr>
        <p:txBody>
          <a:bodyPr wrap="square">
            <a:spAutoFit/>
          </a:bodyPr>
          <a:lstStyle/>
          <a:p>
            <a:pPr defTabSz="609630">
              <a:lnSpc>
                <a:spcPct val="139958"/>
              </a:lnSpc>
              <a:buClr>
                <a:srgbClr val="FFFFFF"/>
              </a:buClr>
            </a:pPr>
            <a:r>
              <a:rPr lang="en-US" sz="1600" kern="0" dirty="0">
                <a:solidFill>
                  <a:srgbClr val="FFFFFF"/>
                </a:solidFill>
                <a:latin typeface="Roboto Mono"/>
                <a:ea typeface="Roboto Mono"/>
                <a:cs typeface="Arial"/>
                <a:sym typeface="Roboto Mono"/>
              </a:rPr>
              <a:t>is it possible to separate such a repeatable part of the code, name it and make it reusable? It would mean that a </a:t>
            </a:r>
            <a:r>
              <a:rPr lang="en-US" sz="1600" kern="0" dirty="0">
                <a:solidFill>
                  <a:srgbClr val="8C52FF"/>
                </a:solidFill>
                <a:latin typeface="Roboto Mono"/>
                <a:ea typeface="Roboto Mono"/>
                <a:cs typeface="Arial"/>
                <a:sym typeface="Roboto Mono"/>
              </a:rPr>
              <a:t>change made once in one place would be propagated to all the places where it's used.</a:t>
            </a:r>
          </a:p>
        </p:txBody>
      </p:sp>
    </p:spTree>
    <p:extLst>
      <p:ext uri="{BB962C8B-B14F-4D97-AF65-F5344CB8AC3E}">
        <p14:creationId xmlns:p14="http://schemas.microsoft.com/office/powerpoint/2010/main" val="1550884610"/>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24042" y="217287"/>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a:solidFill>
            <a:schemeClr val="accent1"/>
          </a:solidFill>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60"/>
            <a:ext cx="10326008" cy="1062920"/>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5756" kern="0" dirty="0">
                <a:solidFill>
                  <a:srgbClr val="FFFFFF"/>
                </a:solidFill>
                <a:latin typeface="Courier"/>
                <a:cs typeface="Arial"/>
                <a:sym typeface="Courier"/>
              </a:rPr>
              <a:t>Your first Function</a:t>
            </a:r>
            <a:endParaRPr sz="933"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7" name="Rectangle 1">
            <a:extLst>
              <a:ext uri="{FF2B5EF4-FFF2-40B4-BE49-F238E27FC236}">
                <a16:creationId xmlns:a16="http://schemas.microsoft.com/office/drawing/2014/main" id="{20F41085-CE44-7E37-23E2-A522BDCBBFCD}"/>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3" name="Rectangle 1">
            <a:extLst>
              <a:ext uri="{FF2B5EF4-FFF2-40B4-BE49-F238E27FC236}">
                <a16:creationId xmlns:a16="http://schemas.microsoft.com/office/drawing/2014/main" id="{0E9B0D59-3084-D5BA-88A0-D33BADA639E4}"/>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4" name="Rectangle 1">
            <a:extLst>
              <a:ext uri="{FF2B5EF4-FFF2-40B4-BE49-F238E27FC236}">
                <a16:creationId xmlns:a16="http://schemas.microsoft.com/office/drawing/2014/main" id="{23F2007E-42F7-9440-F3A0-FD42A273BA15}"/>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6" name="Rectangle 5">
            <a:extLst>
              <a:ext uri="{FF2B5EF4-FFF2-40B4-BE49-F238E27FC236}">
                <a16:creationId xmlns:a16="http://schemas.microsoft.com/office/drawing/2014/main" id="{9F5FADB2-91AF-D4FA-A045-82F997FBBD17}"/>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5" name="Rectangle 1">
            <a:extLst>
              <a:ext uri="{FF2B5EF4-FFF2-40B4-BE49-F238E27FC236}">
                <a16:creationId xmlns:a16="http://schemas.microsoft.com/office/drawing/2014/main" id="{E6496D04-2116-A83E-095C-4F80A7E97EC5}"/>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9" name="Rectangle 2">
            <a:extLst>
              <a:ext uri="{FF2B5EF4-FFF2-40B4-BE49-F238E27FC236}">
                <a16:creationId xmlns:a16="http://schemas.microsoft.com/office/drawing/2014/main" id="{3E458D6A-E9DB-1287-7EA5-E23645965E69}"/>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2" name="Rectangle 2">
            <a:extLst>
              <a:ext uri="{FF2B5EF4-FFF2-40B4-BE49-F238E27FC236}">
                <a16:creationId xmlns:a16="http://schemas.microsoft.com/office/drawing/2014/main" id="{FBB22B93-F8CC-6F00-52DE-0350807328D2}"/>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3" name="Rectangle 3">
            <a:extLst>
              <a:ext uri="{FF2B5EF4-FFF2-40B4-BE49-F238E27FC236}">
                <a16:creationId xmlns:a16="http://schemas.microsoft.com/office/drawing/2014/main" id="{18B7A569-70FF-9BCA-F988-F9B46A585DE3}"/>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4" name="Rectangle 4">
            <a:extLst>
              <a:ext uri="{FF2B5EF4-FFF2-40B4-BE49-F238E27FC236}">
                <a16:creationId xmlns:a16="http://schemas.microsoft.com/office/drawing/2014/main" id="{2FCDB2EA-91A1-15F5-FC81-BD234CFC7F07}"/>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8" name="Rectangle 1">
            <a:extLst>
              <a:ext uri="{FF2B5EF4-FFF2-40B4-BE49-F238E27FC236}">
                <a16:creationId xmlns:a16="http://schemas.microsoft.com/office/drawing/2014/main" id="{6BB82DA2-17B1-893F-A864-B0D827879492}"/>
              </a:ext>
            </a:extLst>
          </p:cNvPr>
          <p:cNvSpPr>
            <a:spLocks noChangeArrowheads="1"/>
          </p:cNvSpPr>
          <p:nvPr/>
        </p:nvSpPr>
        <p:spPr bwMode="auto">
          <a:xfrm>
            <a:off x="0" y="-123109"/>
            <a:ext cx="6666569"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r>
              <a:rPr lang="en-US" altLang="en-US" sz="1200" kern="0">
                <a:solidFill>
                  <a:srgbClr val="000000"/>
                </a:solidFill>
                <a:latin typeface="Arial" panose="020B0604020202020204" pitchFamily="34" charset="0"/>
                <a:cs typeface="Arial"/>
                <a:sym typeface="Arial"/>
              </a:rPr>
              <a:t>F-strings provide a concise and readable way to embed expressions inside string literals using </a:t>
            </a:r>
            <a:r>
              <a:rPr lang="en-US" altLang="en-US" sz="667" kern="0">
                <a:solidFill>
                  <a:srgbClr val="000000"/>
                </a:solidFill>
                <a:latin typeface="Arial Unicode MS"/>
                <a:cs typeface="Arial"/>
                <a:sym typeface="Arial"/>
              </a:rPr>
              <a:t>{}</a:t>
            </a:r>
            <a:r>
              <a:rPr lang="en-US" altLang="en-US" sz="800" kern="0">
                <a:solidFill>
                  <a:srgbClr val="000000"/>
                </a:solidFill>
                <a:latin typeface="Arial"/>
                <a:cs typeface="Arial"/>
                <a:sym typeface="Arial"/>
              </a:rPr>
              <a:t>. </a:t>
            </a:r>
            <a:endParaRPr lang="en-US" altLang="en-US" sz="1200" kern="0">
              <a:solidFill>
                <a:srgbClr val="000000"/>
              </a:solidFill>
              <a:latin typeface="Arial" panose="020B0604020202020204" pitchFamily="34" charset="0"/>
              <a:cs typeface="Arial"/>
              <a:sym typeface="Arial"/>
            </a:endParaRPr>
          </a:p>
        </p:txBody>
      </p:sp>
      <p:sp>
        <p:nvSpPr>
          <p:cNvPr id="17" name="TextBox 16">
            <a:extLst>
              <a:ext uri="{FF2B5EF4-FFF2-40B4-BE49-F238E27FC236}">
                <a16:creationId xmlns:a16="http://schemas.microsoft.com/office/drawing/2014/main" id="{F15D78A1-0A38-3CE9-2B11-878CDD36292B}"/>
              </a:ext>
            </a:extLst>
          </p:cNvPr>
          <p:cNvSpPr txBox="1"/>
          <p:nvPr/>
        </p:nvSpPr>
        <p:spPr>
          <a:xfrm>
            <a:off x="6945018" y="2499383"/>
            <a:ext cx="3713745" cy="1780296"/>
          </a:xfrm>
          <a:prstGeom prst="rect">
            <a:avLst/>
          </a:prstGeom>
          <a:noFill/>
        </p:spPr>
        <p:txBody>
          <a:bodyPr wrap="square">
            <a:spAutoFit/>
          </a:bodyPr>
          <a:lstStyle/>
          <a:p>
            <a:pPr marL="228611" indent="-228611" defTabSz="609630">
              <a:lnSpc>
                <a:spcPct val="139958"/>
              </a:lnSpc>
              <a:buClr>
                <a:srgbClr val="FFFFFF"/>
              </a:buClr>
              <a:buFont typeface="Arial" panose="020B0604020202020204" pitchFamily="34" charset="0"/>
              <a:buChar char="•"/>
            </a:pPr>
            <a:r>
              <a:rPr lang="en-US" sz="1600" kern="0" dirty="0">
                <a:solidFill>
                  <a:srgbClr val="FFFFFF"/>
                </a:solidFill>
                <a:latin typeface="Roboto Mono"/>
                <a:ea typeface="Roboto Mono"/>
                <a:cs typeface="Arial"/>
                <a:sym typeface="Roboto Mono"/>
              </a:rPr>
              <a:t>Keyword def</a:t>
            </a:r>
          </a:p>
          <a:p>
            <a:pPr marL="228611" indent="-228611" defTabSz="609630">
              <a:lnSpc>
                <a:spcPct val="139958"/>
              </a:lnSpc>
              <a:buClr>
                <a:srgbClr val="FFFFFF"/>
              </a:buClr>
              <a:buFont typeface="Arial" panose="020B0604020202020204" pitchFamily="34" charset="0"/>
              <a:buChar char="•"/>
            </a:pPr>
            <a:r>
              <a:rPr lang="en-US" sz="1600" kern="0" dirty="0">
                <a:solidFill>
                  <a:srgbClr val="FFFFFF"/>
                </a:solidFill>
                <a:latin typeface="Roboto Mono"/>
                <a:ea typeface="Roboto Mono"/>
                <a:cs typeface="Arial"/>
                <a:sym typeface="Roboto Mono"/>
              </a:rPr>
              <a:t>Name of the function</a:t>
            </a:r>
          </a:p>
          <a:p>
            <a:pPr marL="228611" indent="-228611" defTabSz="609630">
              <a:lnSpc>
                <a:spcPct val="139958"/>
              </a:lnSpc>
              <a:buClr>
                <a:srgbClr val="FFFFFF"/>
              </a:buClr>
              <a:buFont typeface="Arial" panose="020B0604020202020204" pitchFamily="34" charset="0"/>
              <a:buChar char="•"/>
            </a:pPr>
            <a:r>
              <a:rPr lang="en-US" sz="1600" kern="0" dirty="0" err="1">
                <a:solidFill>
                  <a:srgbClr val="FFFFFF"/>
                </a:solidFill>
                <a:latin typeface="Roboto Mono"/>
                <a:ea typeface="Roboto Mono"/>
                <a:cs typeface="Arial"/>
                <a:sym typeface="Roboto Mono"/>
              </a:rPr>
              <a:t>Parantheses</a:t>
            </a:r>
            <a:endParaRPr lang="en-US" sz="1600" kern="0" dirty="0">
              <a:solidFill>
                <a:srgbClr val="FFFFFF"/>
              </a:solidFill>
              <a:latin typeface="Roboto Mono"/>
              <a:ea typeface="Roboto Mono"/>
              <a:cs typeface="Arial"/>
              <a:sym typeface="Roboto Mono"/>
            </a:endParaRPr>
          </a:p>
          <a:p>
            <a:pPr marL="228611" indent="-228611" defTabSz="609630">
              <a:lnSpc>
                <a:spcPct val="139958"/>
              </a:lnSpc>
              <a:buClr>
                <a:srgbClr val="FFFFFF"/>
              </a:buClr>
              <a:buFont typeface="Arial" panose="020B0604020202020204" pitchFamily="34" charset="0"/>
              <a:buChar char="•"/>
            </a:pPr>
            <a:r>
              <a:rPr lang="en-US" sz="1600" kern="0" dirty="0">
                <a:solidFill>
                  <a:srgbClr val="FFFFFF"/>
                </a:solidFill>
                <a:latin typeface="Roboto Mono"/>
                <a:ea typeface="Roboto Mono"/>
                <a:cs typeface="Arial"/>
                <a:sym typeface="Roboto Mono"/>
              </a:rPr>
              <a:t>Colon</a:t>
            </a:r>
          </a:p>
          <a:p>
            <a:pPr marL="228611" indent="-228611" defTabSz="609630">
              <a:lnSpc>
                <a:spcPct val="139958"/>
              </a:lnSpc>
              <a:buClr>
                <a:srgbClr val="FFFFFF"/>
              </a:buClr>
              <a:buFont typeface="Arial" panose="020B0604020202020204" pitchFamily="34" charset="0"/>
              <a:buChar char="•"/>
            </a:pPr>
            <a:r>
              <a:rPr lang="en-US" sz="1600" kern="0" dirty="0">
                <a:solidFill>
                  <a:srgbClr val="FFFFFF"/>
                </a:solidFill>
                <a:latin typeface="Roboto Mono"/>
                <a:ea typeface="Roboto Mono"/>
                <a:cs typeface="Arial"/>
                <a:sym typeface="Roboto Mono"/>
              </a:rPr>
              <a:t>Function body</a:t>
            </a:r>
          </a:p>
        </p:txBody>
      </p:sp>
      <p:pic>
        <p:nvPicPr>
          <p:cNvPr id="10" name="Picture 9" descr="A screenshot of a computer code&#10;&#10;Description automatically generated">
            <a:extLst>
              <a:ext uri="{FF2B5EF4-FFF2-40B4-BE49-F238E27FC236}">
                <a16:creationId xmlns:a16="http://schemas.microsoft.com/office/drawing/2014/main" id="{045029ED-83DF-1E51-7C58-202E711DCD3C}"/>
              </a:ext>
            </a:extLst>
          </p:cNvPr>
          <p:cNvPicPr>
            <a:picLocks noChangeAspect="1"/>
          </p:cNvPicPr>
          <p:nvPr/>
        </p:nvPicPr>
        <p:blipFill>
          <a:blip r:embed="rId3"/>
          <a:stretch>
            <a:fillRect/>
          </a:stretch>
        </p:blipFill>
        <p:spPr>
          <a:xfrm>
            <a:off x="581965" y="2433782"/>
            <a:ext cx="6114439" cy="2410835"/>
          </a:xfrm>
          <a:prstGeom prst="rect">
            <a:avLst/>
          </a:prstGeom>
        </p:spPr>
      </p:pic>
      <p:sp>
        <p:nvSpPr>
          <p:cNvPr id="15" name="TextBox 14">
            <a:extLst>
              <a:ext uri="{FF2B5EF4-FFF2-40B4-BE49-F238E27FC236}">
                <a16:creationId xmlns:a16="http://schemas.microsoft.com/office/drawing/2014/main" id="{2F828EE4-4A84-7906-ACE3-24716A417474}"/>
              </a:ext>
            </a:extLst>
          </p:cNvPr>
          <p:cNvSpPr txBox="1"/>
          <p:nvPr/>
        </p:nvSpPr>
        <p:spPr>
          <a:xfrm>
            <a:off x="1334542" y="4929949"/>
            <a:ext cx="6114472" cy="401457"/>
          </a:xfrm>
          <a:prstGeom prst="rect">
            <a:avLst/>
          </a:prstGeom>
          <a:noFill/>
        </p:spPr>
        <p:txBody>
          <a:bodyPr wrap="square">
            <a:spAutoFit/>
          </a:bodyPr>
          <a:lstStyle/>
          <a:p>
            <a:pPr defTabSz="609630">
              <a:lnSpc>
                <a:spcPct val="139958"/>
              </a:lnSpc>
              <a:buClr>
                <a:srgbClr val="FFFFFF"/>
              </a:buClr>
            </a:pPr>
            <a:r>
              <a:rPr lang="en-US" sz="1600" kern="0" dirty="0">
                <a:solidFill>
                  <a:srgbClr val="FFFFFF"/>
                </a:solidFill>
                <a:latin typeface="Roboto Mono"/>
                <a:ea typeface="Roboto Mono"/>
                <a:cs typeface="Arial"/>
                <a:sym typeface="Roboto Mono"/>
              </a:rPr>
              <a:t>function's invocation  </a:t>
            </a:r>
            <a:r>
              <a:rPr lang="en-US" sz="1600" kern="0" dirty="0">
                <a:solidFill>
                  <a:srgbClr val="8C52FF"/>
                </a:solidFill>
                <a:latin typeface="Roboto Mono"/>
                <a:ea typeface="Roboto Mono"/>
                <a:cs typeface="Arial"/>
                <a:sym typeface="Roboto Mono"/>
              </a:rPr>
              <a:t>message()</a:t>
            </a:r>
          </a:p>
        </p:txBody>
      </p:sp>
    </p:spTree>
    <p:extLst>
      <p:ext uri="{BB962C8B-B14F-4D97-AF65-F5344CB8AC3E}">
        <p14:creationId xmlns:p14="http://schemas.microsoft.com/office/powerpoint/2010/main" val="1199887053"/>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24042" y="217287"/>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a:solidFill>
            <a:schemeClr val="accent1"/>
          </a:solidFill>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60"/>
            <a:ext cx="10326008" cy="1062920"/>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5756" kern="0" dirty="0">
                <a:solidFill>
                  <a:srgbClr val="FFFFFF"/>
                </a:solidFill>
                <a:latin typeface="Courier"/>
                <a:cs typeface="Arial"/>
                <a:sym typeface="Courier"/>
              </a:rPr>
              <a:t>How Function Work</a:t>
            </a:r>
            <a:endParaRPr sz="933"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7" name="Rectangle 1">
            <a:extLst>
              <a:ext uri="{FF2B5EF4-FFF2-40B4-BE49-F238E27FC236}">
                <a16:creationId xmlns:a16="http://schemas.microsoft.com/office/drawing/2014/main" id="{20F41085-CE44-7E37-23E2-A522BDCBBFCD}"/>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3" name="Rectangle 1">
            <a:extLst>
              <a:ext uri="{FF2B5EF4-FFF2-40B4-BE49-F238E27FC236}">
                <a16:creationId xmlns:a16="http://schemas.microsoft.com/office/drawing/2014/main" id="{0E9B0D59-3084-D5BA-88A0-D33BADA639E4}"/>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4" name="Rectangle 1">
            <a:extLst>
              <a:ext uri="{FF2B5EF4-FFF2-40B4-BE49-F238E27FC236}">
                <a16:creationId xmlns:a16="http://schemas.microsoft.com/office/drawing/2014/main" id="{23F2007E-42F7-9440-F3A0-FD42A273BA15}"/>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6" name="Rectangle 5">
            <a:extLst>
              <a:ext uri="{FF2B5EF4-FFF2-40B4-BE49-F238E27FC236}">
                <a16:creationId xmlns:a16="http://schemas.microsoft.com/office/drawing/2014/main" id="{9F5FADB2-91AF-D4FA-A045-82F997FBBD17}"/>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5" name="Rectangle 1">
            <a:extLst>
              <a:ext uri="{FF2B5EF4-FFF2-40B4-BE49-F238E27FC236}">
                <a16:creationId xmlns:a16="http://schemas.microsoft.com/office/drawing/2014/main" id="{E6496D04-2116-A83E-095C-4F80A7E97EC5}"/>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9" name="Rectangle 2">
            <a:extLst>
              <a:ext uri="{FF2B5EF4-FFF2-40B4-BE49-F238E27FC236}">
                <a16:creationId xmlns:a16="http://schemas.microsoft.com/office/drawing/2014/main" id="{3E458D6A-E9DB-1287-7EA5-E23645965E69}"/>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2" name="Rectangle 2">
            <a:extLst>
              <a:ext uri="{FF2B5EF4-FFF2-40B4-BE49-F238E27FC236}">
                <a16:creationId xmlns:a16="http://schemas.microsoft.com/office/drawing/2014/main" id="{FBB22B93-F8CC-6F00-52DE-0350807328D2}"/>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3" name="Rectangle 3">
            <a:extLst>
              <a:ext uri="{FF2B5EF4-FFF2-40B4-BE49-F238E27FC236}">
                <a16:creationId xmlns:a16="http://schemas.microsoft.com/office/drawing/2014/main" id="{18B7A569-70FF-9BCA-F988-F9B46A585DE3}"/>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4" name="Rectangle 4">
            <a:extLst>
              <a:ext uri="{FF2B5EF4-FFF2-40B4-BE49-F238E27FC236}">
                <a16:creationId xmlns:a16="http://schemas.microsoft.com/office/drawing/2014/main" id="{2FCDB2EA-91A1-15F5-FC81-BD234CFC7F07}"/>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8" name="Rectangle 1">
            <a:extLst>
              <a:ext uri="{FF2B5EF4-FFF2-40B4-BE49-F238E27FC236}">
                <a16:creationId xmlns:a16="http://schemas.microsoft.com/office/drawing/2014/main" id="{6BB82DA2-17B1-893F-A864-B0D827879492}"/>
              </a:ext>
            </a:extLst>
          </p:cNvPr>
          <p:cNvSpPr>
            <a:spLocks noChangeArrowheads="1"/>
          </p:cNvSpPr>
          <p:nvPr/>
        </p:nvSpPr>
        <p:spPr bwMode="auto">
          <a:xfrm>
            <a:off x="0" y="-123109"/>
            <a:ext cx="6666569"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r>
              <a:rPr lang="en-US" altLang="en-US" sz="1200" kern="0">
                <a:solidFill>
                  <a:srgbClr val="000000"/>
                </a:solidFill>
                <a:latin typeface="Arial" panose="020B0604020202020204" pitchFamily="34" charset="0"/>
                <a:cs typeface="Arial"/>
                <a:sym typeface="Arial"/>
              </a:rPr>
              <a:t>F-strings provide a concise and readable way to embed expressions inside string literals using </a:t>
            </a:r>
            <a:r>
              <a:rPr lang="en-US" altLang="en-US" sz="667" kern="0">
                <a:solidFill>
                  <a:srgbClr val="000000"/>
                </a:solidFill>
                <a:latin typeface="Arial Unicode MS"/>
                <a:cs typeface="Arial"/>
                <a:sym typeface="Arial"/>
              </a:rPr>
              <a:t>{}</a:t>
            </a:r>
            <a:r>
              <a:rPr lang="en-US" altLang="en-US" sz="800" kern="0">
                <a:solidFill>
                  <a:srgbClr val="000000"/>
                </a:solidFill>
                <a:latin typeface="Arial"/>
                <a:cs typeface="Arial"/>
                <a:sym typeface="Arial"/>
              </a:rPr>
              <a:t>. </a:t>
            </a:r>
            <a:endParaRPr lang="en-US" altLang="en-US" sz="1200" kern="0">
              <a:solidFill>
                <a:srgbClr val="000000"/>
              </a:solidFill>
              <a:latin typeface="Arial" panose="020B0604020202020204" pitchFamily="34" charset="0"/>
              <a:cs typeface="Arial"/>
              <a:sym typeface="Arial"/>
            </a:endParaRPr>
          </a:p>
        </p:txBody>
      </p:sp>
      <p:pic>
        <p:nvPicPr>
          <p:cNvPr id="35842" name="Picture 2" descr="Explaining how functions work">
            <a:extLst>
              <a:ext uri="{FF2B5EF4-FFF2-40B4-BE49-F238E27FC236}">
                <a16:creationId xmlns:a16="http://schemas.microsoft.com/office/drawing/2014/main" id="{0AAEB96C-5ABA-33C7-2D1F-73950B52B4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84735" y="2658509"/>
            <a:ext cx="5822531" cy="30370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25122545"/>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24042" y="217287"/>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a:solidFill>
            <a:schemeClr val="accent1"/>
          </a:solidFill>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60"/>
            <a:ext cx="10326008" cy="1062920"/>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5756" kern="0" dirty="0">
                <a:solidFill>
                  <a:srgbClr val="FFFFFF"/>
                </a:solidFill>
                <a:latin typeface="Courier"/>
                <a:cs typeface="Arial"/>
                <a:sym typeface="Courier"/>
              </a:rPr>
              <a:t>How Function Work</a:t>
            </a:r>
            <a:endParaRPr sz="933"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7" name="Rectangle 1">
            <a:extLst>
              <a:ext uri="{FF2B5EF4-FFF2-40B4-BE49-F238E27FC236}">
                <a16:creationId xmlns:a16="http://schemas.microsoft.com/office/drawing/2014/main" id="{20F41085-CE44-7E37-23E2-A522BDCBBFCD}"/>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3" name="Rectangle 1">
            <a:extLst>
              <a:ext uri="{FF2B5EF4-FFF2-40B4-BE49-F238E27FC236}">
                <a16:creationId xmlns:a16="http://schemas.microsoft.com/office/drawing/2014/main" id="{0E9B0D59-3084-D5BA-88A0-D33BADA639E4}"/>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4" name="Rectangle 1">
            <a:extLst>
              <a:ext uri="{FF2B5EF4-FFF2-40B4-BE49-F238E27FC236}">
                <a16:creationId xmlns:a16="http://schemas.microsoft.com/office/drawing/2014/main" id="{23F2007E-42F7-9440-F3A0-FD42A273BA15}"/>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6" name="Rectangle 5">
            <a:extLst>
              <a:ext uri="{FF2B5EF4-FFF2-40B4-BE49-F238E27FC236}">
                <a16:creationId xmlns:a16="http://schemas.microsoft.com/office/drawing/2014/main" id="{9F5FADB2-91AF-D4FA-A045-82F997FBBD17}"/>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5" name="Rectangle 1">
            <a:extLst>
              <a:ext uri="{FF2B5EF4-FFF2-40B4-BE49-F238E27FC236}">
                <a16:creationId xmlns:a16="http://schemas.microsoft.com/office/drawing/2014/main" id="{E6496D04-2116-A83E-095C-4F80A7E97EC5}"/>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9" name="Rectangle 2">
            <a:extLst>
              <a:ext uri="{FF2B5EF4-FFF2-40B4-BE49-F238E27FC236}">
                <a16:creationId xmlns:a16="http://schemas.microsoft.com/office/drawing/2014/main" id="{3E458D6A-E9DB-1287-7EA5-E23645965E69}"/>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2" name="Rectangle 2">
            <a:extLst>
              <a:ext uri="{FF2B5EF4-FFF2-40B4-BE49-F238E27FC236}">
                <a16:creationId xmlns:a16="http://schemas.microsoft.com/office/drawing/2014/main" id="{FBB22B93-F8CC-6F00-52DE-0350807328D2}"/>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3" name="Rectangle 3">
            <a:extLst>
              <a:ext uri="{FF2B5EF4-FFF2-40B4-BE49-F238E27FC236}">
                <a16:creationId xmlns:a16="http://schemas.microsoft.com/office/drawing/2014/main" id="{18B7A569-70FF-9BCA-F988-F9B46A585DE3}"/>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4" name="Rectangle 4">
            <a:extLst>
              <a:ext uri="{FF2B5EF4-FFF2-40B4-BE49-F238E27FC236}">
                <a16:creationId xmlns:a16="http://schemas.microsoft.com/office/drawing/2014/main" id="{2FCDB2EA-91A1-15F5-FC81-BD234CFC7F07}"/>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8" name="Rectangle 1">
            <a:extLst>
              <a:ext uri="{FF2B5EF4-FFF2-40B4-BE49-F238E27FC236}">
                <a16:creationId xmlns:a16="http://schemas.microsoft.com/office/drawing/2014/main" id="{6BB82DA2-17B1-893F-A864-B0D827879492}"/>
              </a:ext>
            </a:extLst>
          </p:cNvPr>
          <p:cNvSpPr>
            <a:spLocks noChangeArrowheads="1"/>
          </p:cNvSpPr>
          <p:nvPr/>
        </p:nvSpPr>
        <p:spPr bwMode="auto">
          <a:xfrm>
            <a:off x="0" y="-123109"/>
            <a:ext cx="6666569"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r>
              <a:rPr lang="en-US" altLang="en-US" sz="1200" kern="0">
                <a:solidFill>
                  <a:srgbClr val="000000"/>
                </a:solidFill>
                <a:latin typeface="Arial" panose="020B0604020202020204" pitchFamily="34" charset="0"/>
                <a:cs typeface="Arial"/>
                <a:sym typeface="Arial"/>
              </a:rPr>
              <a:t>F-strings provide a concise and readable way to embed expressions inside string literals using </a:t>
            </a:r>
            <a:r>
              <a:rPr lang="en-US" altLang="en-US" sz="667" kern="0">
                <a:solidFill>
                  <a:srgbClr val="000000"/>
                </a:solidFill>
                <a:latin typeface="Arial Unicode MS"/>
                <a:cs typeface="Arial"/>
                <a:sym typeface="Arial"/>
              </a:rPr>
              <a:t>{}</a:t>
            </a:r>
            <a:r>
              <a:rPr lang="en-US" altLang="en-US" sz="800" kern="0">
                <a:solidFill>
                  <a:srgbClr val="000000"/>
                </a:solidFill>
                <a:latin typeface="Arial"/>
                <a:cs typeface="Arial"/>
                <a:sym typeface="Arial"/>
              </a:rPr>
              <a:t>. </a:t>
            </a:r>
            <a:endParaRPr lang="en-US" altLang="en-US" sz="1200" kern="0">
              <a:solidFill>
                <a:srgbClr val="000000"/>
              </a:solidFill>
              <a:latin typeface="Arial" panose="020B0604020202020204" pitchFamily="34" charset="0"/>
              <a:cs typeface="Arial"/>
              <a:sym typeface="Arial"/>
            </a:endParaRPr>
          </a:p>
        </p:txBody>
      </p:sp>
      <p:sp>
        <p:nvSpPr>
          <p:cNvPr id="15" name="TextBox 14">
            <a:extLst>
              <a:ext uri="{FF2B5EF4-FFF2-40B4-BE49-F238E27FC236}">
                <a16:creationId xmlns:a16="http://schemas.microsoft.com/office/drawing/2014/main" id="{8DA25672-7638-9F05-96BC-155361E6A7BC}"/>
              </a:ext>
            </a:extLst>
          </p:cNvPr>
          <p:cNvSpPr txBox="1"/>
          <p:nvPr/>
        </p:nvSpPr>
        <p:spPr>
          <a:xfrm>
            <a:off x="997460" y="2484243"/>
            <a:ext cx="10251248" cy="666977"/>
          </a:xfrm>
          <a:prstGeom prst="rect">
            <a:avLst/>
          </a:prstGeom>
          <a:noFill/>
        </p:spPr>
        <p:txBody>
          <a:bodyPr wrap="square">
            <a:spAutoFit/>
          </a:bodyPr>
          <a:lstStyle/>
          <a:p>
            <a:pPr defTabSz="609630">
              <a:buClr>
                <a:srgbClr val="000000"/>
              </a:buClr>
            </a:pPr>
            <a:r>
              <a:rPr lang="en-US" sz="1867" kern="0" dirty="0">
                <a:solidFill>
                  <a:srgbClr val="FFFFFF"/>
                </a:solidFill>
                <a:latin typeface="Roboto Mono" panose="00000009000000000000" pitchFamily="49" charset="0"/>
                <a:ea typeface="Roboto Mono" panose="00000009000000000000" pitchFamily="49" charset="0"/>
                <a:cs typeface="Arial"/>
                <a:sym typeface="Arial"/>
              </a:rPr>
              <a:t>You </a:t>
            </a:r>
            <a:r>
              <a:rPr lang="en-US" sz="1867" kern="0" dirty="0">
                <a:solidFill>
                  <a:srgbClr val="8C52FF"/>
                </a:solidFill>
                <a:latin typeface="Roboto Mono" panose="00000009000000000000" pitchFamily="49" charset="0"/>
                <a:ea typeface="Roboto Mono" panose="00000009000000000000" pitchFamily="49" charset="0"/>
                <a:cs typeface="Arial"/>
                <a:sym typeface="Arial"/>
              </a:rPr>
              <a:t>mustn't invoke a function which is not known at the moment of invocation.</a:t>
            </a:r>
            <a:endParaRPr lang="en-MY" sz="1867" kern="0" dirty="0">
              <a:solidFill>
                <a:srgbClr val="8C52FF"/>
              </a:solidFill>
              <a:latin typeface="Roboto Mono" panose="00000009000000000000" pitchFamily="49" charset="0"/>
              <a:ea typeface="Roboto Mono" panose="00000009000000000000" pitchFamily="49" charset="0"/>
              <a:cs typeface="Arial"/>
              <a:sym typeface="Arial"/>
            </a:endParaRPr>
          </a:p>
        </p:txBody>
      </p:sp>
      <p:pic>
        <p:nvPicPr>
          <p:cNvPr id="18" name="Picture 17" descr="A white background with red text&#10;&#10;Description automatically generated">
            <a:extLst>
              <a:ext uri="{FF2B5EF4-FFF2-40B4-BE49-F238E27FC236}">
                <a16:creationId xmlns:a16="http://schemas.microsoft.com/office/drawing/2014/main" id="{F93B0328-C65E-900A-9FC3-08DB3D9DF724}"/>
              </a:ext>
            </a:extLst>
          </p:cNvPr>
          <p:cNvPicPr>
            <a:picLocks noChangeAspect="1"/>
          </p:cNvPicPr>
          <p:nvPr/>
        </p:nvPicPr>
        <p:blipFill>
          <a:blip r:embed="rId3"/>
          <a:stretch>
            <a:fillRect/>
          </a:stretch>
        </p:blipFill>
        <p:spPr>
          <a:xfrm>
            <a:off x="2882756" y="3240865"/>
            <a:ext cx="6417178" cy="2522175"/>
          </a:xfrm>
          <a:prstGeom prst="rect">
            <a:avLst/>
          </a:prstGeom>
        </p:spPr>
      </p:pic>
    </p:spTree>
    <p:extLst>
      <p:ext uri="{BB962C8B-B14F-4D97-AF65-F5344CB8AC3E}">
        <p14:creationId xmlns:p14="http://schemas.microsoft.com/office/powerpoint/2010/main" val="1591441536"/>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24042" y="217287"/>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a:solidFill>
            <a:schemeClr val="accent1"/>
          </a:solidFill>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60"/>
            <a:ext cx="10326008" cy="1062920"/>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5756" kern="0" dirty="0">
                <a:solidFill>
                  <a:srgbClr val="FFFFFF"/>
                </a:solidFill>
                <a:latin typeface="Courier"/>
                <a:cs typeface="Arial"/>
                <a:sym typeface="Courier"/>
              </a:rPr>
              <a:t>How Function Work</a:t>
            </a:r>
            <a:endParaRPr sz="933"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7" name="Rectangle 1">
            <a:extLst>
              <a:ext uri="{FF2B5EF4-FFF2-40B4-BE49-F238E27FC236}">
                <a16:creationId xmlns:a16="http://schemas.microsoft.com/office/drawing/2014/main" id="{20F41085-CE44-7E37-23E2-A522BDCBBFCD}"/>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3" name="Rectangle 1">
            <a:extLst>
              <a:ext uri="{FF2B5EF4-FFF2-40B4-BE49-F238E27FC236}">
                <a16:creationId xmlns:a16="http://schemas.microsoft.com/office/drawing/2014/main" id="{0E9B0D59-3084-D5BA-88A0-D33BADA639E4}"/>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4" name="Rectangle 1">
            <a:extLst>
              <a:ext uri="{FF2B5EF4-FFF2-40B4-BE49-F238E27FC236}">
                <a16:creationId xmlns:a16="http://schemas.microsoft.com/office/drawing/2014/main" id="{23F2007E-42F7-9440-F3A0-FD42A273BA15}"/>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6" name="Rectangle 5">
            <a:extLst>
              <a:ext uri="{FF2B5EF4-FFF2-40B4-BE49-F238E27FC236}">
                <a16:creationId xmlns:a16="http://schemas.microsoft.com/office/drawing/2014/main" id="{9F5FADB2-91AF-D4FA-A045-82F997FBBD17}"/>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5" name="Rectangle 1">
            <a:extLst>
              <a:ext uri="{FF2B5EF4-FFF2-40B4-BE49-F238E27FC236}">
                <a16:creationId xmlns:a16="http://schemas.microsoft.com/office/drawing/2014/main" id="{E6496D04-2116-A83E-095C-4F80A7E97EC5}"/>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9" name="Rectangle 2">
            <a:extLst>
              <a:ext uri="{FF2B5EF4-FFF2-40B4-BE49-F238E27FC236}">
                <a16:creationId xmlns:a16="http://schemas.microsoft.com/office/drawing/2014/main" id="{3E458D6A-E9DB-1287-7EA5-E23645965E69}"/>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2" name="Rectangle 2">
            <a:extLst>
              <a:ext uri="{FF2B5EF4-FFF2-40B4-BE49-F238E27FC236}">
                <a16:creationId xmlns:a16="http://schemas.microsoft.com/office/drawing/2014/main" id="{FBB22B93-F8CC-6F00-52DE-0350807328D2}"/>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3" name="Rectangle 3">
            <a:extLst>
              <a:ext uri="{FF2B5EF4-FFF2-40B4-BE49-F238E27FC236}">
                <a16:creationId xmlns:a16="http://schemas.microsoft.com/office/drawing/2014/main" id="{18B7A569-70FF-9BCA-F988-F9B46A585DE3}"/>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4" name="Rectangle 4">
            <a:extLst>
              <a:ext uri="{FF2B5EF4-FFF2-40B4-BE49-F238E27FC236}">
                <a16:creationId xmlns:a16="http://schemas.microsoft.com/office/drawing/2014/main" id="{2FCDB2EA-91A1-15F5-FC81-BD234CFC7F07}"/>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8" name="Rectangle 1">
            <a:extLst>
              <a:ext uri="{FF2B5EF4-FFF2-40B4-BE49-F238E27FC236}">
                <a16:creationId xmlns:a16="http://schemas.microsoft.com/office/drawing/2014/main" id="{6BB82DA2-17B1-893F-A864-B0D827879492}"/>
              </a:ext>
            </a:extLst>
          </p:cNvPr>
          <p:cNvSpPr>
            <a:spLocks noChangeArrowheads="1"/>
          </p:cNvSpPr>
          <p:nvPr/>
        </p:nvSpPr>
        <p:spPr bwMode="auto">
          <a:xfrm>
            <a:off x="0" y="-123109"/>
            <a:ext cx="6666569"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r>
              <a:rPr lang="en-US" altLang="en-US" sz="1200" kern="0">
                <a:solidFill>
                  <a:srgbClr val="000000"/>
                </a:solidFill>
                <a:latin typeface="Arial" panose="020B0604020202020204" pitchFamily="34" charset="0"/>
                <a:cs typeface="Arial"/>
                <a:sym typeface="Arial"/>
              </a:rPr>
              <a:t>F-strings provide a concise and readable way to embed expressions inside string literals using </a:t>
            </a:r>
            <a:r>
              <a:rPr lang="en-US" altLang="en-US" sz="667" kern="0">
                <a:solidFill>
                  <a:srgbClr val="000000"/>
                </a:solidFill>
                <a:latin typeface="Arial Unicode MS"/>
                <a:cs typeface="Arial"/>
                <a:sym typeface="Arial"/>
              </a:rPr>
              <a:t>{}</a:t>
            </a:r>
            <a:r>
              <a:rPr lang="en-US" altLang="en-US" sz="800" kern="0">
                <a:solidFill>
                  <a:srgbClr val="000000"/>
                </a:solidFill>
                <a:latin typeface="Arial"/>
                <a:cs typeface="Arial"/>
                <a:sym typeface="Arial"/>
              </a:rPr>
              <a:t>. </a:t>
            </a:r>
            <a:endParaRPr lang="en-US" altLang="en-US" sz="1200" kern="0">
              <a:solidFill>
                <a:srgbClr val="000000"/>
              </a:solidFill>
              <a:latin typeface="Arial" panose="020B0604020202020204" pitchFamily="34" charset="0"/>
              <a:cs typeface="Arial"/>
              <a:sym typeface="Arial"/>
            </a:endParaRPr>
          </a:p>
        </p:txBody>
      </p:sp>
      <p:sp>
        <p:nvSpPr>
          <p:cNvPr id="15" name="TextBox 14">
            <a:extLst>
              <a:ext uri="{FF2B5EF4-FFF2-40B4-BE49-F238E27FC236}">
                <a16:creationId xmlns:a16="http://schemas.microsoft.com/office/drawing/2014/main" id="{8DA25672-7638-9F05-96BC-155361E6A7BC}"/>
              </a:ext>
            </a:extLst>
          </p:cNvPr>
          <p:cNvSpPr txBox="1"/>
          <p:nvPr/>
        </p:nvSpPr>
        <p:spPr>
          <a:xfrm>
            <a:off x="997460" y="2484243"/>
            <a:ext cx="10251248" cy="379656"/>
          </a:xfrm>
          <a:prstGeom prst="rect">
            <a:avLst/>
          </a:prstGeom>
          <a:noFill/>
        </p:spPr>
        <p:txBody>
          <a:bodyPr wrap="square">
            <a:spAutoFit/>
          </a:bodyPr>
          <a:lstStyle/>
          <a:p>
            <a:pPr defTabSz="609630">
              <a:buClr>
                <a:srgbClr val="000000"/>
              </a:buClr>
            </a:pPr>
            <a:r>
              <a:rPr lang="en-US" sz="1867" kern="0" dirty="0">
                <a:solidFill>
                  <a:srgbClr val="FFFFFF"/>
                </a:solidFill>
                <a:latin typeface="Roboto Mono" panose="00000009000000000000" pitchFamily="49" charset="0"/>
                <a:ea typeface="Roboto Mono" panose="00000009000000000000" pitchFamily="49" charset="0"/>
                <a:cs typeface="Arial"/>
                <a:sym typeface="Arial"/>
              </a:rPr>
              <a:t>You </a:t>
            </a:r>
            <a:r>
              <a:rPr lang="en-US" sz="1867" kern="0" dirty="0">
                <a:solidFill>
                  <a:srgbClr val="8C52FF"/>
                </a:solidFill>
                <a:latin typeface="Roboto Mono" panose="00000009000000000000" pitchFamily="49" charset="0"/>
                <a:ea typeface="Roboto Mono" panose="00000009000000000000" pitchFamily="49" charset="0"/>
                <a:cs typeface="Arial"/>
                <a:sym typeface="Arial"/>
              </a:rPr>
              <a:t>mustn't have a function and a variable of the same name.</a:t>
            </a:r>
            <a:endParaRPr lang="en-MY" sz="1867" kern="0" dirty="0">
              <a:solidFill>
                <a:srgbClr val="8C52FF"/>
              </a:solidFill>
              <a:latin typeface="Roboto Mono" panose="00000009000000000000" pitchFamily="49" charset="0"/>
              <a:ea typeface="Roboto Mono" panose="00000009000000000000" pitchFamily="49" charset="0"/>
              <a:cs typeface="Arial"/>
              <a:sym typeface="Arial"/>
            </a:endParaRPr>
          </a:p>
        </p:txBody>
      </p:sp>
      <p:pic>
        <p:nvPicPr>
          <p:cNvPr id="10" name="Picture 9" descr="A white background with red text&#10;&#10;Description automatically generated">
            <a:extLst>
              <a:ext uri="{FF2B5EF4-FFF2-40B4-BE49-F238E27FC236}">
                <a16:creationId xmlns:a16="http://schemas.microsoft.com/office/drawing/2014/main" id="{2B088B8E-F4F0-DD9C-9A53-510BA582FE14}"/>
              </a:ext>
            </a:extLst>
          </p:cNvPr>
          <p:cNvPicPr>
            <a:picLocks noChangeAspect="1"/>
          </p:cNvPicPr>
          <p:nvPr/>
        </p:nvPicPr>
        <p:blipFill>
          <a:blip r:embed="rId3"/>
          <a:stretch>
            <a:fillRect/>
          </a:stretch>
        </p:blipFill>
        <p:spPr>
          <a:xfrm>
            <a:off x="1523330" y="3186755"/>
            <a:ext cx="9533433" cy="2353935"/>
          </a:xfrm>
          <a:prstGeom prst="rect">
            <a:avLst/>
          </a:prstGeom>
        </p:spPr>
      </p:pic>
    </p:spTree>
    <p:extLst>
      <p:ext uri="{BB962C8B-B14F-4D97-AF65-F5344CB8AC3E}">
        <p14:creationId xmlns:p14="http://schemas.microsoft.com/office/powerpoint/2010/main" val="1513975494"/>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24042" y="217287"/>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a:solidFill>
            <a:schemeClr val="accent1"/>
          </a:solidFill>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60"/>
            <a:ext cx="10326008" cy="1062920"/>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5756" kern="0" dirty="0">
                <a:solidFill>
                  <a:srgbClr val="FFFFFF"/>
                </a:solidFill>
                <a:latin typeface="Courier"/>
                <a:cs typeface="Arial"/>
                <a:sym typeface="Courier"/>
              </a:rPr>
              <a:t>How Function Work</a:t>
            </a:r>
            <a:endParaRPr sz="933"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7" name="Rectangle 1">
            <a:extLst>
              <a:ext uri="{FF2B5EF4-FFF2-40B4-BE49-F238E27FC236}">
                <a16:creationId xmlns:a16="http://schemas.microsoft.com/office/drawing/2014/main" id="{20F41085-CE44-7E37-23E2-A522BDCBBFCD}"/>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3" name="Rectangle 1">
            <a:extLst>
              <a:ext uri="{FF2B5EF4-FFF2-40B4-BE49-F238E27FC236}">
                <a16:creationId xmlns:a16="http://schemas.microsoft.com/office/drawing/2014/main" id="{0E9B0D59-3084-D5BA-88A0-D33BADA639E4}"/>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4" name="Rectangle 1">
            <a:extLst>
              <a:ext uri="{FF2B5EF4-FFF2-40B4-BE49-F238E27FC236}">
                <a16:creationId xmlns:a16="http://schemas.microsoft.com/office/drawing/2014/main" id="{23F2007E-42F7-9440-F3A0-FD42A273BA15}"/>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6" name="Rectangle 5">
            <a:extLst>
              <a:ext uri="{FF2B5EF4-FFF2-40B4-BE49-F238E27FC236}">
                <a16:creationId xmlns:a16="http://schemas.microsoft.com/office/drawing/2014/main" id="{9F5FADB2-91AF-D4FA-A045-82F997FBBD17}"/>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5" name="Rectangle 1">
            <a:extLst>
              <a:ext uri="{FF2B5EF4-FFF2-40B4-BE49-F238E27FC236}">
                <a16:creationId xmlns:a16="http://schemas.microsoft.com/office/drawing/2014/main" id="{E6496D04-2116-A83E-095C-4F80A7E97EC5}"/>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9" name="Rectangle 2">
            <a:extLst>
              <a:ext uri="{FF2B5EF4-FFF2-40B4-BE49-F238E27FC236}">
                <a16:creationId xmlns:a16="http://schemas.microsoft.com/office/drawing/2014/main" id="{3E458D6A-E9DB-1287-7EA5-E23645965E69}"/>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2" name="Rectangle 2">
            <a:extLst>
              <a:ext uri="{FF2B5EF4-FFF2-40B4-BE49-F238E27FC236}">
                <a16:creationId xmlns:a16="http://schemas.microsoft.com/office/drawing/2014/main" id="{FBB22B93-F8CC-6F00-52DE-0350807328D2}"/>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3" name="Rectangle 3">
            <a:extLst>
              <a:ext uri="{FF2B5EF4-FFF2-40B4-BE49-F238E27FC236}">
                <a16:creationId xmlns:a16="http://schemas.microsoft.com/office/drawing/2014/main" id="{18B7A569-70FF-9BCA-F988-F9B46A585DE3}"/>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4" name="Rectangle 4">
            <a:extLst>
              <a:ext uri="{FF2B5EF4-FFF2-40B4-BE49-F238E27FC236}">
                <a16:creationId xmlns:a16="http://schemas.microsoft.com/office/drawing/2014/main" id="{2FCDB2EA-91A1-15F5-FC81-BD234CFC7F07}"/>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8" name="Rectangle 1">
            <a:extLst>
              <a:ext uri="{FF2B5EF4-FFF2-40B4-BE49-F238E27FC236}">
                <a16:creationId xmlns:a16="http://schemas.microsoft.com/office/drawing/2014/main" id="{6BB82DA2-17B1-893F-A864-B0D827879492}"/>
              </a:ext>
            </a:extLst>
          </p:cNvPr>
          <p:cNvSpPr>
            <a:spLocks noChangeArrowheads="1"/>
          </p:cNvSpPr>
          <p:nvPr/>
        </p:nvSpPr>
        <p:spPr bwMode="auto">
          <a:xfrm>
            <a:off x="0" y="-123109"/>
            <a:ext cx="6666569"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r>
              <a:rPr lang="en-US" altLang="en-US" sz="1200" kern="0">
                <a:solidFill>
                  <a:srgbClr val="000000"/>
                </a:solidFill>
                <a:latin typeface="Arial" panose="020B0604020202020204" pitchFamily="34" charset="0"/>
                <a:cs typeface="Arial"/>
                <a:sym typeface="Arial"/>
              </a:rPr>
              <a:t>F-strings provide a concise and readable way to embed expressions inside string literals using </a:t>
            </a:r>
            <a:r>
              <a:rPr lang="en-US" altLang="en-US" sz="667" kern="0">
                <a:solidFill>
                  <a:srgbClr val="000000"/>
                </a:solidFill>
                <a:latin typeface="Arial Unicode MS"/>
                <a:cs typeface="Arial"/>
                <a:sym typeface="Arial"/>
              </a:rPr>
              <a:t>{}</a:t>
            </a:r>
            <a:r>
              <a:rPr lang="en-US" altLang="en-US" sz="800" kern="0">
                <a:solidFill>
                  <a:srgbClr val="000000"/>
                </a:solidFill>
                <a:latin typeface="Arial"/>
                <a:cs typeface="Arial"/>
                <a:sym typeface="Arial"/>
              </a:rPr>
              <a:t>. </a:t>
            </a:r>
            <a:endParaRPr lang="en-US" altLang="en-US" sz="1200" kern="0">
              <a:solidFill>
                <a:srgbClr val="000000"/>
              </a:solidFill>
              <a:latin typeface="Arial" panose="020B0604020202020204" pitchFamily="34" charset="0"/>
              <a:cs typeface="Arial"/>
              <a:sym typeface="Arial"/>
            </a:endParaRPr>
          </a:p>
        </p:txBody>
      </p:sp>
      <p:sp>
        <p:nvSpPr>
          <p:cNvPr id="15" name="TextBox 14">
            <a:extLst>
              <a:ext uri="{FF2B5EF4-FFF2-40B4-BE49-F238E27FC236}">
                <a16:creationId xmlns:a16="http://schemas.microsoft.com/office/drawing/2014/main" id="{8DA25672-7638-9F05-96BC-155361E6A7BC}"/>
              </a:ext>
            </a:extLst>
          </p:cNvPr>
          <p:cNvSpPr txBox="1"/>
          <p:nvPr/>
        </p:nvSpPr>
        <p:spPr>
          <a:xfrm>
            <a:off x="997460" y="2484243"/>
            <a:ext cx="10251248" cy="666977"/>
          </a:xfrm>
          <a:prstGeom prst="rect">
            <a:avLst/>
          </a:prstGeom>
          <a:noFill/>
        </p:spPr>
        <p:txBody>
          <a:bodyPr wrap="square">
            <a:spAutoFit/>
          </a:bodyPr>
          <a:lstStyle/>
          <a:p>
            <a:pPr defTabSz="609630">
              <a:buClr>
                <a:srgbClr val="000000"/>
              </a:buClr>
            </a:pPr>
            <a:r>
              <a:rPr lang="en-US" sz="1867" kern="0" dirty="0">
                <a:solidFill>
                  <a:srgbClr val="FFFFFF"/>
                </a:solidFill>
                <a:latin typeface="Roboto Mono" panose="00000009000000000000" pitchFamily="49" charset="0"/>
                <a:ea typeface="Roboto Mono" panose="00000009000000000000" pitchFamily="49" charset="0"/>
                <a:cs typeface="Arial"/>
                <a:sym typeface="Arial"/>
              </a:rPr>
              <a:t>Let's return to our primary example, and employ the function for the right job, like here:</a:t>
            </a:r>
            <a:endParaRPr lang="en-MY" sz="1867" kern="0" dirty="0">
              <a:solidFill>
                <a:srgbClr val="8C52FF"/>
              </a:solidFill>
              <a:latin typeface="Roboto Mono" panose="00000009000000000000" pitchFamily="49" charset="0"/>
              <a:ea typeface="Roboto Mono" panose="00000009000000000000" pitchFamily="49" charset="0"/>
              <a:cs typeface="Arial"/>
              <a:sym typeface="Arial"/>
            </a:endParaRPr>
          </a:p>
        </p:txBody>
      </p:sp>
      <p:pic>
        <p:nvPicPr>
          <p:cNvPr id="11" name="Picture 10" descr="A screenshot of a computer program&#10;&#10;Description automatically generated">
            <a:extLst>
              <a:ext uri="{FF2B5EF4-FFF2-40B4-BE49-F238E27FC236}">
                <a16:creationId xmlns:a16="http://schemas.microsoft.com/office/drawing/2014/main" id="{BD0E9E6B-F3A9-300A-EBA9-03992B23261D}"/>
              </a:ext>
            </a:extLst>
          </p:cNvPr>
          <p:cNvPicPr>
            <a:picLocks noChangeAspect="1"/>
          </p:cNvPicPr>
          <p:nvPr/>
        </p:nvPicPr>
        <p:blipFill>
          <a:blip r:embed="rId3"/>
          <a:stretch>
            <a:fillRect/>
          </a:stretch>
        </p:blipFill>
        <p:spPr>
          <a:xfrm>
            <a:off x="2990258" y="3377362"/>
            <a:ext cx="6008285" cy="2885752"/>
          </a:xfrm>
          <a:prstGeom prst="rect">
            <a:avLst/>
          </a:prstGeom>
        </p:spPr>
      </p:pic>
    </p:spTree>
    <p:extLst>
      <p:ext uri="{BB962C8B-B14F-4D97-AF65-F5344CB8AC3E}">
        <p14:creationId xmlns:p14="http://schemas.microsoft.com/office/powerpoint/2010/main" val="4287379123"/>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24042" y="217287"/>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a:solidFill>
            <a:schemeClr val="accent1"/>
          </a:solidFill>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60"/>
            <a:ext cx="10326008" cy="1062920"/>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5756" kern="0" dirty="0">
                <a:solidFill>
                  <a:srgbClr val="FFFFFF"/>
                </a:solidFill>
                <a:latin typeface="Courier"/>
                <a:cs typeface="Arial"/>
                <a:sym typeface="Courier"/>
              </a:rPr>
              <a:t>How Function Work</a:t>
            </a:r>
            <a:endParaRPr sz="933"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7" name="Rectangle 1">
            <a:extLst>
              <a:ext uri="{FF2B5EF4-FFF2-40B4-BE49-F238E27FC236}">
                <a16:creationId xmlns:a16="http://schemas.microsoft.com/office/drawing/2014/main" id="{20F41085-CE44-7E37-23E2-A522BDCBBFCD}"/>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3" name="Rectangle 1">
            <a:extLst>
              <a:ext uri="{FF2B5EF4-FFF2-40B4-BE49-F238E27FC236}">
                <a16:creationId xmlns:a16="http://schemas.microsoft.com/office/drawing/2014/main" id="{0E9B0D59-3084-D5BA-88A0-D33BADA639E4}"/>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4" name="Rectangle 1">
            <a:extLst>
              <a:ext uri="{FF2B5EF4-FFF2-40B4-BE49-F238E27FC236}">
                <a16:creationId xmlns:a16="http://schemas.microsoft.com/office/drawing/2014/main" id="{23F2007E-42F7-9440-F3A0-FD42A273BA15}"/>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6" name="Rectangle 5">
            <a:extLst>
              <a:ext uri="{FF2B5EF4-FFF2-40B4-BE49-F238E27FC236}">
                <a16:creationId xmlns:a16="http://schemas.microsoft.com/office/drawing/2014/main" id="{9F5FADB2-91AF-D4FA-A045-82F997FBBD17}"/>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5" name="Rectangle 1">
            <a:extLst>
              <a:ext uri="{FF2B5EF4-FFF2-40B4-BE49-F238E27FC236}">
                <a16:creationId xmlns:a16="http://schemas.microsoft.com/office/drawing/2014/main" id="{E6496D04-2116-A83E-095C-4F80A7E97EC5}"/>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9" name="Rectangle 2">
            <a:extLst>
              <a:ext uri="{FF2B5EF4-FFF2-40B4-BE49-F238E27FC236}">
                <a16:creationId xmlns:a16="http://schemas.microsoft.com/office/drawing/2014/main" id="{3E458D6A-E9DB-1287-7EA5-E23645965E69}"/>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2" name="Rectangle 2">
            <a:extLst>
              <a:ext uri="{FF2B5EF4-FFF2-40B4-BE49-F238E27FC236}">
                <a16:creationId xmlns:a16="http://schemas.microsoft.com/office/drawing/2014/main" id="{FBB22B93-F8CC-6F00-52DE-0350807328D2}"/>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3" name="Rectangle 3">
            <a:extLst>
              <a:ext uri="{FF2B5EF4-FFF2-40B4-BE49-F238E27FC236}">
                <a16:creationId xmlns:a16="http://schemas.microsoft.com/office/drawing/2014/main" id="{18B7A569-70FF-9BCA-F988-F9B46A585DE3}"/>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4" name="Rectangle 4">
            <a:extLst>
              <a:ext uri="{FF2B5EF4-FFF2-40B4-BE49-F238E27FC236}">
                <a16:creationId xmlns:a16="http://schemas.microsoft.com/office/drawing/2014/main" id="{2FCDB2EA-91A1-15F5-FC81-BD234CFC7F07}"/>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8" name="Rectangle 1">
            <a:extLst>
              <a:ext uri="{FF2B5EF4-FFF2-40B4-BE49-F238E27FC236}">
                <a16:creationId xmlns:a16="http://schemas.microsoft.com/office/drawing/2014/main" id="{6BB82DA2-17B1-893F-A864-B0D827879492}"/>
              </a:ext>
            </a:extLst>
          </p:cNvPr>
          <p:cNvSpPr>
            <a:spLocks noChangeArrowheads="1"/>
          </p:cNvSpPr>
          <p:nvPr/>
        </p:nvSpPr>
        <p:spPr bwMode="auto">
          <a:xfrm>
            <a:off x="0" y="-123109"/>
            <a:ext cx="6666569"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r>
              <a:rPr lang="en-US" altLang="en-US" sz="1200" kern="0">
                <a:solidFill>
                  <a:srgbClr val="000000"/>
                </a:solidFill>
                <a:latin typeface="Arial" panose="020B0604020202020204" pitchFamily="34" charset="0"/>
                <a:cs typeface="Arial"/>
                <a:sym typeface="Arial"/>
              </a:rPr>
              <a:t>F-strings provide a concise and readable way to embed expressions inside string literals using </a:t>
            </a:r>
            <a:r>
              <a:rPr lang="en-US" altLang="en-US" sz="667" kern="0">
                <a:solidFill>
                  <a:srgbClr val="000000"/>
                </a:solidFill>
                <a:latin typeface="Arial Unicode MS"/>
                <a:cs typeface="Arial"/>
                <a:sym typeface="Arial"/>
              </a:rPr>
              <a:t>{}</a:t>
            </a:r>
            <a:r>
              <a:rPr lang="en-US" altLang="en-US" sz="800" kern="0">
                <a:solidFill>
                  <a:srgbClr val="000000"/>
                </a:solidFill>
                <a:latin typeface="Arial"/>
                <a:cs typeface="Arial"/>
                <a:sym typeface="Arial"/>
              </a:rPr>
              <a:t>. </a:t>
            </a:r>
            <a:endParaRPr lang="en-US" altLang="en-US" sz="1200" kern="0">
              <a:solidFill>
                <a:srgbClr val="000000"/>
              </a:solidFill>
              <a:latin typeface="Arial" panose="020B0604020202020204" pitchFamily="34" charset="0"/>
              <a:cs typeface="Arial"/>
              <a:sym typeface="Arial"/>
            </a:endParaRPr>
          </a:p>
        </p:txBody>
      </p:sp>
      <p:sp>
        <p:nvSpPr>
          <p:cNvPr id="15" name="TextBox 14">
            <a:extLst>
              <a:ext uri="{FF2B5EF4-FFF2-40B4-BE49-F238E27FC236}">
                <a16:creationId xmlns:a16="http://schemas.microsoft.com/office/drawing/2014/main" id="{8DA25672-7638-9F05-96BC-155361E6A7BC}"/>
              </a:ext>
            </a:extLst>
          </p:cNvPr>
          <p:cNvSpPr txBox="1"/>
          <p:nvPr/>
        </p:nvSpPr>
        <p:spPr>
          <a:xfrm>
            <a:off x="997460" y="2484243"/>
            <a:ext cx="10251248" cy="666977"/>
          </a:xfrm>
          <a:prstGeom prst="rect">
            <a:avLst/>
          </a:prstGeom>
          <a:noFill/>
        </p:spPr>
        <p:txBody>
          <a:bodyPr wrap="square">
            <a:spAutoFit/>
          </a:bodyPr>
          <a:lstStyle/>
          <a:p>
            <a:pPr defTabSz="609630">
              <a:buClr>
                <a:srgbClr val="000000"/>
              </a:buClr>
            </a:pPr>
            <a:r>
              <a:rPr lang="en-US" sz="1867" kern="0" dirty="0">
                <a:solidFill>
                  <a:srgbClr val="FFFFFF"/>
                </a:solidFill>
                <a:latin typeface="Roboto Mono" panose="00000009000000000000" pitchFamily="49" charset="0"/>
                <a:ea typeface="Roboto Mono" panose="00000009000000000000" pitchFamily="49" charset="0"/>
                <a:cs typeface="Arial"/>
                <a:sym typeface="Arial"/>
              </a:rPr>
              <a:t>You can define a function which takes arguments, too, just like the one-parameter function below:</a:t>
            </a:r>
            <a:endParaRPr lang="en-MY" sz="1867" kern="0" dirty="0">
              <a:solidFill>
                <a:srgbClr val="8C52FF"/>
              </a:solidFill>
              <a:latin typeface="Roboto Mono" panose="00000009000000000000" pitchFamily="49" charset="0"/>
              <a:ea typeface="Roboto Mono" panose="00000009000000000000" pitchFamily="49" charset="0"/>
              <a:cs typeface="Arial"/>
              <a:sym typeface="Arial"/>
            </a:endParaRPr>
          </a:p>
        </p:txBody>
      </p:sp>
      <p:pic>
        <p:nvPicPr>
          <p:cNvPr id="10" name="Picture 9" descr="A white background with black text&#10;&#10;Description automatically generated">
            <a:extLst>
              <a:ext uri="{FF2B5EF4-FFF2-40B4-BE49-F238E27FC236}">
                <a16:creationId xmlns:a16="http://schemas.microsoft.com/office/drawing/2014/main" id="{0414FFED-92F4-F122-8533-696C7AA92876}"/>
              </a:ext>
            </a:extLst>
          </p:cNvPr>
          <p:cNvPicPr>
            <a:picLocks noChangeAspect="1"/>
          </p:cNvPicPr>
          <p:nvPr/>
        </p:nvPicPr>
        <p:blipFill>
          <a:blip r:embed="rId3"/>
          <a:stretch>
            <a:fillRect/>
          </a:stretch>
        </p:blipFill>
        <p:spPr>
          <a:xfrm>
            <a:off x="2405985" y="3240865"/>
            <a:ext cx="7389339" cy="2871600"/>
          </a:xfrm>
          <a:prstGeom prst="rect">
            <a:avLst/>
          </a:prstGeom>
        </p:spPr>
      </p:pic>
    </p:spTree>
    <p:extLst>
      <p:ext uri="{BB962C8B-B14F-4D97-AF65-F5344CB8AC3E}">
        <p14:creationId xmlns:p14="http://schemas.microsoft.com/office/powerpoint/2010/main" val="2954468182"/>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24042" y="217287"/>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a:solidFill>
            <a:schemeClr val="accent1"/>
          </a:solidFill>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60"/>
            <a:ext cx="10326008" cy="1062920"/>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5756" kern="0" dirty="0">
                <a:solidFill>
                  <a:srgbClr val="FFFFFF"/>
                </a:solidFill>
                <a:latin typeface="Courier"/>
                <a:cs typeface="Arial"/>
                <a:sym typeface="Courier"/>
              </a:rPr>
              <a:t>Parameterized Functions</a:t>
            </a:r>
            <a:endParaRPr sz="933"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7" name="Rectangle 1">
            <a:extLst>
              <a:ext uri="{FF2B5EF4-FFF2-40B4-BE49-F238E27FC236}">
                <a16:creationId xmlns:a16="http://schemas.microsoft.com/office/drawing/2014/main" id="{20F41085-CE44-7E37-23E2-A522BDCBBFCD}"/>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3" name="Rectangle 1">
            <a:extLst>
              <a:ext uri="{FF2B5EF4-FFF2-40B4-BE49-F238E27FC236}">
                <a16:creationId xmlns:a16="http://schemas.microsoft.com/office/drawing/2014/main" id="{0E9B0D59-3084-D5BA-88A0-D33BADA639E4}"/>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4" name="Rectangle 1">
            <a:extLst>
              <a:ext uri="{FF2B5EF4-FFF2-40B4-BE49-F238E27FC236}">
                <a16:creationId xmlns:a16="http://schemas.microsoft.com/office/drawing/2014/main" id="{23F2007E-42F7-9440-F3A0-FD42A273BA15}"/>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6" name="Rectangle 5">
            <a:extLst>
              <a:ext uri="{FF2B5EF4-FFF2-40B4-BE49-F238E27FC236}">
                <a16:creationId xmlns:a16="http://schemas.microsoft.com/office/drawing/2014/main" id="{9F5FADB2-91AF-D4FA-A045-82F997FBBD17}"/>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5" name="Rectangle 1">
            <a:extLst>
              <a:ext uri="{FF2B5EF4-FFF2-40B4-BE49-F238E27FC236}">
                <a16:creationId xmlns:a16="http://schemas.microsoft.com/office/drawing/2014/main" id="{E6496D04-2116-A83E-095C-4F80A7E97EC5}"/>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9" name="Rectangle 2">
            <a:extLst>
              <a:ext uri="{FF2B5EF4-FFF2-40B4-BE49-F238E27FC236}">
                <a16:creationId xmlns:a16="http://schemas.microsoft.com/office/drawing/2014/main" id="{3E458D6A-E9DB-1287-7EA5-E23645965E69}"/>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2" name="Rectangle 2">
            <a:extLst>
              <a:ext uri="{FF2B5EF4-FFF2-40B4-BE49-F238E27FC236}">
                <a16:creationId xmlns:a16="http://schemas.microsoft.com/office/drawing/2014/main" id="{FBB22B93-F8CC-6F00-52DE-0350807328D2}"/>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3" name="Rectangle 3">
            <a:extLst>
              <a:ext uri="{FF2B5EF4-FFF2-40B4-BE49-F238E27FC236}">
                <a16:creationId xmlns:a16="http://schemas.microsoft.com/office/drawing/2014/main" id="{18B7A569-70FF-9BCA-F988-F9B46A585DE3}"/>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4" name="Rectangle 4">
            <a:extLst>
              <a:ext uri="{FF2B5EF4-FFF2-40B4-BE49-F238E27FC236}">
                <a16:creationId xmlns:a16="http://schemas.microsoft.com/office/drawing/2014/main" id="{2FCDB2EA-91A1-15F5-FC81-BD234CFC7F07}"/>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8" name="Rectangle 1">
            <a:extLst>
              <a:ext uri="{FF2B5EF4-FFF2-40B4-BE49-F238E27FC236}">
                <a16:creationId xmlns:a16="http://schemas.microsoft.com/office/drawing/2014/main" id="{6BB82DA2-17B1-893F-A864-B0D827879492}"/>
              </a:ext>
            </a:extLst>
          </p:cNvPr>
          <p:cNvSpPr>
            <a:spLocks noChangeArrowheads="1"/>
          </p:cNvSpPr>
          <p:nvPr/>
        </p:nvSpPr>
        <p:spPr bwMode="auto">
          <a:xfrm>
            <a:off x="0" y="-123109"/>
            <a:ext cx="6666569"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r>
              <a:rPr lang="en-US" altLang="en-US" sz="1200" kern="0">
                <a:solidFill>
                  <a:srgbClr val="000000"/>
                </a:solidFill>
                <a:latin typeface="Arial" panose="020B0604020202020204" pitchFamily="34" charset="0"/>
                <a:cs typeface="Arial"/>
                <a:sym typeface="Arial"/>
              </a:rPr>
              <a:t>F-strings provide a concise and readable way to embed expressions inside string literals using </a:t>
            </a:r>
            <a:r>
              <a:rPr lang="en-US" altLang="en-US" sz="667" kern="0">
                <a:solidFill>
                  <a:srgbClr val="000000"/>
                </a:solidFill>
                <a:latin typeface="Arial Unicode MS"/>
                <a:cs typeface="Arial"/>
                <a:sym typeface="Arial"/>
              </a:rPr>
              <a:t>{}</a:t>
            </a:r>
            <a:r>
              <a:rPr lang="en-US" altLang="en-US" sz="800" kern="0">
                <a:solidFill>
                  <a:srgbClr val="000000"/>
                </a:solidFill>
                <a:latin typeface="Arial"/>
                <a:cs typeface="Arial"/>
                <a:sym typeface="Arial"/>
              </a:rPr>
              <a:t>. </a:t>
            </a:r>
            <a:endParaRPr lang="en-US" altLang="en-US" sz="1200" kern="0">
              <a:solidFill>
                <a:srgbClr val="000000"/>
              </a:solidFill>
              <a:latin typeface="Arial" panose="020B0604020202020204" pitchFamily="34" charset="0"/>
              <a:cs typeface="Arial"/>
              <a:sym typeface="Arial"/>
            </a:endParaRPr>
          </a:p>
        </p:txBody>
      </p:sp>
      <p:sp>
        <p:nvSpPr>
          <p:cNvPr id="15" name="TextBox 14">
            <a:extLst>
              <a:ext uri="{FF2B5EF4-FFF2-40B4-BE49-F238E27FC236}">
                <a16:creationId xmlns:a16="http://schemas.microsoft.com/office/drawing/2014/main" id="{8DA25672-7638-9F05-96BC-155361E6A7BC}"/>
              </a:ext>
            </a:extLst>
          </p:cNvPr>
          <p:cNvSpPr txBox="1"/>
          <p:nvPr/>
        </p:nvSpPr>
        <p:spPr>
          <a:xfrm>
            <a:off x="997460" y="2484243"/>
            <a:ext cx="10251248" cy="2103589"/>
          </a:xfrm>
          <a:prstGeom prst="rect">
            <a:avLst/>
          </a:prstGeom>
          <a:noFill/>
        </p:spPr>
        <p:txBody>
          <a:bodyPr wrap="square">
            <a:spAutoFit/>
          </a:bodyPr>
          <a:lstStyle/>
          <a:p>
            <a:pPr marL="304815" indent="-304815" defTabSz="609630">
              <a:buClr>
                <a:srgbClr val="FFFFFF"/>
              </a:buClr>
              <a:buFont typeface="Arial" panose="020B0604020202020204" pitchFamily="34" charset="0"/>
              <a:buChar char="•"/>
            </a:pPr>
            <a:r>
              <a:rPr lang="en-US" sz="1867" kern="0" dirty="0">
                <a:solidFill>
                  <a:srgbClr val="8C52FF"/>
                </a:solidFill>
                <a:latin typeface="Roboto Mono" panose="00000009000000000000" pitchFamily="49" charset="0"/>
                <a:ea typeface="Roboto Mono" panose="00000009000000000000" pitchFamily="49" charset="0"/>
                <a:cs typeface="Arial"/>
                <a:sym typeface="Arial"/>
              </a:rPr>
              <a:t>parameters exist only inside functions in which they have been defined</a:t>
            </a:r>
            <a:r>
              <a:rPr lang="en-US" sz="1867" kern="0" dirty="0">
                <a:solidFill>
                  <a:srgbClr val="FFFFFF"/>
                </a:solidFill>
                <a:latin typeface="Roboto Mono" panose="00000009000000000000" pitchFamily="49" charset="0"/>
                <a:ea typeface="Roboto Mono" panose="00000009000000000000" pitchFamily="49" charset="0"/>
                <a:cs typeface="Arial"/>
                <a:sym typeface="Arial"/>
              </a:rPr>
              <a:t>, and the only place where the parameter can be defined is a space between a pair of parentheses in the def statement</a:t>
            </a:r>
          </a:p>
          <a:p>
            <a:pPr marL="304815" indent="-304815" defTabSz="609630">
              <a:buClr>
                <a:srgbClr val="000000"/>
              </a:buClr>
              <a:buFont typeface="Arial" panose="020B0604020202020204" pitchFamily="34" charset="0"/>
              <a:buChar char="•"/>
            </a:pPr>
            <a:endParaRPr lang="en-US" sz="1867" kern="0" dirty="0">
              <a:solidFill>
                <a:srgbClr val="FFFFFF"/>
              </a:solidFill>
              <a:latin typeface="Roboto Mono" panose="00000009000000000000" pitchFamily="49" charset="0"/>
              <a:ea typeface="Roboto Mono" panose="00000009000000000000" pitchFamily="49" charset="0"/>
              <a:cs typeface="Arial"/>
              <a:sym typeface="Arial"/>
            </a:endParaRPr>
          </a:p>
          <a:p>
            <a:pPr marL="304815" indent="-304815" defTabSz="609630">
              <a:buClr>
                <a:srgbClr val="FFFFFF"/>
              </a:buClr>
              <a:buFont typeface="Arial" panose="020B0604020202020204" pitchFamily="34" charset="0"/>
              <a:buChar char="•"/>
            </a:pPr>
            <a:r>
              <a:rPr lang="en-US" sz="1867" kern="0" dirty="0">
                <a:solidFill>
                  <a:srgbClr val="8C52FF"/>
                </a:solidFill>
                <a:latin typeface="Roboto Mono" panose="00000009000000000000" pitchFamily="49" charset="0"/>
                <a:ea typeface="Roboto Mono" panose="00000009000000000000" pitchFamily="49" charset="0"/>
                <a:cs typeface="Arial"/>
                <a:sym typeface="Arial"/>
              </a:rPr>
              <a:t>Assigning a value to the parameter is done at the time of the function's invocation</a:t>
            </a:r>
            <a:r>
              <a:rPr lang="en-US" sz="1867" kern="0" dirty="0">
                <a:solidFill>
                  <a:srgbClr val="FFFFFF"/>
                </a:solidFill>
                <a:latin typeface="Roboto Mono" panose="00000009000000000000" pitchFamily="49" charset="0"/>
                <a:ea typeface="Roboto Mono" panose="00000009000000000000" pitchFamily="49" charset="0"/>
                <a:cs typeface="Arial"/>
                <a:sym typeface="Arial"/>
              </a:rPr>
              <a:t>, by specifying the corresponding argument.</a:t>
            </a:r>
          </a:p>
          <a:p>
            <a:pPr defTabSz="609630">
              <a:buClr>
                <a:srgbClr val="000000"/>
              </a:buClr>
            </a:pPr>
            <a:endParaRPr lang="en-US" sz="1867" kern="0" dirty="0">
              <a:solidFill>
                <a:srgbClr val="FFFFFF"/>
              </a:solidFill>
              <a:latin typeface="Roboto Mono" panose="00000009000000000000" pitchFamily="49" charset="0"/>
              <a:ea typeface="Roboto Mono" panose="00000009000000000000" pitchFamily="49" charset="0"/>
              <a:cs typeface="Arial"/>
              <a:sym typeface="Arial"/>
            </a:endParaRPr>
          </a:p>
        </p:txBody>
      </p:sp>
      <p:sp>
        <p:nvSpPr>
          <p:cNvPr id="6" name="Rectangle 1">
            <a:extLst>
              <a:ext uri="{FF2B5EF4-FFF2-40B4-BE49-F238E27FC236}">
                <a16:creationId xmlns:a16="http://schemas.microsoft.com/office/drawing/2014/main" id="{834BE699-A142-3643-ED27-13B15FAC5A9A}"/>
              </a:ext>
            </a:extLst>
          </p:cNvPr>
          <p:cNvSpPr>
            <a:spLocks noChangeArrowheads="1"/>
          </p:cNvSpPr>
          <p:nvPr/>
        </p:nvSpPr>
        <p:spPr bwMode="auto">
          <a:xfrm>
            <a:off x="101600" y="-215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pic>
        <p:nvPicPr>
          <p:cNvPr id="17" name="Picture 16" descr="A white background with black text&#10;&#10;Description automatically generated">
            <a:extLst>
              <a:ext uri="{FF2B5EF4-FFF2-40B4-BE49-F238E27FC236}">
                <a16:creationId xmlns:a16="http://schemas.microsoft.com/office/drawing/2014/main" id="{20E5B58E-231D-93FF-4F76-AFDA917D12EC}"/>
              </a:ext>
            </a:extLst>
          </p:cNvPr>
          <p:cNvPicPr>
            <a:picLocks noChangeAspect="1"/>
          </p:cNvPicPr>
          <p:nvPr/>
        </p:nvPicPr>
        <p:blipFill>
          <a:blip r:embed="rId3"/>
          <a:stretch>
            <a:fillRect/>
          </a:stretch>
        </p:blipFill>
        <p:spPr>
          <a:xfrm>
            <a:off x="1570182" y="4621169"/>
            <a:ext cx="9125528" cy="1364356"/>
          </a:xfrm>
          <a:prstGeom prst="rect">
            <a:avLst/>
          </a:prstGeom>
        </p:spPr>
      </p:pic>
    </p:spTree>
    <p:extLst>
      <p:ext uri="{BB962C8B-B14F-4D97-AF65-F5344CB8AC3E}">
        <p14:creationId xmlns:p14="http://schemas.microsoft.com/office/powerpoint/2010/main" val="3783983759"/>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24042" y="217287"/>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a:solidFill>
            <a:schemeClr val="accent1"/>
          </a:solidFill>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60"/>
            <a:ext cx="10326008" cy="1062920"/>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5756" kern="0" dirty="0">
                <a:solidFill>
                  <a:srgbClr val="FFFFFF"/>
                </a:solidFill>
                <a:latin typeface="Courier"/>
                <a:cs typeface="Arial"/>
                <a:sym typeface="Courier"/>
              </a:rPr>
              <a:t>Parameterized Functions</a:t>
            </a:r>
            <a:endParaRPr sz="933"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7" name="Rectangle 1">
            <a:extLst>
              <a:ext uri="{FF2B5EF4-FFF2-40B4-BE49-F238E27FC236}">
                <a16:creationId xmlns:a16="http://schemas.microsoft.com/office/drawing/2014/main" id="{20F41085-CE44-7E37-23E2-A522BDCBBFCD}"/>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3" name="Rectangle 1">
            <a:extLst>
              <a:ext uri="{FF2B5EF4-FFF2-40B4-BE49-F238E27FC236}">
                <a16:creationId xmlns:a16="http://schemas.microsoft.com/office/drawing/2014/main" id="{0E9B0D59-3084-D5BA-88A0-D33BADA639E4}"/>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4" name="Rectangle 1">
            <a:extLst>
              <a:ext uri="{FF2B5EF4-FFF2-40B4-BE49-F238E27FC236}">
                <a16:creationId xmlns:a16="http://schemas.microsoft.com/office/drawing/2014/main" id="{23F2007E-42F7-9440-F3A0-FD42A273BA15}"/>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6" name="Rectangle 5">
            <a:extLst>
              <a:ext uri="{FF2B5EF4-FFF2-40B4-BE49-F238E27FC236}">
                <a16:creationId xmlns:a16="http://schemas.microsoft.com/office/drawing/2014/main" id="{9F5FADB2-91AF-D4FA-A045-82F997FBBD17}"/>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5" name="Rectangle 1">
            <a:extLst>
              <a:ext uri="{FF2B5EF4-FFF2-40B4-BE49-F238E27FC236}">
                <a16:creationId xmlns:a16="http://schemas.microsoft.com/office/drawing/2014/main" id="{E6496D04-2116-A83E-095C-4F80A7E97EC5}"/>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9" name="Rectangle 2">
            <a:extLst>
              <a:ext uri="{FF2B5EF4-FFF2-40B4-BE49-F238E27FC236}">
                <a16:creationId xmlns:a16="http://schemas.microsoft.com/office/drawing/2014/main" id="{3E458D6A-E9DB-1287-7EA5-E23645965E69}"/>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2" name="Rectangle 2">
            <a:extLst>
              <a:ext uri="{FF2B5EF4-FFF2-40B4-BE49-F238E27FC236}">
                <a16:creationId xmlns:a16="http://schemas.microsoft.com/office/drawing/2014/main" id="{FBB22B93-F8CC-6F00-52DE-0350807328D2}"/>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3" name="Rectangle 3">
            <a:extLst>
              <a:ext uri="{FF2B5EF4-FFF2-40B4-BE49-F238E27FC236}">
                <a16:creationId xmlns:a16="http://schemas.microsoft.com/office/drawing/2014/main" id="{18B7A569-70FF-9BCA-F988-F9B46A585DE3}"/>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4" name="Rectangle 4">
            <a:extLst>
              <a:ext uri="{FF2B5EF4-FFF2-40B4-BE49-F238E27FC236}">
                <a16:creationId xmlns:a16="http://schemas.microsoft.com/office/drawing/2014/main" id="{2FCDB2EA-91A1-15F5-FC81-BD234CFC7F07}"/>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8" name="Rectangle 1">
            <a:extLst>
              <a:ext uri="{FF2B5EF4-FFF2-40B4-BE49-F238E27FC236}">
                <a16:creationId xmlns:a16="http://schemas.microsoft.com/office/drawing/2014/main" id="{6BB82DA2-17B1-893F-A864-B0D827879492}"/>
              </a:ext>
            </a:extLst>
          </p:cNvPr>
          <p:cNvSpPr>
            <a:spLocks noChangeArrowheads="1"/>
          </p:cNvSpPr>
          <p:nvPr/>
        </p:nvSpPr>
        <p:spPr bwMode="auto">
          <a:xfrm>
            <a:off x="0" y="-123109"/>
            <a:ext cx="6666569"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r>
              <a:rPr lang="en-US" altLang="en-US" sz="1200" kern="0">
                <a:solidFill>
                  <a:srgbClr val="000000"/>
                </a:solidFill>
                <a:latin typeface="Arial" panose="020B0604020202020204" pitchFamily="34" charset="0"/>
                <a:cs typeface="Arial"/>
                <a:sym typeface="Arial"/>
              </a:rPr>
              <a:t>F-strings provide a concise and readable way to embed expressions inside string literals using </a:t>
            </a:r>
            <a:r>
              <a:rPr lang="en-US" altLang="en-US" sz="667" kern="0">
                <a:solidFill>
                  <a:srgbClr val="000000"/>
                </a:solidFill>
                <a:latin typeface="Arial Unicode MS"/>
                <a:cs typeface="Arial"/>
                <a:sym typeface="Arial"/>
              </a:rPr>
              <a:t>{}</a:t>
            </a:r>
            <a:r>
              <a:rPr lang="en-US" altLang="en-US" sz="800" kern="0">
                <a:solidFill>
                  <a:srgbClr val="000000"/>
                </a:solidFill>
                <a:latin typeface="Arial"/>
                <a:cs typeface="Arial"/>
                <a:sym typeface="Arial"/>
              </a:rPr>
              <a:t>. </a:t>
            </a:r>
            <a:endParaRPr lang="en-US" altLang="en-US" sz="1200" kern="0">
              <a:solidFill>
                <a:srgbClr val="000000"/>
              </a:solidFill>
              <a:latin typeface="Arial" panose="020B0604020202020204" pitchFamily="34" charset="0"/>
              <a:cs typeface="Arial"/>
              <a:sym typeface="Arial"/>
            </a:endParaRPr>
          </a:p>
        </p:txBody>
      </p:sp>
      <p:sp>
        <p:nvSpPr>
          <p:cNvPr id="15" name="TextBox 14">
            <a:extLst>
              <a:ext uri="{FF2B5EF4-FFF2-40B4-BE49-F238E27FC236}">
                <a16:creationId xmlns:a16="http://schemas.microsoft.com/office/drawing/2014/main" id="{8DA25672-7638-9F05-96BC-155361E6A7BC}"/>
              </a:ext>
            </a:extLst>
          </p:cNvPr>
          <p:cNvSpPr txBox="1"/>
          <p:nvPr/>
        </p:nvSpPr>
        <p:spPr>
          <a:xfrm>
            <a:off x="997460" y="2484243"/>
            <a:ext cx="10251248" cy="2103589"/>
          </a:xfrm>
          <a:prstGeom prst="rect">
            <a:avLst/>
          </a:prstGeom>
          <a:noFill/>
        </p:spPr>
        <p:txBody>
          <a:bodyPr wrap="square">
            <a:spAutoFit/>
          </a:bodyPr>
          <a:lstStyle/>
          <a:p>
            <a:pPr marL="304815" indent="-304815" defTabSz="609630">
              <a:buClr>
                <a:srgbClr val="FFFFFF"/>
              </a:buClr>
              <a:buFont typeface="Arial" panose="020B0604020202020204" pitchFamily="34" charset="0"/>
              <a:buChar char="•"/>
            </a:pPr>
            <a:r>
              <a:rPr lang="en-US" sz="1867" kern="0" dirty="0">
                <a:solidFill>
                  <a:srgbClr val="8C52FF"/>
                </a:solidFill>
                <a:latin typeface="Roboto Mono" panose="00000009000000000000" pitchFamily="49" charset="0"/>
                <a:ea typeface="Roboto Mono" panose="00000009000000000000" pitchFamily="49" charset="0"/>
                <a:cs typeface="Arial"/>
                <a:sym typeface="Arial"/>
              </a:rPr>
              <a:t>parameters exist only inside functions in which they have been defined</a:t>
            </a:r>
            <a:r>
              <a:rPr lang="en-US" sz="1867" kern="0" dirty="0">
                <a:solidFill>
                  <a:srgbClr val="FFFFFF"/>
                </a:solidFill>
                <a:latin typeface="Roboto Mono" panose="00000009000000000000" pitchFamily="49" charset="0"/>
                <a:ea typeface="Roboto Mono" panose="00000009000000000000" pitchFamily="49" charset="0"/>
                <a:cs typeface="Arial"/>
                <a:sym typeface="Arial"/>
              </a:rPr>
              <a:t>, and the only place where the parameter can be defined is a space between a pair of parentheses in the def statement</a:t>
            </a:r>
          </a:p>
          <a:p>
            <a:pPr marL="304815" indent="-304815" defTabSz="609630">
              <a:buClr>
                <a:srgbClr val="000000"/>
              </a:buClr>
              <a:buFont typeface="Arial" panose="020B0604020202020204" pitchFamily="34" charset="0"/>
              <a:buChar char="•"/>
            </a:pPr>
            <a:endParaRPr lang="en-US" sz="1867" kern="0" dirty="0">
              <a:solidFill>
                <a:srgbClr val="FFFFFF"/>
              </a:solidFill>
              <a:latin typeface="Roboto Mono" panose="00000009000000000000" pitchFamily="49" charset="0"/>
              <a:ea typeface="Roboto Mono" panose="00000009000000000000" pitchFamily="49" charset="0"/>
              <a:cs typeface="Arial"/>
              <a:sym typeface="Arial"/>
            </a:endParaRPr>
          </a:p>
          <a:p>
            <a:pPr marL="304815" indent="-304815" defTabSz="609630">
              <a:buClr>
                <a:srgbClr val="FFFFFF"/>
              </a:buClr>
              <a:buFont typeface="Arial" panose="020B0604020202020204" pitchFamily="34" charset="0"/>
              <a:buChar char="•"/>
            </a:pPr>
            <a:r>
              <a:rPr lang="en-US" sz="1867" kern="0" dirty="0">
                <a:solidFill>
                  <a:srgbClr val="8C52FF"/>
                </a:solidFill>
                <a:latin typeface="Roboto Mono" panose="00000009000000000000" pitchFamily="49" charset="0"/>
                <a:ea typeface="Roboto Mono" panose="00000009000000000000" pitchFamily="49" charset="0"/>
                <a:cs typeface="Arial"/>
                <a:sym typeface="Arial"/>
              </a:rPr>
              <a:t>Assigning a value to the parameter is done at the time of the function's invocation</a:t>
            </a:r>
            <a:r>
              <a:rPr lang="en-US" sz="1867" kern="0" dirty="0">
                <a:solidFill>
                  <a:srgbClr val="FFFFFF"/>
                </a:solidFill>
                <a:latin typeface="Roboto Mono" panose="00000009000000000000" pitchFamily="49" charset="0"/>
                <a:ea typeface="Roboto Mono" panose="00000009000000000000" pitchFamily="49" charset="0"/>
                <a:cs typeface="Arial"/>
                <a:sym typeface="Arial"/>
              </a:rPr>
              <a:t>, by specifying the corresponding argument.</a:t>
            </a:r>
          </a:p>
          <a:p>
            <a:pPr defTabSz="609630">
              <a:buClr>
                <a:srgbClr val="000000"/>
              </a:buClr>
            </a:pPr>
            <a:endParaRPr lang="en-US" sz="1867" kern="0" dirty="0">
              <a:solidFill>
                <a:srgbClr val="FFFFFF"/>
              </a:solidFill>
              <a:latin typeface="Roboto Mono" panose="00000009000000000000" pitchFamily="49" charset="0"/>
              <a:ea typeface="Roboto Mono" panose="00000009000000000000" pitchFamily="49" charset="0"/>
              <a:cs typeface="Arial"/>
              <a:sym typeface="Arial"/>
            </a:endParaRPr>
          </a:p>
        </p:txBody>
      </p:sp>
      <p:sp>
        <p:nvSpPr>
          <p:cNvPr id="6" name="Rectangle 1">
            <a:extLst>
              <a:ext uri="{FF2B5EF4-FFF2-40B4-BE49-F238E27FC236}">
                <a16:creationId xmlns:a16="http://schemas.microsoft.com/office/drawing/2014/main" id="{834BE699-A142-3643-ED27-13B15FAC5A9A}"/>
              </a:ext>
            </a:extLst>
          </p:cNvPr>
          <p:cNvSpPr>
            <a:spLocks noChangeArrowheads="1"/>
          </p:cNvSpPr>
          <p:nvPr/>
        </p:nvSpPr>
        <p:spPr bwMode="auto">
          <a:xfrm>
            <a:off x="101600" y="-215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pic>
        <p:nvPicPr>
          <p:cNvPr id="17" name="Picture 16" descr="A white background with black text&#10;&#10;Description automatically generated">
            <a:extLst>
              <a:ext uri="{FF2B5EF4-FFF2-40B4-BE49-F238E27FC236}">
                <a16:creationId xmlns:a16="http://schemas.microsoft.com/office/drawing/2014/main" id="{20E5B58E-231D-93FF-4F76-AFDA917D12EC}"/>
              </a:ext>
            </a:extLst>
          </p:cNvPr>
          <p:cNvPicPr>
            <a:picLocks noChangeAspect="1"/>
          </p:cNvPicPr>
          <p:nvPr/>
        </p:nvPicPr>
        <p:blipFill>
          <a:blip r:embed="rId3"/>
          <a:stretch>
            <a:fillRect/>
          </a:stretch>
        </p:blipFill>
        <p:spPr>
          <a:xfrm>
            <a:off x="1570182" y="4621169"/>
            <a:ext cx="9125528" cy="1364356"/>
          </a:xfrm>
          <a:prstGeom prst="rect">
            <a:avLst/>
          </a:prstGeom>
        </p:spPr>
      </p:pic>
    </p:spTree>
    <p:extLst>
      <p:ext uri="{BB962C8B-B14F-4D97-AF65-F5344CB8AC3E}">
        <p14:creationId xmlns:p14="http://schemas.microsoft.com/office/powerpoint/2010/main" val="4208877570"/>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24042" y="217287"/>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a:solidFill>
            <a:schemeClr val="accent1"/>
          </a:solidFill>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60"/>
            <a:ext cx="10326008" cy="1062920"/>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5756" kern="0" dirty="0">
                <a:solidFill>
                  <a:srgbClr val="FFFFFF"/>
                </a:solidFill>
                <a:latin typeface="Courier"/>
                <a:cs typeface="Arial"/>
                <a:sym typeface="Courier"/>
              </a:rPr>
              <a:t>Parameterized Functions</a:t>
            </a:r>
            <a:endParaRPr sz="933"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7" name="Rectangle 1">
            <a:extLst>
              <a:ext uri="{FF2B5EF4-FFF2-40B4-BE49-F238E27FC236}">
                <a16:creationId xmlns:a16="http://schemas.microsoft.com/office/drawing/2014/main" id="{20F41085-CE44-7E37-23E2-A522BDCBBFCD}"/>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3" name="Rectangle 1">
            <a:extLst>
              <a:ext uri="{FF2B5EF4-FFF2-40B4-BE49-F238E27FC236}">
                <a16:creationId xmlns:a16="http://schemas.microsoft.com/office/drawing/2014/main" id="{0E9B0D59-3084-D5BA-88A0-D33BADA639E4}"/>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4" name="Rectangle 1">
            <a:extLst>
              <a:ext uri="{FF2B5EF4-FFF2-40B4-BE49-F238E27FC236}">
                <a16:creationId xmlns:a16="http://schemas.microsoft.com/office/drawing/2014/main" id="{23F2007E-42F7-9440-F3A0-FD42A273BA15}"/>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6" name="Rectangle 5">
            <a:extLst>
              <a:ext uri="{FF2B5EF4-FFF2-40B4-BE49-F238E27FC236}">
                <a16:creationId xmlns:a16="http://schemas.microsoft.com/office/drawing/2014/main" id="{9F5FADB2-91AF-D4FA-A045-82F997FBBD17}"/>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5" name="Rectangle 1">
            <a:extLst>
              <a:ext uri="{FF2B5EF4-FFF2-40B4-BE49-F238E27FC236}">
                <a16:creationId xmlns:a16="http://schemas.microsoft.com/office/drawing/2014/main" id="{E6496D04-2116-A83E-095C-4F80A7E97EC5}"/>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9" name="Rectangle 2">
            <a:extLst>
              <a:ext uri="{FF2B5EF4-FFF2-40B4-BE49-F238E27FC236}">
                <a16:creationId xmlns:a16="http://schemas.microsoft.com/office/drawing/2014/main" id="{3E458D6A-E9DB-1287-7EA5-E23645965E69}"/>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2" name="Rectangle 2">
            <a:extLst>
              <a:ext uri="{FF2B5EF4-FFF2-40B4-BE49-F238E27FC236}">
                <a16:creationId xmlns:a16="http://schemas.microsoft.com/office/drawing/2014/main" id="{FBB22B93-F8CC-6F00-52DE-0350807328D2}"/>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3" name="Rectangle 3">
            <a:extLst>
              <a:ext uri="{FF2B5EF4-FFF2-40B4-BE49-F238E27FC236}">
                <a16:creationId xmlns:a16="http://schemas.microsoft.com/office/drawing/2014/main" id="{18B7A569-70FF-9BCA-F988-F9B46A585DE3}"/>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4" name="Rectangle 4">
            <a:extLst>
              <a:ext uri="{FF2B5EF4-FFF2-40B4-BE49-F238E27FC236}">
                <a16:creationId xmlns:a16="http://schemas.microsoft.com/office/drawing/2014/main" id="{2FCDB2EA-91A1-15F5-FC81-BD234CFC7F07}"/>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8" name="Rectangle 1">
            <a:extLst>
              <a:ext uri="{FF2B5EF4-FFF2-40B4-BE49-F238E27FC236}">
                <a16:creationId xmlns:a16="http://schemas.microsoft.com/office/drawing/2014/main" id="{6BB82DA2-17B1-893F-A864-B0D827879492}"/>
              </a:ext>
            </a:extLst>
          </p:cNvPr>
          <p:cNvSpPr>
            <a:spLocks noChangeArrowheads="1"/>
          </p:cNvSpPr>
          <p:nvPr/>
        </p:nvSpPr>
        <p:spPr bwMode="auto">
          <a:xfrm>
            <a:off x="0" y="-123109"/>
            <a:ext cx="6666569"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r>
              <a:rPr lang="en-US" altLang="en-US" sz="1200" kern="0">
                <a:solidFill>
                  <a:srgbClr val="000000"/>
                </a:solidFill>
                <a:latin typeface="Arial" panose="020B0604020202020204" pitchFamily="34" charset="0"/>
                <a:cs typeface="Arial"/>
                <a:sym typeface="Arial"/>
              </a:rPr>
              <a:t>F-strings provide a concise and readable way to embed expressions inside string literals using </a:t>
            </a:r>
            <a:r>
              <a:rPr lang="en-US" altLang="en-US" sz="667" kern="0">
                <a:solidFill>
                  <a:srgbClr val="000000"/>
                </a:solidFill>
                <a:latin typeface="Arial Unicode MS"/>
                <a:cs typeface="Arial"/>
                <a:sym typeface="Arial"/>
              </a:rPr>
              <a:t>{}</a:t>
            </a:r>
            <a:r>
              <a:rPr lang="en-US" altLang="en-US" sz="800" kern="0">
                <a:solidFill>
                  <a:srgbClr val="000000"/>
                </a:solidFill>
                <a:latin typeface="Arial"/>
                <a:cs typeface="Arial"/>
                <a:sym typeface="Arial"/>
              </a:rPr>
              <a:t>. </a:t>
            </a:r>
            <a:endParaRPr lang="en-US" altLang="en-US" sz="1200" kern="0">
              <a:solidFill>
                <a:srgbClr val="000000"/>
              </a:solidFill>
              <a:latin typeface="Arial" panose="020B0604020202020204" pitchFamily="34" charset="0"/>
              <a:cs typeface="Arial"/>
              <a:sym typeface="Arial"/>
            </a:endParaRPr>
          </a:p>
        </p:txBody>
      </p:sp>
      <p:sp>
        <p:nvSpPr>
          <p:cNvPr id="15" name="TextBox 14">
            <a:extLst>
              <a:ext uri="{FF2B5EF4-FFF2-40B4-BE49-F238E27FC236}">
                <a16:creationId xmlns:a16="http://schemas.microsoft.com/office/drawing/2014/main" id="{8DA25672-7638-9F05-96BC-155361E6A7BC}"/>
              </a:ext>
            </a:extLst>
          </p:cNvPr>
          <p:cNvSpPr txBox="1"/>
          <p:nvPr/>
        </p:nvSpPr>
        <p:spPr>
          <a:xfrm>
            <a:off x="997460" y="2484243"/>
            <a:ext cx="10251248" cy="1816266"/>
          </a:xfrm>
          <a:prstGeom prst="rect">
            <a:avLst/>
          </a:prstGeom>
          <a:noFill/>
        </p:spPr>
        <p:txBody>
          <a:bodyPr wrap="square">
            <a:spAutoFit/>
          </a:bodyPr>
          <a:lstStyle/>
          <a:p>
            <a:pPr marL="304815" indent="-304815" defTabSz="609630">
              <a:buClr>
                <a:srgbClr val="FFFFFF"/>
              </a:buClr>
              <a:buFont typeface="Arial" panose="020B0604020202020204" pitchFamily="34" charset="0"/>
              <a:buChar char="•"/>
            </a:pPr>
            <a:r>
              <a:rPr lang="en-US" sz="1867" kern="0" dirty="0">
                <a:solidFill>
                  <a:srgbClr val="FFFFFF"/>
                </a:solidFill>
                <a:latin typeface="Roboto Mono" panose="00000009000000000000" pitchFamily="49" charset="0"/>
                <a:ea typeface="Roboto Mono" panose="00000009000000000000" pitchFamily="49" charset="0"/>
                <a:cs typeface="Arial"/>
                <a:sym typeface="Arial"/>
              </a:rPr>
              <a:t>It's legal, and possible, to have a </a:t>
            </a:r>
            <a:r>
              <a:rPr lang="en-US" sz="1867" kern="0" dirty="0">
                <a:solidFill>
                  <a:srgbClr val="8C52FF"/>
                </a:solidFill>
                <a:latin typeface="Roboto Mono" panose="00000009000000000000" pitchFamily="49" charset="0"/>
                <a:ea typeface="Roboto Mono" panose="00000009000000000000" pitchFamily="49" charset="0"/>
                <a:cs typeface="Arial"/>
                <a:sym typeface="Arial"/>
              </a:rPr>
              <a:t>variable named the same as a function's parameter.</a:t>
            </a:r>
          </a:p>
          <a:p>
            <a:pPr marL="304815" indent="-304815" defTabSz="609630">
              <a:buClr>
                <a:srgbClr val="FFFFFF"/>
              </a:buClr>
              <a:buFont typeface="Arial" panose="020B0604020202020204" pitchFamily="34" charset="0"/>
              <a:buChar char="•"/>
            </a:pPr>
            <a:r>
              <a:rPr lang="en-US" sz="1867" kern="0" dirty="0">
                <a:solidFill>
                  <a:srgbClr val="FFFFFF"/>
                </a:solidFill>
                <a:latin typeface="Roboto Mono" panose="00000009000000000000" pitchFamily="49" charset="0"/>
                <a:ea typeface="Roboto Mono" panose="00000009000000000000" pitchFamily="49" charset="0"/>
                <a:cs typeface="Arial"/>
                <a:sym typeface="Arial"/>
              </a:rPr>
              <a:t>A situation like this activates a mechanism called </a:t>
            </a:r>
            <a:r>
              <a:rPr lang="en-US" sz="1867" kern="0" dirty="0">
                <a:solidFill>
                  <a:srgbClr val="8C52FF"/>
                </a:solidFill>
                <a:latin typeface="Roboto Mono" panose="00000009000000000000" pitchFamily="49" charset="0"/>
                <a:ea typeface="Roboto Mono" panose="00000009000000000000" pitchFamily="49" charset="0"/>
                <a:cs typeface="Arial"/>
                <a:sym typeface="Arial"/>
              </a:rPr>
              <a:t>shadowing</a:t>
            </a:r>
          </a:p>
          <a:p>
            <a:pPr marL="304815" indent="-304815" defTabSz="609630">
              <a:buClr>
                <a:srgbClr val="FFFFFF"/>
              </a:buClr>
              <a:buFont typeface="Arial" panose="020B0604020202020204" pitchFamily="34" charset="0"/>
              <a:buChar char="•"/>
            </a:pPr>
            <a:r>
              <a:rPr lang="en-US" sz="1867" kern="0" dirty="0">
                <a:solidFill>
                  <a:srgbClr val="FFFFFF"/>
                </a:solidFill>
                <a:latin typeface="Roboto Mono" panose="00000009000000000000" pitchFamily="49" charset="0"/>
                <a:ea typeface="Roboto Mono" panose="00000009000000000000" pitchFamily="49" charset="0"/>
                <a:cs typeface="Arial"/>
                <a:sym typeface="Arial"/>
              </a:rPr>
              <a:t>The parameter named number is a completely different entity from the variable named number.</a:t>
            </a:r>
          </a:p>
          <a:p>
            <a:pPr marL="304815" indent="-304815" defTabSz="609630">
              <a:buClr>
                <a:srgbClr val="FFFFFF"/>
              </a:buClr>
              <a:buFont typeface="Arial" panose="020B0604020202020204" pitchFamily="34" charset="0"/>
              <a:buChar char="•"/>
            </a:pPr>
            <a:endParaRPr lang="en-US" sz="1867" kern="0" dirty="0">
              <a:solidFill>
                <a:srgbClr val="8C52FF"/>
              </a:solidFill>
              <a:latin typeface="Roboto Mono" panose="00000009000000000000" pitchFamily="49" charset="0"/>
              <a:ea typeface="Roboto Mono" panose="00000009000000000000" pitchFamily="49" charset="0"/>
              <a:cs typeface="Arial"/>
              <a:sym typeface="Arial"/>
            </a:endParaRPr>
          </a:p>
        </p:txBody>
      </p:sp>
      <p:sp>
        <p:nvSpPr>
          <p:cNvPr id="6" name="Rectangle 1">
            <a:extLst>
              <a:ext uri="{FF2B5EF4-FFF2-40B4-BE49-F238E27FC236}">
                <a16:creationId xmlns:a16="http://schemas.microsoft.com/office/drawing/2014/main" id="{834BE699-A142-3643-ED27-13B15FAC5A9A}"/>
              </a:ext>
            </a:extLst>
          </p:cNvPr>
          <p:cNvSpPr>
            <a:spLocks noChangeArrowheads="1"/>
          </p:cNvSpPr>
          <p:nvPr/>
        </p:nvSpPr>
        <p:spPr bwMode="auto">
          <a:xfrm>
            <a:off x="101600" y="-215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pic>
        <p:nvPicPr>
          <p:cNvPr id="11" name="Picture 10" descr="A screenshot of a computer code&#10;&#10;Description automatically generated">
            <a:extLst>
              <a:ext uri="{FF2B5EF4-FFF2-40B4-BE49-F238E27FC236}">
                <a16:creationId xmlns:a16="http://schemas.microsoft.com/office/drawing/2014/main" id="{E69BC33E-9D1E-0193-704C-94284E92C98B}"/>
              </a:ext>
            </a:extLst>
          </p:cNvPr>
          <p:cNvPicPr>
            <a:picLocks noChangeAspect="1"/>
          </p:cNvPicPr>
          <p:nvPr/>
        </p:nvPicPr>
        <p:blipFill>
          <a:blip r:embed="rId3"/>
          <a:stretch>
            <a:fillRect/>
          </a:stretch>
        </p:blipFill>
        <p:spPr>
          <a:xfrm>
            <a:off x="1174170" y="4141537"/>
            <a:ext cx="5589253" cy="2184306"/>
          </a:xfrm>
          <a:prstGeom prst="rect">
            <a:avLst/>
          </a:prstGeom>
        </p:spPr>
      </p:pic>
      <p:sp>
        <p:nvSpPr>
          <p:cNvPr id="18" name="TextBox 17">
            <a:extLst>
              <a:ext uri="{FF2B5EF4-FFF2-40B4-BE49-F238E27FC236}">
                <a16:creationId xmlns:a16="http://schemas.microsoft.com/office/drawing/2014/main" id="{64F17841-A5B8-2931-1BD4-BC04529F757E}"/>
              </a:ext>
            </a:extLst>
          </p:cNvPr>
          <p:cNvSpPr txBox="1"/>
          <p:nvPr/>
        </p:nvSpPr>
        <p:spPr>
          <a:xfrm>
            <a:off x="6940132" y="4765471"/>
            <a:ext cx="4285632" cy="913199"/>
          </a:xfrm>
          <a:prstGeom prst="rect">
            <a:avLst/>
          </a:prstGeom>
          <a:noFill/>
        </p:spPr>
        <p:txBody>
          <a:bodyPr wrap="square">
            <a:spAutoFit/>
          </a:bodyPr>
          <a:lstStyle/>
          <a:p>
            <a:pPr marL="304815" indent="-304815" defTabSz="609630">
              <a:buClr>
                <a:srgbClr val="FFFFFF"/>
              </a:buClr>
              <a:buFont typeface="Arial" panose="020B0604020202020204" pitchFamily="34" charset="0"/>
              <a:buChar char="•"/>
            </a:pPr>
            <a:r>
              <a:rPr lang="en-US" sz="2667" kern="0" dirty="0">
                <a:solidFill>
                  <a:srgbClr val="8C52FF"/>
                </a:solidFill>
                <a:latin typeface="Roboto Mono" panose="00000009000000000000" pitchFamily="49" charset="0"/>
                <a:ea typeface="Roboto Mono" panose="00000009000000000000" pitchFamily="49" charset="0"/>
                <a:cs typeface="Arial"/>
                <a:sym typeface="Arial"/>
              </a:rPr>
              <a:t>Enter a number: 1</a:t>
            </a:r>
          </a:p>
          <a:p>
            <a:pPr marL="304815" indent="-304815" defTabSz="609630">
              <a:buClr>
                <a:srgbClr val="FFFFFF"/>
              </a:buClr>
              <a:buFont typeface="Arial" panose="020B0604020202020204" pitchFamily="34" charset="0"/>
              <a:buChar char="•"/>
            </a:pPr>
            <a:r>
              <a:rPr lang="en-US" sz="2667" kern="0" dirty="0">
                <a:solidFill>
                  <a:srgbClr val="8C52FF"/>
                </a:solidFill>
                <a:latin typeface="Roboto Mono" panose="00000009000000000000" pitchFamily="49" charset="0"/>
                <a:ea typeface="Roboto Mono" panose="00000009000000000000" pitchFamily="49" charset="0"/>
                <a:cs typeface="Arial"/>
                <a:sym typeface="Arial"/>
              </a:rPr>
              <a:t>1234</a:t>
            </a:r>
          </a:p>
        </p:txBody>
      </p:sp>
    </p:spTree>
    <p:extLst>
      <p:ext uri="{BB962C8B-B14F-4D97-AF65-F5344CB8AC3E}">
        <p14:creationId xmlns:p14="http://schemas.microsoft.com/office/powerpoint/2010/main" val="1496674000"/>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24042" y="217287"/>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a:solidFill>
            <a:schemeClr val="accent1"/>
          </a:solidFill>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60"/>
            <a:ext cx="10326008" cy="1062920"/>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5756" kern="0" dirty="0">
                <a:solidFill>
                  <a:srgbClr val="FFFFFF"/>
                </a:solidFill>
                <a:latin typeface="Courier"/>
                <a:cs typeface="Arial"/>
                <a:sym typeface="Courier"/>
              </a:rPr>
              <a:t>Parameterized Functions</a:t>
            </a:r>
            <a:endParaRPr sz="933"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7" name="Rectangle 1">
            <a:extLst>
              <a:ext uri="{FF2B5EF4-FFF2-40B4-BE49-F238E27FC236}">
                <a16:creationId xmlns:a16="http://schemas.microsoft.com/office/drawing/2014/main" id="{20F41085-CE44-7E37-23E2-A522BDCBBFCD}"/>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3" name="Rectangle 1">
            <a:extLst>
              <a:ext uri="{FF2B5EF4-FFF2-40B4-BE49-F238E27FC236}">
                <a16:creationId xmlns:a16="http://schemas.microsoft.com/office/drawing/2014/main" id="{0E9B0D59-3084-D5BA-88A0-D33BADA639E4}"/>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4" name="Rectangle 1">
            <a:extLst>
              <a:ext uri="{FF2B5EF4-FFF2-40B4-BE49-F238E27FC236}">
                <a16:creationId xmlns:a16="http://schemas.microsoft.com/office/drawing/2014/main" id="{23F2007E-42F7-9440-F3A0-FD42A273BA15}"/>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6" name="Rectangle 5">
            <a:extLst>
              <a:ext uri="{FF2B5EF4-FFF2-40B4-BE49-F238E27FC236}">
                <a16:creationId xmlns:a16="http://schemas.microsoft.com/office/drawing/2014/main" id="{9F5FADB2-91AF-D4FA-A045-82F997FBBD17}"/>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5" name="Rectangle 1">
            <a:extLst>
              <a:ext uri="{FF2B5EF4-FFF2-40B4-BE49-F238E27FC236}">
                <a16:creationId xmlns:a16="http://schemas.microsoft.com/office/drawing/2014/main" id="{E6496D04-2116-A83E-095C-4F80A7E97EC5}"/>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9" name="Rectangle 2">
            <a:extLst>
              <a:ext uri="{FF2B5EF4-FFF2-40B4-BE49-F238E27FC236}">
                <a16:creationId xmlns:a16="http://schemas.microsoft.com/office/drawing/2014/main" id="{3E458D6A-E9DB-1287-7EA5-E23645965E69}"/>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2" name="Rectangle 2">
            <a:extLst>
              <a:ext uri="{FF2B5EF4-FFF2-40B4-BE49-F238E27FC236}">
                <a16:creationId xmlns:a16="http://schemas.microsoft.com/office/drawing/2014/main" id="{FBB22B93-F8CC-6F00-52DE-0350807328D2}"/>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3" name="Rectangle 3">
            <a:extLst>
              <a:ext uri="{FF2B5EF4-FFF2-40B4-BE49-F238E27FC236}">
                <a16:creationId xmlns:a16="http://schemas.microsoft.com/office/drawing/2014/main" id="{18B7A569-70FF-9BCA-F988-F9B46A585DE3}"/>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4" name="Rectangle 4">
            <a:extLst>
              <a:ext uri="{FF2B5EF4-FFF2-40B4-BE49-F238E27FC236}">
                <a16:creationId xmlns:a16="http://schemas.microsoft.com/office/drawing/2014/main" id="{2FCDB2EA-91A1-15F5-FC81-BD234CFC7F07}"/>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8" name="Rectangle 1">
            <a:extLst>
              <a:ext uri="{FF2B5EF4-FFF2-40B4-BE49-F238E27FC236}">
                <a16:creationId xmlns:a16="http://schemas.microsoft.com/office/drawing/2014/main" id="{6BB82DA2-17B1-893F-A864-B0D827879492}"/>
              </a:ext>
            </a:extLst>
          </p:cNvPr>
          <p:cNvSpPr>
            <a:spLocks noChangeArrowheads="1"/>
          </p:cNvSpPr>
          <p:nvPr/>
        </p:nvSpPr>
        <p:spPr bwMode="auto">
          <a:xfrm>
            <a:off x="0" y="-123109"/>
            <a:ext cx="6666569"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r>
              <a:rPr lang="en-US" altLang="en-US" sz="1200" kern="0">
                <a:solidFill>
                  <a:srgbClr val="000000"/>
                </a:solidFill>
                <a:latin typeface="Arial" panose="020B0604020202020204" pitchFamily="34" charset="0"/>
                <a:cs typeface="Arial"/>
                <a:sym typeface="Arial"/>
              </a:rPr>
              <a:t>F-strings provide a concise and readable way to embed expressions inside string literals using </a:t>
            </a:r>
            <a:r>
              <a:rPr lang="en-US" altLang="en-US" sz="667" kern="0">
                <a:solidFill>
                  <a:srgbClr val="000000"/>
                </a:solidFill>
                <a:latin typeface="Arial Unicode MS"/>
                <a:cs typeface="Arial"/>
                <a:sym typeface="Arial"/>
              </a:rPr>
              <a:t>{}</a:t>
            </a:r>
            <a:r>
              <a:rPr lang="en-US" altLang="en-US" sz="800" kern="0">
                <a:solidFill>
                  <a:srgbClr val="000000"/>
                </a:solidFill>
                <a:latin typeface="Arial"/>
                <a:cs typeface="Arial"/>
                <a:sym typeface="Arial"/>
              </a:rPr>
              <a:t>. </a:t>
            </a:r>
            <a:endParaRPr lang="en-US" altLang="en-US" sz="1200" kern="0">
              <a:solidFill>
                <a:srgbClr val="000000"/>
              </a:solidFill>
              <a:latin typeface="Arial" panose="020B0604020202020204" pitchFamily="34" charset="0"/>
              <a:cs typeface="Arial"/>
              <a:sym typeface="Arial"/>
            </a:endParaRPr>
          </a:p>
        </p:txBody>
      </p:sp>
      <p:sp>
        <p:nvSpPr>
          <p:cNvPr id="15" name="TextBox 14">
            <a:extLst>
              <a:ext uri="{FF2B5EF4-FFF2-40B4-BE49-F238E27FC236}">
                <a16:creationId xmlns:a16="http://schemas.microsoft.com/office/drawing/2014/main" id="{8DA25672-7638-9F05-96BC-155361E6A7BC}"/>
              </a:ext>
            </a:extLst>
          </p:cNvPr>
          <p:cNvSpPr txBox="1"/>
          <p:nvPr/>
        </p:nvSpPr>
        <p:spPr>
          <a:xfrm>
            <a:off x="997460" y="2484243"/>
            <a:ext cx="10251248" cy="954300"/>
          </a:xfrm>
          <a:prstGeom prst="rect">
            <a:avLst/>
          </a:prstGeom>
          <a:noFill/>
        </p:spPr>
        <p:txBody>
          <a:bodyPr wrap="square">
            <a:spAutoFit/>
          </a:bodyPr>
          <a:lstStyle/>
          <a:p>
            <a:pPr marL="304815" indent="-304815" defTabSz="609630">
              <a:buClr>
                <a:srgbClr val="FFFFFF"/>
              </a:buClr>
              <a:buFont typeface="Arial" panose="020B0604020202020204" pitchFamily="34" charset="0"/>
              <a:buChar char="•"/>
            </a:pPr>
            <a:r>
              <a:rPr lang="en-US" sz="1867" kern="0" dirty="0">
                <a:solidFill>
                  <a:srgbClr val="FFFFFF"/>
                </a:solidFill>
                <a:latin typeface="Roboto Mono" panose="00000009000000000000" pitchFamily="49" charset="0"/>
                <a:ea typeface="Roboto Mono" panose="00000009000000000000" pitchFamily="49" charset="0"/>
                <a:cs typeface="Arial"/>
                <a:sym typeface="Arial"/>
              </a:rPr>
              <a:t>A function can have </a:t>
            </a:r>
            <a:r>
              <a:rPr lang="en-US" sz="1867" kern="0" dirty="0">
                <a:solidFill>
                  <a:srgbClr val="8C52FF"/>
                </a:solidFill>
                <a:latin typeface="Roboto Mono" panose="00000009000000000000" pitchFamily="49" charset="0"/>
                <a:ea typeface="Roboto Mono" panose="00000009000000000000" pitchFamily="49" charset="0"/>
                <a:cs typeface="Arial"/>
                <a:sym typeface="Arial"/>
              </a:rPr>
              <a:t>as many parameters as you want</a:t>
            </a:r>
            <a:r>
              <a:rPr lang="en-US" sz="1867" kern="0" dirty="0">
                <a:solidFill>
                  <a:srgbClr val="FFFFFF"/>
                </a:solidFill>
                <a:latin typeface="Roboto Mono" panose="00000009000000000000" pitchFamily="49" charset="0"/>
                <a:ea typeface="Roboto Mono" panose="00000009000000000000" pitchFamily="49" charset="0"/>
                <a:cs typeface="Arial"/>
                <a:sym typeface="Arial"/>
              </a:rPr>
              <a:t>, but the more parameters you have, the harder it is to memorize their roles and purposes.</a:t>
            </a:r>
            <a:endParaRPr lang="en-US" sz="1867" kern="0" dirty="0">
              <a:solidFill>
                <a:srgbClr val="8C52FF"/>
              </a:solidFill>
              <a:latin typeface="Roboto Mono" panose="00000009000000000000" pitchFamily="49" charset="0"/>
              <a:ea typeface="Roboto Mono" panose="00000009000000000000" pitchFamily="49" charset="0"/>
              <a:cs typeface="Arial"/>
              <a:sym typeface="Arial"/>
            </a:endParaRPr>
          </a:p>
        </p:txBody>
      </p:sp>
      <p:sp>
        <p:nvSpPr>
          <p:cNvPr id="6" name="Rectangle 1">
            <a:extLst>
              <a:ext uri="{FF2B5EF4-FFF2-40B4-BE49-F238E27FC236}">
                <a16:creationId xmlns:a16="http://schemas.microsoft.com/office/drawing/2014/main" id="{834BE699-A142-3643-ED27-13B15FAC5A9A}"/>
              </a:ext>
            </a:extLst>
          </p:cNvPr>
          <p:cNvSpPr>
            <a:spLocks noChangeArrowheads="1"/>
          </p:cNvSpPr>
          <p:nvPr/>
        </p:nvSpPr>
        <p:spPr bwMode="auto">
          <a:xfrm>
            <a:off x="101600" y="-215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pic>
        <p:nvPicPr>
          <p:cNvPr id="37890" name="Picture 2" descr="Functions as a black box concept">
            <a:extLst>
              <a:ext uri="{FF2B5EF4-FFF2-40B4-BE49-F238E27FC236}">
                <a16:creationId xmlns:a16="http://schemas.microsoft.com/office/drawing/2014/main" id="{32476281-B46D-F210-66DE-E11A07FAD56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27042" y="3740867"/>
            <a:ext cx="3203012" cy="2424039"/>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16" descr="A screenshot of a computer code&#10;&#10;Description automatically generated">
            <a:extLst>
              <a:ext uri="{FF2B5EF4-FFF2-40B4-BE49-F238E27FC236}">
                <a16:creationId xmlns:a16="http://schemas.microsoft.com/office/drawing/2014/main" id="{046C341B-444A-379C-27DC-9908B6FAD6D4}"/>
              </a:ext>
            </a:extLst>
          </p:cNvPr>
          <p:cNvPicPr>
            <a:picLocks noChangeAspect="1"/>
          </p:cNvPicPr>
          <p:nvPr/>
        </p:nvPicPr>
        <p:blipFill>
          <a:blip r:embed="rId4"/>
          <a:stretch>
            <a:fillRect/>
          </a:stretch>
        </p:blipFill>
        <p:spPr>
          <a:xfrm>
            <a:off x="5227179" y="3568841"/>
            <a:ext cx="5734347" cy="2596065"/>
          </a:xfrm>
          <a:prstGeom prst="rect">
            <a:avLst/>
          </a:prstGeom>
        </p:spPr>
      </p:pic>
    </p:spTree>
    <p:extLst>
      <p:ext uri="{BB962C8B-B14F-4D97-AF65-F5344CB8AC3E}">
        <p14:creationId xmlns:p14="http://schemas.microsoft.com/office/powerpoint/2010/main" val="4010132853"/>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24042" y="217287"/>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a:solidFill>
            <a:schemeClr val="accent1"/>
          </a:solidFill>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60"/>
            <a:ext cx="10326008" cy="1062920"/>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5756" kern="0" dirty="0">
                <a:solidFill>
                  <a:srgbClr val="FFFFFF"/>
                </a:solidFill>
                <a:latin typeface="Courier"/>
                <a:cs typeface="Arial"/>
                <a:sym typeface="Courier"/>
              </a:rPr>
              <a:t>Positional Parameter</a:t>
            </a:r>
            <a:endParaRPr sz="933"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7" name="Rectangle 1">
            <a:extLst>
              <a:ext uri="{FF2B5EF4-FFF2-40B4-BE49-F238E27FC236}">
                <a16:creationId xmlns:a16="http://schemas.microsoft.com/office/drawing/2014/main" id="{20F41085-CE44-7E37-23E2-A522BDCBBFCD}"/>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3" name="Rectangle 1">
            <a:extLst>
              <a:ext uri="{FF2B5EF4-FFF2-40B4-BE49-F238E27FC236}">
                <a16:creationId xmlns:a16="http://schemas.microsoft.com/office/drawing/2014/main" id="{0E9B0D59-3084-D5BA-88A0-D33BADA639E4}"/>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4" name="Rectangle 1">
            <a:extLst>
              <a:ext uri="{FF2B5EF4-FFF2-40B4-BE49-F238E27FC236}">
                <a16:creationId xmlns:a16="http://schemas.microsoft.com/office/drawing/2014/main" id="{23F2007E-42F7-9440-F3A0-FD42A273BA15}"/>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6" name="Rectangle 5">
            <a:extLst>
              <a:ext uri="{FF2B5EF4-FFF2-40B4-BE49-F238E27FC236}">
                <a16:creationId xmlns:a16="http://schemas.microsoft.com/office/drawing/2014/main" id="{9F5FADB2-91AF-D4FA-A045-82F997FBBD17}"/>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5" name="Rectangle 1">
            <a:extLst>
              <a:ext uri="{FF2B5EF4-FFF2-40B4-BE49-F238E27FC236}">
                <a16:creationId xmlns:a16="http://schemas.microsoft.com/office/drawing/2014/main" id="{E6496D04-2116-A83E-095C-4F80A7E97EC5}"/>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9" name="Rectangle 2">
            <a:extLst>
              <a:ext uri="{FF2B5EF4-FFF2-40B4-BE49-F238E27FC236}">
                <a16:creationId xmlns:a16="http://schemas.microsoft.com/office/drawing/2014/main" id="{3E458D6A-E9DB-1287-7EA5-E23645965E69}"/>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2" name="Rectangle 2">
            <a:extLst>
              <a:ext uri="{FF2B5EF4-FFF2-40B4-BE49-F238E27FC236}">
                <a16:creationId xmlns:a16="http://schemas.microsoft.com/office/drawing/2014/main" id="{FBB22B93-F8CC-6F00-52DE-0350807328D2}"/>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3" name="Rectangle 3">
            <a:extLst>
              <a:ext uri="{FF2B5EF4-FFF2-40B4-BE49-F238E27FC236}">
                <a16:creationId xmlns:a16="http://schemas.microsoft.com/office/drawing/2014/main" id="{18B7A569-70FF-9BCA-F988-F9B46A585DE3}"/>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4" name="Rectangle 4">
            <a:extLst>
              <a:ext uri="{FF2B5EF4-FFF2-40B4-BE49-F238E27FC236}">
                <a16:creationId xmlns:a16="http://schemas.microsoft.com/office/drawing/2014/main" id="{2FCDB2EA-91A1-15F5-FC81-BD234CFC7F07}"/>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8" name="Rectangle 1">
            <a:extLst>
              <a:ext uri="{FF2B5EF4-FFF2-40B4-BE49-F238E27FC236}">
                <a16:creationId xmlns:a16="http://schemas.microsoft.com/office/drawing/2014/main" id="{6BB82DA2-17B1-893F-A864-B0D827879492}"/>
              </a:ext>
            </a:extLst>
          </p:cNvPr>
          <p:cNvSpPr>
            <a:spLocks noChangeArrowheads="1"/>
          </p:cNvSpPr>
          <p:nvPr/>
        </p:nvSpPr>
        <p:spPr bwMode="auto">
          <a:xfrm>
            <a:off x="0" y="-123109"/>
            <a:ext cx="6666569"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r>
              <a:rPr lang="en-US" altLang="en-US" sz="1200" kern="0">
                <a:solidFill>
                  <a:srgbClr val="000000"/>
                </a:solidFill>
                <a:latin typeface="Arial" panose="020B0604020202020204" pitchFamily="34" charset="0"/>
                <a:cs typeface="Arial"/>
                <a:sym typeface="Arial"/>
              </a:rPr>
              <a:t>F-strings provide a concise and readable way to embed expressions inside string literals using </a:t>
            </a:r>
            <a:r>
              <a:rPr lang="en-US" altLang="en-US" sz="667" kern="0">
                <a:solidFill>
                  <a:srgbClr val="000000"/>
                </a:solidFill>
                <a:latin typeface="Arial Unicode MS"/>
                <a:cs typeface="Arial"/>
                <a:sym typeface="Arial"/>
              </a:rPr>
              <a:t>{}</a:t>
            </a:r>
            <a:r>
              <a:rPr lang="en-US" altLang="en-US" sz="800" kern="0">
                <a:solidFill>
                  <a:srgbClr val="000000"/>
                </a:solidFill>
                <a:latin typeface="Arial"/>
                <a:cs typeface="Arial"/>
                <a:sym typeface="Arial"/>
              </a:rPr>
              <a:t>. </a:t>
            </a:r>
            <a:endParaRPr lang="en-US" altLang="en-US" sz="1200" kern="0">
              <a:solidFill>
                <a:srgbClr val="000000"/>
              </a:solidFill>
              <a:latin typeface="Arial" panose="020B0604020202020204" pitchFamily="34" charset="0"/>
              <a:cs typeface="Arial"/>
              <a:sym typeface="Arial"/>
            </a:endParaRPr>
          </a:p>
        </p:txBody>
      </p:sp>
      <p:sp>
        <p:nvSpPr>
          <p:cNvPr id="15" name="TextBox 14">
            <a:extLst>
              <a:ext uri="{FF2B5EF4-FFF2-40B4-BE49-F238E27FC236}">
                <a16:creationId xmlns:a16="http://schemas.microsoft.com/office/drawing/2014/main" id="{8DA25672-7638-9F05-96BC-155361E6A7BC}"/>
              </a:ext>
            </a:extLst>
          </p:cNvPr>
          <p:cNvSpPr txBox="1"/>
          <p:nvPr/>
        </p:nvSpPr>
        <p:spPr>
          <a:xfrm>
            <a:off x="997460" y="2484243"/>
            <a:ext cx="10251248" cy="1241622"/>
          </a:xfrm>
          <a:prstGeom prst="rect">
            <a:avLst/>
          </a:prstGeom>
          <a:noFill/>
        </p:spPr>
        <p:txBody>
          <a:bodyPr wrap="square">
            <a:spAutoFit/>
          </a:bodyPr>
          <a:lstStyle/>
          <a:p>
            <a:pPr marL="304815" indent="-304815" defTabSz="609630">
              <a:buClr>
                <a:srgbClr val="FFFFFF"/>
              </a:buClr>
              <a:buFont typeface="Arial" panose="020B0604020202020204" pitchFamily="34" charset="0"/>
              <a:buChar char="•"/>
            </a:pPr>
            <a:r>
              <a:rPr lang="en-US" sz="1867" kern="0" dirty="0">
                <a:solidFill>
                  <a:srgbClr val="FFFFFF"/>
                </a:solidFill>
                <a:latin typeface="Roboto Mono" panose="00000009000000000000" pitchFamily="49" charset="0"/>
                <a:ea typeface="Roboto Mono" panose="00000009000000000000" pitchFamily="49" charset="0"/>
                <a:cs typeface="Arial"/>
                <a:sym typeface="Arial"/>
              </a:rPr>
              <a:t>A technique which assigns the </a:t>
            </a:r>
            <a:r>
              <a:rPr lang="en-US" sz="1867" kern="0" dirty="0" err="1">
                <a:solidFill>
                  <a:srgbClr val="FFFFFF"/>
                </a:solidFill>
                <a:latin typeface="Roboto Mono" panose="00000009000000000000" pitchFamily="49" charset="0"/>
                <a:ea typeface="Roboto Mono" panose="00000009000000000000" pitchFamily="49" charset="0"/>
                <a:cs typeface="Arial"/>
                <a:sym typeface="Arial"/>
              </a:rPr>
              <a:t>ith</a:t>
            </a:r>
            <a:r>
              <a:rPr lang="en-US" sz="1867" kern="0" dirty="0">
                <a:solidFill>
                  <a:srgbClr val="FFFFFF"/>
                </a:solidFill>
                <a:latin typeface="Roboto Mono" panose="00000009000000000000" pitchFamily="49" charset="0"/>
                <a:ea typeface="Roboto Mono" panose="00000009000000000000" pitchFamily="49" charset="0"/>
                <a:cs typeface="Arial"/>
                <a:sym typeface="Arial"/>
              </a:rPr>
              <a:t> (first, second, and so on) argument to the </a:t>
            </a:r>
            <a:r>
              <a:rPr lang="en-US" sz="1867" kern="0" dirty="0" err="1">
                <a:solidFill>
                  <a:srgbClr val="FFFFFF"/>
                </a:solidFill>
                <a:latin typeface="Roboto Mono" panose="00000009000000000000" pitchFamily="49" charset="0"/>
                <a:ea typeface="Roboto Mono" panose="00000009000000000000" pitchFamily="49" charset="0"/>
                <a:cs typeface="Arial"/>
                <a:sym typeface="Arial"/>
              </a:rPr>
              <a:t>ith</a:t>
            </a:r>
            <a:r>
              <a:rPr lang="en-US" sz="1867" kern="0" dirty="0">
                <a:solidFill>
                  <a:srgbClr val="FFFFFF"/>
                </a:solidFill>
                <a:latin typeface="Roboto Mono" panose="00000009000000000000" pitchFamily="49" charset="0"/>
                <a:ea typeface="Roboto Mono" panose="00000009000000000000" pitchFamily="49" charset="0"/>
                <a:cs typeface="Arial"/>
                <a:sym typeface="Arial"/>
              </a:rPr>
              <a:t> (first, second, and so on) function parameter is called </a:t>
            </a:r>
            <a:r>
              <a:rPr lang="en-US" sz="1867" kern="0" dirty="0">
                <a:solidFill>
                  <a:srgbClr val="8C52FF"/>
                </a:solidFill>
                <a:latin typeface="Roboto Mono" panose="00000009000000000000" pitchFamily="49" charset="0"/>
                <a:ea typeface="Roboto Mono" panose="00000009000000000000" pitchFamily="49" charset="0"/>
                <a:cs typeface="Arial"/>
                <a:sym typeface="Arial"/>
              </a:rPr>
              <a:t>positional parameter passing</a:t>
            </a:r>
            <a:r>
              <a:rPr lang="en-US" sz="1867" kern="0" dirty="0">
                <a:solidFill>
                  <a:srgbClr val="FFFFFF"/>
                </a:solidFill>
                <a:latin typeface="Roboto Mono" panose="00000009000000000000" pitchFamily="49" charset="0"/>
                <a:ea typeface="Roboto Mono" panose="00000009000000000000" pitchFamily="49" charset="0"/>
                <a:cs typeface="Arial"/>
                <a:sym typeface="Arial"/>
              </a:rPr>
              <a:t>, while arguments passed in this way are named </a:t>
            </a:r>
            <a:r>
              <a:rPr lang="en-US" sz="1867" kern="0" dirty="0">
                <a:solidFill>
                  <a:srgbClr val="8C52FF"/>
                </a:solidFill>
                <a:latin typeface="Roboto Mono" panose="00000009000000000000" pitchFamily="49" charset="0"/>
                <a:ea typeface="Roboto Mono" panose="00000009000000000000" pitchFamily="49" charset="0"/>
                <a:cs typeface="Arial"/>
                <a:sym typeface="Arial"/>
              </a:rPr>
              <a:t>positional arguments</a:t>
            </a:r>
            <a:r>
              <a:rPr lang="en-US" sz="1867" kern="0" dirty="0">
                <a:solidFill>
                  <a:srgbClr val="FFFFFF"/>
                </a:solidFill>
                <a:latin typeface="Roboto Mono" panose="00000009000000000000" pitchFamily="49" charset="0"/>
                <a:ea typeface="Roboto Mono" panose="00000009000000000000" pitchFamily="49" charset="0"/>
                <a:cs typeface="Arial"/>
                <a:sym typeface="Arial"/>
              </a:rPr>
              <a:t>.</a:t>
            </a:r>
            <a:endParaRPr lang="en-US" sz="1867" kern="0" dirty="0">
              <a:solidFill>
                <a:srgbClr val="8C52FF"/>
              </a:solidFill>
              <a:latin typeface="Roboto Mono" panose="00000009000000000000" pitchFamily="49" charset="0"/>
              <a:ea typeface="Roboto Mono" panose="00000009000000000000" pitchFamily="49" charset="0"/>
              <a:cs typeface="Arial"/>
              <a:sym typeface="Arial"/>
            </a:endParaRPr>
          </a:p>
        </p:txBody>
      </p:sp>
      <p:sp>
        <p:nvSpPr>
          <p:cNvPr id="6" name="Rectangle 1">
            <a:extLst>
              <a:ext uri="{FF2B5EF4-FFF2-40B4-BE49-F238E27FC236}">
                <a16:creationId xmlns:a16="http://schemas.microsoft.com/office/drawing/2014/main" id="{834BE699-A142-3643-ED27-13B15FAC5A9A}"/>
              </a:ext>
            </a:extLst>
          </p:cNvPr>
          <p:cNvSpPr>
            <a:spLocks noChangeArrowheads="1"/>
          </p:cNvSpPr>
          <p:nvPr/>
        </p:nvSpPr>
        <p:spPr bwMode="auto">
          <a:xfrm>
            <a:off x="101600" y="-215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pic>
        <p:nvPicPr>
          <p:cNvPr id="11" name="Picture 10" descr="A white background with black text&#10;&#10;Description automatically generated">
            <a:extLst>
              <a:ext uri="{FF2B5EF4-FFF2-40B4-BE49-F238E27FC236}">
                <a16:creationId xmlns:a16="http://schemas.microsoft.com/office/drawing/2014/main" id="{66D7546A-42E6-FF97-C6ED-278C63F468F1}"/>
              </a:ext>
            </a:extLst>
          </p:cNvPr>
          <p:cNvPicPr>
            <a:picLocks noChangeAspect="1"/>
          </p:cNvPicPr>
          <p:nvPr/>
        </p:nvPicPr>
        <p:blipFill>
          <a:blip r:embed="rId3"/>
          <a:stretch>
            <a:fillRect/>
          </a:stretch>
        </p:blipFill>
        <p:spPr>
          <a:xfrm>
            <a:off x="2667186" y="4373758"/>
            <a:ext cx="7245721" cy="1670817"/>
          </a:xfrm>
          <a:prstGeom prst="rect">
            <a:avLst/>
          </a:prstGeom>
        </p:spPr>
      </p:pic>
    </p:spTree>
    <p:extLst>
      <p:ext uri="{BB962C8B-B14F-4D97-AF65-F5344CB8AC3E}">
        <p14:creationId xmlns:p14="http://schemas.microsoft.com/office/powerpoint/2010/main" val="989988031"/>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24042" y="217287"/>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a:solidFill>
            <a:schemeClr val="accent1"/>
          </a:solidFill>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59"/>
            <a:ext cx="10326008" cy="812530"/>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4400" kern="0" dirty="0">
                <a:solidFill>
                  <a:srgbClr val="FFFFFF"/>
                </a:solidFill>
                <a:latin typeface="Courier"/>
                <a:cs typeface="Arial"/>
                <a:sym typeface="Courier"/>
              </a:rPr>
              <a:t>Keyword Argument Passing</a:t>
            </a:r>
            <a:endParaRPr sz="4400"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7" name="Rectangle 1">
            <a:extLst>
              <a:ext uri="{FF2B5EF4-FFF2-40B4-BE49-F238E27FC236}">
                <a16:creationId xmlns:a16="http://schemas.microsoft.com/office/drawing/2014/main" id="{20F41085-CE44-7E37-23E2-A522BDCBBFCD}"/>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3" name="Rectangle 1">
            <a:extLst>
              <a:ext uri="{FF2B5EF4-FFF2-40B4-BE49-F238E27FC236}">
                <a16:creationId xmlns:a16="http://schemas.microsoft.com/office/drawing/2014/main" id="{0E9B0D59-3084-D5BA-88A0-D33BADA639E4}"/>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4" name="Rectangle 1">
            <a:extLst>
              <a:ext uri="{FF2B5EF4-FFF2-40B4-BE49-F238E27FC236}">
                <a16:creationId xmlns:a16="http://schemas.microsoft.com/office/drawing/2014/main" id="{23F2007E-42F7-9440-F3A0-FD42A273BA15}"/>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6" name="Rectangle 5">
            <a:extLst>
              <a:ext uri="{FF2B5EF4-FFF2-40B4-BE49-F238E27FC236}">
                <a16:creationId xmlns:a16="http://schemas.microsoft.com/office/drawing/2014/main" id="{9F5FADB2-91AF-D4FA-A045-82F997FBBD17}"/>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5" name="Rectangle 1">
            <a:extLst>
              <a:ext uri="{FF2B5EF4-FFF2-40B4-BE49-F238E27FC236}">
                <a16:creationId xmlns:a16="http://schemas.microsoft.com/office/drawing/2014/main" id="{E6496D04-2116-A83E-095C-4F80A7E97EC5}"/>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9" name="Rectangle 2">
            <a:extLst>
              <a:ext uri="{FF2B5EF4-FFF2-40B4-BE49-F238E27FC236}">
                <a16:creationId xmlns:a16="http://schemas.microsoft.com/office/drawing/2014/main" id="{3E458D6A-E9DB-1287-7EA5-E23645965E69}"/>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2" name="Rectangle 2">
            <a:extLst>
              <a:ext uri="{FF2B5EF4-FFF2-40B4-BE49-F238E27FC236}">
                <a16:creationId xmlns:a16="http://schemas.microsoft.com/office/drawing/2014/main" id="{FBB22B93-F8CC-6F00-52DE-0350807328D2}"/>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3" name="Rectangle 3">
            <a:extLst>
              <a:ext uri="{FF2B5EF4-FFF2-40B4-BE49-F238E27FC236}">
                <a16:creationId xmlns:a16="http://schemas.microsoft.com/office/drawing/2014/main" id="{18B7A569-70FF-9BCA-F988-F9B46A585DE3}"/>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4" name="Rectangle 4">
            <a:extLst>
              <a:ext uri="{FF2B5EF4-FFF2-40B4-BE49-F238E27FC236}">
                <a16:creationId xmlns:a16="http://schemas.microsoft.com/office/drawing/2014/main" id="{2FCDB2EA-91A1-15F5-FC81-BD234CFC7F07}"/>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8" name="Rectangle 1">
            <a:extLst>
              <a:ext uri="{FF2B5EF4-FFF2-40B4-BE49-F238E27FC236}">
                <a16:creationId xmlns:a16="http://schemas.microsoft.com/office/drawing/2014/main" id="{6BB82DA2-17B1-893F-A864-B0D827879492}"/>
              </a:ext>
            </a:extLst>
          </p:cNvPr>
          <p:cNvSpPr>
            <a:spLocks noChangeArrowheads="1"/>
          </p:cNvSpPr>
          <p:nvPr/>
        </p:nvSpPr>
        <p:spPr bwMode="auto">
          <a:xfrm>
            <a:off x="0" y="-123109"/>
            <a:ext cx="6666569"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r>
              <a:rPr lang="en-US" altLang="en-US" sz="1200" kern="0">
                <a:solidFill>
                  <a:srgbClr val="000000"/>
                </a:solidFill>
                <a:latin typeface="Arial" panose="020B0604020202020204" pitchFamily="34" charset="0"/>
                <a:cs typeface="Arial"/>
                <a:sym typeface="Arial"/>
              </a:rPr>
              <a:t>F-strings provide a concise and readable way to embed expressions inside string literals using </a:t>
            </a:r>
            <a:r>
              <a:rPr lang="en-US" altLang="en-US" sz="667" kern="0">
                <a:solidFill>
                  <a:srgbClr val="000000"/>
                </a:solidFill>
                <a:latin typeface="Arial Unicode MS"/>
                <a:cs typeface="Arial"/>
                <a:sym typeface="Arial"/>
              </a:rPr>
              <a:t>{}</a:t>
            </a:r>
            <a:r>
              <a:rPr lang="en-US" altLang="en-US" sz="800" kern="0">
                <a:solidFill>
                  <a:srgbClr val="000000"/>
                </a:solidFill>
                <a:latin typeface="Arial"/>
                <a:cs typeface="Arial"/>
                <a:sym typeface="Arial"/>
              </a:rPr>
              <a:t>. </a:t>
            </a:r>
            <a:endParaRPr lang="en-US" altLang="en-US" sz="1200" kern="0">
              <a:solidFill>
                <a:srgbClr val="000000"/>
              </a:solidFill>
              <a:latin typeface="Arial" panose="020B0604020202020204" pitchFamily="34" charset="0"/>
              <a:cs typeface="Arial"/>
              <a:sym typeface="Arial"/>
            </a:endParaRPr>
          </a:p>
        </p:txBody>
      </p:sp>
      <p:sp>
        <p:nvSpPr>
          <p:cNvPr id="15" name="TextBox 14">
            <a:extLst>
              <a:ext uri="{FF2B5EF4-FFF2-40B4-BE49-F238E27FC236}">
                <a16:creationId xmlns:a16="http://schemas.microsoft.com/office/drawing/2014/main" id="{8DA25672-7638-9F05-96BC-155361E6A7BC}"/>
              </a:ext>
            </a:extLst>
          </p:cNvPr>
          <p:cNvSpPr txBox="1"/>
          <p:nvPr/>
        </p:nvSpPr>
        <p:spPr>
          <a:xfrm>
            <a:off x="997460" y="2484243"/>
            <a:ext cx="10251248" cy="954300"/>
          </a:xfrm>
          <a:prstGeom prst="rect">
            <a:avLst/>
          </a:prstGeom>
          <a:noFill/>
        </p:spPr>
        <p:txBody>
          <a:bodyPr wrap="square">
            <a:spAutoFit/>
          </a:bodyPr>
          <a:lstStyle/>
          <a:p>
            <a:pPr marL="304815" indent="-304815" defTabSz="609630">
              <a:buClr>
                <a:srgbClr val="FFFFFF"/>
              </a:buClr>
              <a:buFont typeface="Arial" panose="020B0604020202020204" pitchFamily="34" charset="0"/>
              <a:buChar char="•"/>
            </a:pPr>
            <a:r>
              <a:rPr lang="en-US" sz="1867" kern="0" dirty="0">
                <a:solidFill>
                  <a:srgbClr val="FFFFFF"/>
                </a:solidFill>
                <a:latin typeface="Roboto Mono" panose="00000009000000000000" pitchFamily="49" charset="0"/>
                <a:ea typeface="Roboto Mono" panose="00000009000000000000" pitchFamily="49" charset="0"/>
                <a:cs typeface="Arial"/>
                <a:sym typeface="Arial"/>
              </a:rPr>
              <a:t>Python offers another convention for passing arguments, where </a:t>
            </a:r>
            <a:r>
              <a:rPr lang="en-US" sz="1867" kern="0" dirty="0">
                <a:solidFill>
                  <a:srgbClr val="8C52FF"/>
                </a:solidFill>
                <a:latin typeface="Roboto Mono" panose="00000009000000000000" pitchFamily="49" charset="0"/>
                <a:ea typeface="Roboto Mono" panose="00000009000000000000" pitchFamily="49" charset="0"/>
                <a:cs typeface="Arial"/>
                <a:sym typeface="Arial"/>
              </a:rPr>
              <a:t>the meaning of the argument is dictated by its name</a:t>
            </a:r>
            <a:r>
              <a:rPr lang="en-US" sz="1867" kern="0" dirty="0">
                <a:solidFill>
                  <a:srgbClr val="FFFFFF"/>
                </a:solidFill>
                <a:latin typeface="Roboto Mono" panose="00000009000000000000" pitchFamily="49" charset="0"/>
                <a:ea typeface="Roboto Mono" panose="00000009000000000000" pitchFamily="49" charset="0"/>
                <a:cs typeface="Arial"/>
                <a:sym typeface="Arial"/>
              </a:rPr>
              <a:t>, not by its position - it's called </a:t>
            </a:r>
            <a:r>
              <a:rPr lang="en-US" sz="1867" kern="0" dirty="0">
                <a:solidFill>
                  <a:srgbClr val="8C52FF"/>
                </a:solidFill>
                <a:latin typeface="Roboto Mono" panose="00000009000000000000" pitchFamily="49" charset="0"/>
                <a:ea typeface="Roboto Mono" panose="00000009000000000000" pitchFamily="49" charset="0"/>
                <a:cs typeface="Arial"/>
                <a:sym typeface="Arial"/>
              </a:rPr>
              <a:t>keyword argument passing</a:t>
            </a:r>
            <a:r>
              <a:rPr lang="en-US" sz="1867" kern="0" dirty="0">
                <a:solidFill>
                  <a:srgbClr val="FFFFFF"/>
                </a:solidFill>
                <a:latin typeface="Roboto Mono" panose="00000009000000000000" pitchFamily="49" charset="0"/>
                <a:ea typeface="Roboto Mono" panose="00000009000000000000" pitchFamily="49" charset="0"/>
                <a:cs typeface="Arial"/>
                <a:sym typeface="Arial"/>
              </a:rPr>
              <a:t>.</a:t>
            </a:r>
            <a:endParaRPr lang="en-US" sz="1867" kern="0" dirty="0">
              <a:solidFill>
                <a:srgbClr val="8C52FF"/>
              </a:solidFill>
              <a:latin typeface="Roboto Mono" panose="00000009000000000000" pitchFamily="49" charset="0"/>
              <a:ea typeface="Roboto Mono" panose="00000009000000000000" pitchFamily="49" charset="0"/>
              <a:cs typeface="Arial"/>
              <a:sym typeface="Arial"/>
            </a:endParaRPr>
          </a:p>
        </p:txBody>
      </p:sp>
      <p:sp>
        <p:nvSpPr>
          <p:cNvPr id="6" name="Rectangle 1">
            <a:extLst>
              <a:ext uri="{FF2B5EF4-FFF2-40B4-BE49-F238E27FC236}">
                <a16:creationId xmlns:a16="http://schemas.microsoft.com/office/drawing/2014/main" id="{834BE699-A142-3643-ED27-13B15FAC5A9A}"/>
              </a:ext>
            </a:extLst>
          </p:cNvPr>
          <p:cNvSpPr>
            <a:spLocks noChangeArrowheads="1"/>
          </p:cNvSpPr>
          <p:nvPr/>
        </p:nvSpPr>
        <p:spPr bwMode="auto">
          <a:xfrm>
            <a:off x="101600" y="-215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pic>
        <p:nvPicPr>
          <p:cNvPr id="17" name="Picture 16" descr="A white background with black text&#10;&#10;Description automatically generated">
            <a:extLst>
              <a:ext uri="{FF2B5EF4-FFF2-40B4-BE49-F238E27FC236}">
                <a16:creationId xmlns:a16="http://schemas.microsoft.com/office/drawing/2014/main" id="{E484EEFE-DBD1-E63C-54C8-B798B20775ED}"/>
              </a:ext>
            </a:extLst>
          </p:cNvPr>
          <p:cNvPicPr>
            <a:picLocks noChangeAspect="1"/>
          </p:cNvPicPr>
          <p:nvPr/>
        </p:nvPicPr>
        <p:blipFill>
          <a:blip r:embed="rId3"/>
          <a:stretch>
            <a:fillRect/>
          </a:stretch>
        </p:blipFill>
        <p:spPr>
          <a:xfrm>
            <a:off x="1802446" y="3821855"/>
            <a:ext cx="8329617" cy="1818760"/>
          </a:xfrm>
          <a:prstGeom prst="rect">
            <a:avLst/>
          </a:prstGeom>
        </p:spPr>
      </p:pic>
    </p:spTree>
    <p:extLst>
      <p:ext uri="{BB962C8B-B14F-4D97-AF65-F5344CB8AC3E}">
        <p14:creationId xmlns:p14="http://schemas.microsoft.com/office/powerpoint/2010/main" val="1086567606"/>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24042" y="217287"/>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a:solidFill>
            <a:schemeClr val="accent1"/>
          </a:solidFill>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59"/>
            <a:ext cx="10326008" cy="812530"/>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4400" kern="0" dirty="0">
                <a:solidFill>
                  <a:srgbClr val="FFFFFF"/>
                </a:solidFill>
                <a:latin typeface="Courier"/>
                <a:cs typeface="Arial"/>
                <a:sym typeface="Courier"/>
              </a:rPr>
              <a:t>Arbitrary Argument Passing</a:t>
            </a:r>
            <a:endParaRPr sz="4400"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7" name="Rectangle 1">
            <a:extLst>
              <a:ext uri="{FF2B5EF4-FFF2-40B4-BE49-F238E27FC236}">
                <a16:creationId xmlns:a16="http://schemas.microsoft.com/office/drawing/2014/main" id="{20F41085-CE44-7E37-23E2-A522BDCBBFCD}"/>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3" name="Rectangle 1">
            <a:extLst>
              <a:ext uri="{FF2B5EF4-FFF2-40B4-BE49-F238E27FC236}">
                <a16:creationId xmlns:a16="http://schemas.microsoft.com/office/drawing/2014/main" id="{0E9B0D59-3084-D5BA-88A0-D33BADA639E4}"/>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4" name="Rectangle 1">
            <a:extLst>
              <a:ext uri="{FF2B5EF4-FFF2-40B4-BE49-F238E27FC236}">
                <a16:creationId xmlns:a16="http://schemas.microsoft.com/office/drawing/2014/main" id="{23F2007E-42F7-9440-F3A0-FD42A273BA15}"/>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6" name="Rectangle 5">
            <a:extLst>
              <a:ext uri="{FF2B5EF4-FFF2-40B4-BE49-F238E27FC236}">
                <a16:creationId xmlns:a16="http://schemas.microsoft.com/office/drawing/2014/main" id="{9F5FADB2-91AF-D4FA-A045-82F997FBBD17}"/>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5" name="Rectangle 1">
            <a:extLst>
              <a:ext uri="{FF2B5EF4-FFF2-40B4-BE49-F238E27FC236}">
                <a16:creationId xmlns:a16="http://schemas.microsoft.com/office/drawing/2014/main" id="{E6496D04-2116-A83E-095C-4F80A7E97EC5}"/>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9" name="Rectangle 2">
            <a:extLst>
              <a:ext uri="{FF2B5EF4-FFF2-40B4-BE49-F238E27FC236}">
                <a16:creationId xmlns:a16="http://schemas.microsoft.com/office/drawing/2014/main" id="{3E458D6A-E9DB-1287-7EA5-E23645965E69}"/>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2" name="Rectangle 2">
            <a:extLst>
              <a:ext uri="{FF2B5EF4-FFF2-40B4-BE49-F238E27FC236}">
                <a16:creationId xmlns:a16="http://schemas.microsoft.com/office/drawing/2014/main" id="{FBB22B93-F8CC-6F00-52DE-0350807328D2}"/>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3" name="Rectangle 3">
            <a:extLst>
              <a:ext uri="{FF2B5EF4-FFF2-40B4-BE49-F238E27FC236}">
                <a16:creationId xmlns:a16="http://schemas.microsoft.com/office/drawing/2014/main" id="{18B7A569-70FF-9BCA-F988-F9B46A585DE3}"/>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4" name="Rectangle 4">
            <a:extLst>
              <a:ext uri="{FF2B5EF4-FFF2-40B4-BE49-F238E27FC236}">
                <a16:creationId xmlns:a16="http://schemas.microsoft.com/office/drawing/2014/main" id="{2FCDB2EA-91A1-15F5-FC81-BD234CFC7F07}"/>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8" name="Rectangle 1">
            <a:extLst>
              <a:ext uri="{FF2B5EF4-FFF2-40B4-BE49-F238E27FC236}">
                <a16:creationId xmlns:a16="http://schemas.microsoft.com/office/drawing/2014/main" id="{6BB82DA2-17B1-893F-A864-B0D827879492}"/>
              </a:ext>
            </a:extLst>
          </p:cNvPr>
          <p:cNvSpPr>
            <a:spLocks noChangeArrowheads="1"/>
          </p:cNvSpPr>
          <p:nvPr/>
        </p:nvSpPr>
        <p:spPr bwMode="auto">
          <a:xfrm>
            <a:off x="0" y="-123109"/>
            <a:ext cx="6666569"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r>
              <a:rPr lang="en-US" altLang="en-US" sz="1200" kern="0">
                <a:solidFill>
                  <a:srgbClr val="000000"/>
                </a:solidFill>
                <a:latin typeface="Arial" panose="020B0604020202020204" pitchFamily="34" charset="0"/>
                <a:cs typeface="Arial"/>
                <a:sym typeface="Arial"/>
              </a:rPr>
              <a:t>F-strings provide a concise and readable way to embed expressions inside string literals using </a:t>
            </a:r>
            <a:r>
              <a:rPr lang="en-US" altLang="en-US" sz="667" kern="0">
                <a:solidFill>
                  <a:srgbClr val="000000"/>
                </a:solidFill>
                <a:latin typeface="Arial Unicode MS"/>
                <a:cs typeface="Arial"/>
                <a:sym typeface="Arial"/>
              </a:rPr>
              <a:t>{}</a:t>
            </a:r>
            <a:r>
              <a:rPr lang="en-US" altLang="en-US" sz="800" kern="0">
                <a:solidFill>
                  <a:srgbClr val="000000"/>
                </a:solidFill>
                <a:latin typeface="Arial"/>
                <a:cs typeface="Arial"/>
                <a:sym typeface="Arial"/>
              </a:rPr>
              <a:t>. </a:t>
            </a:r>
            <a:endParaRPr lang="en-US" altLang="en-US" sz="1200" kern="0">
              <a:solidFill>
                <a:srgbClr val="000000"/>
              </a:solidFill>
              <a:latin typeface="Arial" panose="020B0604020202020204" pitchFamily="34" charset="0"/>
              <a:cs typeface="Arial"/>
              <a:sym typeface="Arial"/>
            </a:endParaRPr>
          </a:p>
        </p:txBody>
      </p:sp>
      <p:sp>
        <p:nvSpPr>
          <p:cNvPr id="15" name="TextBox 14">
            <a:extLst>
              <a:ext uri="{FF2B5EF4-FFF2-40B4-BE49-F238E27FC236}">
                <a16:creationId xmlns:a16="http://schemas.microsoft.com/office/drawing/2014/main" id="{8DA25672-7638-9F05-96BC-155361E6A7BC}"/>
              </a:ext>
            </a:extLst>
          </p:cNvPr>
          <p:cNvSpPr txBox="1"/>
          <p:nvPr/>
        </p:nvSpPr>
        <p:spPr>
          <a:xfrm>
            <a:off x="997460" y="2484243"/>
            <a:ext cx="10251248" cy="1241622"/>
          </a:xfrm>
          <a:prstGeom prst="rect">
            <a:avLst/>
          </a:prstGeom>
          <a:noFill/>
        </p:spPr>
        <p:txBody>
          <a:bodyPr wrap="square">
            <a:spAutoFit/>
          </a:bodyPr>
          <a:lstStyle/>
          <a:p>
            <a:pPr marL="304815" indent="-304815" defTabSz="609630">
              <a:buClr>
                <a:srgbClr val="FFFFFF"/>
              </a:buClr>
              <a:buFont typeface="Arial" panose="020B0604020202020204" pitchFamily="34" charset="0"/>
              <a:buChar char="•"/>
            </a:pPr>
            <a:r>
              <a:rPr lang="en-US" sz="1867" kern="0" dirty="0">
                <a:solidFill>
                  <a:srgbClr val="FFFFFF"/>
                </a:solidFill>
                <a:latin typeface="Roboto Mono" panose="00000009000000000000" pitchFamily="49" charset="0"/>
                <a:ea typeface="Roboto Mono" panose="00000009000000000000" pitchFamily="49" charset="0"/>
                <a:cs typeface="Arial"/>
                <a:sym typeface="Arial"/>
              </a:rPr>
              <a:t>Parameter that will pack all arguments into a dictionary</a:t>
            </a:r>
          </a:p>
          <a:p>
            <a:pPr marL="304815" indent="-304815" defTabSz="609630">
              <a:buClr>
                <a:srgbClr val="FFFFFF"/>
              </a:buClr>
              <a:buFont typeface="Arial" panose="020B0604020202020204" pitchFamily="34" charset="0"/>
              <a:buChar char="•"/>
            </a:pPr>
            <a:r>
              <a:rPr lang="en-US" sz="1867" kern="0" dirty="0">
                <a:solidFill>
                  <a:srgbClr val="FFFFFF"/>
                </a:solidFill>
                <a:latin typeface="Roboto Mono" panose="00000009000000000000" pitchFamily="49" charset="0"/>
                <a:ea typeface="Roboto Mono" panose="00000009000000000000" pitchFamily="49" charset="0"/>
                <a:cs typeface="Arial"/>
                <a:sym typeface="Arial"/>
              </a:rPr>
              <a:t>Useful so that a function can accept a varying amount of keyword argument</a:t>
            </a:r>
          </a:p>
          <a:p>
            <a:pPr marL="304815" indent="-304815" defTabSz="609630">
              <a:buClr>
                <a:srgbClr val="FFFFFF"/>
              </a:buClr>
              <a:buFont typeface="Arial" panose="020B0604020202020204" pitchFamily="34" charset="0"/>
              <a:buChar char="•"/>
            </a:pPr>
            <a:r>
              <a:rPr lang="en-US" sz="1867" kern="0" dirty="0">
                <a:solidFill>
                  <a:srgbClr val="FFFFFF"/>
                </a:solidFill>
                <a:latin typeface="Roboto Mono" panose="00000009000000000000" pitchFamily="49" charset="0"/>
                <a:ea typeface="Roboto Mono" panose="00000009000000000000" pitchFamily="49" charset="0"/>
                <a:cs typeface="Arial"/>
                <a:sym typeface="Arial"/>
              </a:rPr>
              <a:t>**</a:t>
            </a:r>
            <a:r>
              <a:rPr lang="en-US" sz="1867" kern="0" dirty="0" err="1">
                <a:solidFill>
                  <a:srgbClr val="FFFFFF"/>
                </a:solidFill>
                <a:latin typeface="Roboto Mono" panose="00000009000000000000" pitchFamily="49" charset="0"/>
                <a:ea typeface="Roboto Mono" panose="00000009000000000000" pitchFamily="49" charset="0"/>
                <a:cs typeface="Arial"/>
                <a:sym typeface="Arial"/>
              </a:rPr>
              <a:t>kwargs</a:t>
            </a:r>
            <a:r>
              <a:rPr lang="en-US" sz="1867" kern="0" dirty="0">
                <a:solidFill>
                  <a:srgbClr val="FFFFFF"/>
                </a:solidFill>
                <a:latin typeface="Roboto Mono" panose="00000009000000000000" pitchFamily="49" charset="0"/>
                <a:ea typeface="Roboto Mono" panose="00000009000000000000" pitchFamily="49" charset="0"/>
                <a:cs typeface="Arial"/>
                <a:sym typeface="Arial"/>
              </a:rPr>
              <a:t> or **</a:t>
            </a:r>
            <a:endParaRPr lang="en-US" sz="1867" kern="0" dirty="0">
              <a:solidFill>
                <a:srgbClr val="8C52FF"/>
              </a:solidFill>
              <a:latin typeface="Roboto Mono" panose="00000009000000000000" pitchFamily="49" charset="0"/>
              <a:ea typeface="Roboto Mono" panose="00000009000000000000" pitchFamily="49" charset="0"/>
              <a:cs typeface="Arial"/>
              <a:sym typeface="Arial"/>
            </a:endParaRPr>
          </a:p>
        </p:txBody>
      </p:sp>
      <p:sp>
        <p:nvSpPr>
          <p:cNvPr id="6" name="Rectangle 1">
            <a:extLst>
              <a:ext uri="{FF2B5EF4-FFF2-40B4-BE49-F238E27FC236}">
                <a16:creationId xmlns:a16="http://schemas.microsoft.com/office/drawing/2014/main" id="{834BE699-A142-3643-ED27-13B15FAC5A9A}"/>
              </a:ext>
            </a:extLst>
          </p:cNvPr>
          <p:cNvSpPr>
            <a:spLocks noChangeArrowheads="1"/>
          </p:cNvSpPr>
          <p:nvPr/>
        </p:nvSpPr>
        <p:spPr bwMode="auto">
          <a:xfrm>
            <a:off x="101600" y="-215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pic>
        <p:nvPicPr>
          <p:cNvPr id="17" name="Picture 16">
            <a:extLst>
              <a:ext uri="{FF2B5EF4-FFF2-40B4-BE49-F238E27FC236}">
                <a16:creationId xmlns:a16="http://schemas.microsoft.com/office/drawing/2014/main" id="{31F09CBA-D859-EB9E-2F47-777AE392F790}"/>
              </a:ext>
            </a:extLst>
          </p:cNvPr>
          <p:cNvPicPr>
            <a:picLocks noChangeAspect="1"/>
          </p:cNvPicPr>
          <p:nvPr/>
        </p:nvPicPr>
        <p:blipFill>
          <a:blip r:embed="rId3"/>
          <a:stretch>
            <a:fillRect/>
          </a:stretch>
        </p:blipFill>
        <p:spPr>
          <a:xfrm>
            <a:off x="2156865" y="3701519"/>
            <a:ext cx="7878271" cy="2335769"/>
          </a:xfrm>
          <a:prstGeom prst="rect">
            <a:avLst/>
          </a:prstGeom>
        </p:spPr>
      </p:pic>
    </p:spTree>
    <p:extLst>
      <p:ext uri="{BB962C8B-B14F-4D97-AF65-F5344CB8AC3E}">
        <p14:creationId xmlns:p14="http://schemas.microsoft.com/office/powerpoint/2010/main" val="4175885998"/>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24042" y="217287"/>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a:solidFill>
            <a:schemeClr val="accent1"/>
          </a:solidFill>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59"/>
            <a:ext cx="10326008" cy="812530"/>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4400" kern="0" dirty="0">
                <a:solidFill>
                  <a:srgbClr val="FFFFFF"/>
                </a:solidFill>
                <a:latin typeface="Courier"/>
                <a:cs typeface="Arial"/>
                <a:sym typeface="Courier"/>
              </a:rPr>
              <a:t>Arbitrary Argument Passing</a:t>
            </a:r>
            <a:endParaRPr sz="4400"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7" name="Rectangle 1">
            <a:extLst>
              <a:ext uri="{FF2B5EF4-FFF2-40B4-BE49-F238E27FC236}">
                <a16:creationId xmlns:a16="http://schemas.microsoft.com/office/drawing/2014/main" id="{20F41085-CE44-7E37-23E2-A522BDCBBFCD}"/>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3" name="Rectangle 1">
            <a:extLst>
              <a:ext uri="{FF2B5EF4-FFF2-40B4-BE49-F238E27FC236}">
                <a16:creationId xmlns:a16="http://schemas.microsoft.com/office/drawing/2014/main" id="{0E9B0D59-3084-D5BA-88A0-D33BADA639E4}"/>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4" name="Rectangle 1">
            <a:extLst>
              <a:ext uri="{FF2B5EF4-FFF2-40B4-BE49-F238E27FC236}">
                <a16:creationId xmlns:a16="http://schemas.microsoft.com/office/drawing/2014/main" id="{23F2007E-42F7-9440-F3A0-FD42A273BA15}"/>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6" name="Rectangle 5">
            <a:extLst>
              <a:ext uri="{FF2B5EF4-FFF2-40B4-BE49-F238E27FC236}">
                <a16:creationId xmlns:a16="http://schemas.microsoft.com/office/drawing/2014/main" id="{9F5FADB2-91AF-D4FA-A045-82F997FBBD17}"/>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5" name="Rectangle 1">
            <a:extLst>
              <a:ext uri="{FF2B5EF4-FFF2-40B4-BE49-F238E27FC236}">
                <a16:creationId xmlns:a16="http://schemas.microsoft.com/office/drawing/2014/main" id="{E6496D04-2116-A83E-095C-4F80A7E97EC5}"/>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9" name="Rectangle 2">
            <a:extLst>
              <a:ext uri="{FF2B5EF4-FFF2-40B4-BE49-F238E27FC236}">
                <a16:creationId xmlns:a16="http://schemas.microsoft.com/office/drawing/2014/main" id="{3E458D6A-E9DB-1287-7EA5-E23645965E69}"/>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2" name="Rectangle 2">
            <a:extLst>
              <a:ext uri="{FF2B5EF4-FFF2-40B4-BE49-F238E27FC236}">
                <a16:creationId xmlns:a16="http://schemas.microsoft.com/office/drawing/2014/main" id="{FBB22B93-F8CC-6F00-52DE-0350807328D2}"/>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3" name="Rectangle 3">
            <a:extLst>
              <a:ext uri="{FF2B5EF4-FFF2-40B4-BE49-F238E27FC236}">
                <a16:creationId xmlns:a16="http://schemas.microsoft.com/office/drawing/2014/main" id="{18B7A569-70FF-9BCA-F988-F9B46A585DE3}"/>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4" name="Rectangle 4">
            <a:extLst>
              <a:ext uri="{FF2B5EF4-FFF2-40B4-BE49-F238E27FC236}">
                <a16:creationId xmlns:a16="http://schemas.microsoft.com/office/drawing/2014/main" id="{2FCDB2EA-91A1-15F5-FC81-BD234CFC7F07}"/>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8" name="Rectangle 1">
            <a:extLst>
              <a:ext uri="{FF2B5EF4-FFF2-40B4-BE49-F238E27FC236}">
                <a16:creationId xmlns:a16="http://schemas.microsoft.com/office/drawing/2014/main" id="{6BB82DA2-17B1-893F-A864-B0D827879492}"/>
              </a:ext>
            </a:extLst>
          </p:cNvPr>
          <p:cNvSpPr>
            <a:spLocks noChangeArrowheads="1"/>
          </p:cNvSpPr>
          <p:nvPr/>
        </p:nvSpPr>
        <p:spPr bwMode="auto">
          <a:xfrm>
            <a:off x="0" y="-123109"/>
            <a:ext cx="6666569"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r>
              <a:rPr lang="en-US" altLang="en-US" sz="1200" kern="0">
                <a:solidFill>
                  <a:srgbClr val="000000"/>
                </a:solidFill>
                <a:latin typeface="Arial" panose="020B0604020202020204" pitchFamily="34" charset="0"/>
                <a:cs typeface="Arial"/>
                <a:sym typeface="Arial"/>
              </a:rPr>
              <a:t>F-strings provide a concise and readable way to embed expressions inside string literals using </a:t>
            </a:r>
            <a:r>
              <a:rPr lang="en-US" altLang="en-US" sz="667" kern="0">
                <a:solidFill>
                  <a:srgbClr val="000000"/>
                </a:solidFill>
                <a:latin typeface="Arial Unicode MS"/>
                <a:cs typeface="Arial"/>
                <a:sym typeface="Arial"/>
              </a:rPr>
              <a:t>{}</a:t>
            </a:r>
            <a:r>
              <a:rPr lang="en-US" altLang="en-US" sz="800" kern="0">
                <a:solidFill>
                  <a:srgbClr val="000000"/>
                </a:solidFill>
                <a:latin typeface="Arial"/>
                <a:cs typeface="Arial"/>
                <a:sym typeface="Arial"/>
              </a:rPr>
              <a:t>. </a:t>
            </a:r>
            <a:endParaRPr lang="en-US" altLang="en-US" sz="1200" kern="0">
              <a:solidFill>
                <a:srgbClr val="000000"/>
              </a:solidFill>
              <a:latin typeface="Arial" panose="020B0604020202020204" pitchFamily="34" charset="0"/>
              <a:cs typeface="Arial"/>
              <a:sym typeface="Arial"/>
            </a:endParaRPr>
          </a:p>
        </p:txBody>
      </p:sp>
      <p:sp>
        <p:nvSpPr>
          <p:cNvPr id="15" name="TextBox 14">
            <a:extLst>
              <a:ext uri="{FF2B5EF4-FFF2-40B4-BE49-F238E27FC236}">
                <a16:creationId xmlns:a16="http://schemas.microsoft.com/office/drawing/2014/main" id="{8DA25672-7638-9F05-96BC-155361E6A7BC}"/>
              </a:ext>
            </a:extLst>
          </p:cNvPr>
          <p:cNvSpPr txBox="1"/>
          <p:nvPr/>
        </p:nvSpPr>
        <p:spPr>
          <a:xfrm>
            <a:off x="997460" y="2484243"/>
            <a:ext cx="10251248" cy="954300"/>
          </a:xfrm>
          <a:prstGeom prst="rect">
            <a:avLst/>
          </a:prstGeom>
          <a:noFill/>
        </p:spPr>
        <p:txBody>
          <a:bodyPr wrap="square">
            <a:spAutoFit/>
          </a:bodyPr>
          <a:lstStyle/>
          <a:p>
            <a:pPr marL="304815" indent="-304815" defTabSz="609630">
              <a:buClr>
                <a:srgbClr val="FFFFFF"/>
              </a:buClr>
              <a:buFont typeface="Arial" panose="020B0604020202020204" pitchFamily="34" charset="0"/>
              <a:buChar char="•"/>
            </a:pPr>
            <a:r>
              <a:rPr lang="en-US" sz="1867" kern="0" dirty="0">
                <a:solidFill>
                  <a:srgbClr val="FFFFFF"/>
                </a:solidFill>
                <a:latin typeface="Roboto Mono" panose="00000009000000000000" pitchFamily="49" charset="0"/>
                <a:ea typeface="Roboto Mono" panose="00000009000000000000" pitchFamily="49" charset="0"/>
                <a:cs typeface="Arial"/>
                <a:sym typeface="Arial"/>
              </a:rPr>
              <a:t>Parameter that will pack all arguments into a tuple</a:t>
            </a:r>
          </a:p>
          <a:p>
            <a:pPr marL="304815" indent="-304815" defTabSz="609630">
              <a:buClr>
                <a:srgbClr val="FFFFFF"/>
              </a:buClr>
              <a:buFont typeface="Arial" panose="020B0604020202020204" pitchFamily="34" charset="0"/>
              <a:buChar char="•"/>
            </a:pPr>
            <a:r>
              <a:rPr lang="en-US" sz="1867" kern="0" dirty="0">
                <a:solidFill>
                  <a:srgbClr val="FFFFFF"/>
                </a:solidFill>
                <a:latin typeface="Roboto Mono" panose="00000009000000000000" pitchFamily="49" charset="0"/>
                <a:ea typeface="Roboto Mono" panose="00000009000000000000" pitchFamily="49" charset="0"/>
                <a:cs typeface="Arial"/>
                <a:sym typeface="Arial"/>
              </a:rPr>
              <a:t>Useful so that a function can accept a varying amount of argument</a:t>
            </a:r>
          </a:p>
          <a:p>
            <a:pPr marL="304815" indent="-304815" defTabSz="609630">
              <a:buClr>
                <a:srgbClr val="FFFFFF"/>
              </a:buClr>
              <a:buFont typeface="Arial" panose="020B0604020202020204" pitchFamily="34" charset="0"/>
              <a:buChar char="•"/>
            </a:pPr>
            <a:r>
              <a:rPr lang="en-US" sz="1867" kern="0" dirty="0">
                <a:solidFill>
                  <a:srgbClr val="8C52FF"/>
                </a:solidFill>
                <a:latin typeface="Roboto Mono" panose="00000009000000000000" pitchFamily="49" charset="0"/>
                <a:ea typeface="Roboto Mono" panose="00000009000000000000" pitchFamily="49" charset="0"/>
                <a:cs typeface="Arial"/>
                <a:sym typeface="Arial"/>
              </a:rPr>
              <a:t>*</a:t>
            </a:r>
            <a:r>
              <a:rPr lang="en-US" sz="1867" kern="0" dirty="0" err="1">
                <a:solidFill>
                  <a:srgbClr val="8C52FF"/>
                </a:solidFill>
                <a:latin typeface="Roboto Mono" panose="00000009000000000000" pitchFamily="49" charset="0"/>
                <a:ea typeface="Roboto Mono" panose="00000009000000000000" pitchFamily="49" charset="0"/>
                <a:cs typeface="Arial"/>
                <a:sym typeface="Arial"/>
              </a:rPr>
              <a:t>args</a:t>
            </a:r>
            <a:endParaRPr lang="en-US" sz="1867" kern="0" dirty="0">
              <a:solidFill>
                <a:srgbClr val="8C52FF"/>
              </a:solidFill>
              <a:latin typeface="Roboto Mono" panose="00000009000000000000" pitchFamily="49" charset="0"/>
              <a:ea typeface="Roboto Mono" panose="00000009000000000000" pitchFamily="49" charset="0"/>
              <a:cs typeface="Arial"/>
              <a:sym typeface="Arial"/>
            </a:endParaRPr>
          </a:p>
        </p:txBody>
      </p:sp>
      <p:sp>
        <p:nvSpPr>
          <p:cNvPr id="6" name="Rectangle 1">
            <a:extLst>
              <a:ext uri="{FF2B5EF4-FFF2-40B4-BE49-F238E27FC236}">
                <a16:creationId xmlns:a16="http://schemas.microsoft.com/office/drawing/2014/main" id="{834BE699-A142-3643-ED27-13B15FAC5A9A}"/>
              </a:ext>
            </a:extLst>
          </p:cNvPr>
          <p:cNvSpPr>
            <a:spLocks noChangeArrowheads="1"/>
          </p:cNvSpPr>
          <p:nvPr/>
        </p:nvSpPr>
        <p:spPr bwMode="auto">
          <a:xfrm>
            <a:off x="101600" y="-215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pic>
        <p:nvPicPr>
          <p:cNvPr id="11" name="Picture 10">
            <a:extLst>
              <a:ext uri="{FF2B5EF4-FFF2-40B4-BE49-F238E27FC236}">
                <a16:creationId xmlns:a16="http://schemas.microsoft.com/office/drawing/2014/main" id="{BCFF294E-78E2-7C80-AE55-6BB216E80689}"/>
              </a:ext>
            </a:extLst>
          </p:cNvPr>
          <p:cNvPicPr>
            <a:picLocks noChangeAspect="1"/>
          </p:cNvPicPr>
          <p:nvPr/>
        </p:nvPicPr>
        <p:blipFill>
          <a:blip r:embed="rId3"/>
          <a:stretch>
            <a:fillRect/>
          </a:stretch>
        </p:blipFill>
        <p:spPr>
          <a:xfrm>
            <a:off x="3965746" y="3368724"/>
            <a:ext cx="3222454" cy="2827364"/>
          </a:xfrm>
          <a:prstGeom prst="rect">
            <a:avLst/>
          </a:prstGeom>
        </p:spPr>
      </p:pic>
    </p:spTree>
    <p:extLst>
      <p:ext uri="{BB962C8B-B14F-4D97-AF65-F5344CB8AC3E}">
        <p14:creationId xmlns:p14="http://schemas.microsoft.com/office/powerpoint/2010/main" val="3729274916"/>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24042" y="217287"/>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a:solidFill>
            <a:schemeClr val="accent1"/>
          </a:solidFill>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59"/>
            <a:ext cx="10326008" cy="812530"/>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4400" kern="0" dirty="0">
                <a:solidFill>
                  <a:srgbClr val="FFFFFF"/>
                </a:solidFill>
                <a:latin typeface="Courier"/>
                <a:cs typeface="Arial"/>
                <a:sym typeface="Courier"/>
              </a:rPr>
              <a:t>Return Instruction</a:t>
            </a:r>
            <a:endParaRPr sz="4400"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7" name="Rectangle 1">
            <a:extLst>
              <a:ext uri="{FF2B5EF4-FFF2-40B4-BE49-F238E27FC236}">
                <a16:creationId xmlns:a16="http://schemas.microsoft.com/office/drawing/2014/main" id="{20F41085-CE44-7E37-23E2-A522BDCBBFCD}"/>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3" name="Rectangle 1">
            <a:extLst>
              <a:ext uri="{FF2B5EF4-FFF2-40B4-BE49-F238E27FC236}">
                <a16:creationId xmlns:a16="http://schemas.microsoft.com/office/drawing/2014/main" id="{0E9B0D59-3084-D5BA-88A0-D33BADA639E4}"/>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4" name="Rectangle 1">
            <a:extLst>
              <a:ext uri="{FF2B5EF4-FFF2-40B4-BE49-F238E27FC236}">
                <a16:creationId xmlns:a16="http://schemas.microsoft.com/office/drawing/2014/main" id="{23F2007E-42F7-9440-F3A0-FD42A273BA15}"/>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6" name="Rectangle 5">
            <a:extLst>
              <a:ext uri="{FF2B5EF4-FFF2-40B4-BE49-F238E27FC236}">
                <a16:creationId xmlns:a16="http://schemas.microsoft.com/office/drawing/2014/main" id="{9F5FADB2-91AF-D4FA-A045-82F997FBBD17}"/>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5" name="Rectangle 1">
            <a:extLst>
              <a:ext uri="{FF2B5EF4-FFF2-40B4-BE49-F238E27FC236}">
                <a16:creationId xmlns:a16="http://schemas.microsoft.com/office/drawing/2014/main" id="{E6496D04-2116-A83E-095C-4F80A7E97EC5}"/>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9" name="Rectangle 2">
            <a:extLst>
              <a:ext uri="{FF2B5EF4-FFF2-40B4-BE49-F238E27FC236}">
                <a16:creationId xmlns:a16="http://schemas.microsoft.com/office/drawing/2014/main" id="{3E458D6A-E9DB-1287-7EA5-E23645965E69}"/>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2" name="Rectangle 2">
            <a:extLst>
              <a:ext uri="{FF2B5EF4-FFF2-40B4-BE49-F238E27FC236}">
                <a16:creationId xmlns:a16="http://schemas.microsoft.com/office/drawing/2014/main" id="{FBB22B93-F8CC-6F00-52DE-0350807328D2}"/>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3" name="Rectangle 3">
            <a:extLst>
              <a:ext uri="{FF2B5EF4-FFF2-40B4-BE49-F238E27FC236}">
                <a16:creationId xmlns:a16="http://schemas.microsoft.com/office/drawing/2014/main" id="{18B7A569-70FF-9BCA-F988-F9B46A585DE3}"/>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4" name="Rectangle 4">
            <a:extLst>
              <a:ext uri="{FF2B5EF4-FFF2-40B4-BE49-F238E27FC236}">
                <a16:creationId xmlns:a16="http://schemas.microsoft.com/office/drawing/2014/main" id="{2FCDB2EA-91A1-15F5-FC81-BD234CFC7F07}"/>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15" name="TextBox 14">
            <a:extLst>
              <a:ext uri="{FF2B5EF4-FFF2-40B4-BE49-F238E27FC236}">
                <a16:creationId xmlns:a16="http://schemas.microsoft.com/office/drawing/2014/main" id="{8DA25672-7638-9F05-96BC-155361E6A7BC}"/>
              </a:ext>
            </a:extLst>
          </p:cNvPr>
          <p:cNvSpPr txBox="1"/>
          <p:nvPr/>
        </p:nvSpPr>
        <p:spPr>
          <a:xfrm>
            <a:off x="997460" y="2484243"/>
            <a:ext cx="10251248" cy="1816266"/>
          </a:xfrm>
          <a:prstGeom prst="rect">
            <a:avLst/>
          </a:prstGeom>
          <a:noFill/>
        </p:spPr>
        <p:txBody>
          <a:bodyPr wrap="square">
            <a:spAutoFit/>
          </a:bodyPr>
          <a:lstStyle/>
          <a:p>
            <a:pPr marL="304815" indent="-304815" defTabSz="609630">
              <a:buClr>
                <a:srgbClr val="FFFFFF"/>
              </a:buClr>
              <a:buFont typeface="Arial" panose="020B0604020202020204" pitchFamily="34" charset="0"/>
              <a:buChar char="•"/>
            </a:pPr>
            <a:r>
              <a:rPr lang="en-US" sz="1867" kern="0" dirty="0">
                <a:solidFill>
                  <a:srgbClr val="FFFFFF"/>
                </a:solidFill>
                <a:latin typeface="Roboto Mono" panose="00000009000000000000" pitchFamily="49" charset="0"/>
                <a:ea typeface="Roboto Mono" panose="00000009000000000000" pitchFamily="49" charset="0"/>
                <a:cs typeface="Arial"/>
                <a:sym typeface="Arial"/>
              </a:rPr>
              <a:t>To get </a:t>
            </a:r>
            <a:r>
              <a:rPr lang="en-US" sz="1867" kern="0" dirty="0">
                <a:solidFill>
                  <a:srgbClr val="8C52FF"/>
                </a:solidFill>
                <a:latin typeface="Roboto Mono" panose="00000009000000000000" pitchFamily="49" charset="0"/>
                <a:ea typeface="Roboto Mono" panose="00000009000000000000" pitchFamily="49" charset="0"/>
                <a:cs typeface="Arial"/>
                <a:sym typeface="Arial"/>
              </a:rPr>
              <a:t>functions to return a value </a:t>
            </a:r>
            <a:r>
              <a:rPr lang="en-US" sz="1867" kern="0" dirty="0">
                <a:solidFill>
                  <a:srgbClr val="FFFFFF"/>
                </a:solidFill>
                <a:latin typeface="Roboto Mono" panose="00000009000000000000" pitchFamily="49" charset="0"/>
                <a:ea typeface="Roboto Mono" panose="00000009000000000000" pitchFamily="49" charset="0"/>
                <a:cs typeface="Arial"/>
                <a:sym typeface="Arial"/>
              </a:rPr>
              <a:t>(but not only for this purpose) you use the return instruction. </a:t>
            </a:r>
          </a:p>
          <a:p>
            <a:pPr marL="304815" indent="-304815" defTabSz="609630">
              <a:buClr>
                <a:srgbClr val="FFFFFF"/>
              </a:buClr>
              <a:buFont typeface="Arial" panose="020B0604020202020204" pitchFamily="34" charset="0"/>
              <a:buChar char="•"/>
            </a:pPr>
            <a:endParaRPr lang="en-US" sz="1867" kern="0" dirty="0">
              <a:solidFill>
                <a:srgbClr val="FFFFFF"/>
              </a:solidFill>
              <a:latin typeface="Roboto Mono" panose="00000009000000000000" pitchFamily="49" charset="0"/>
              <a:ea typeface="Roboto Mono" panose="00000009000000000000" pitchFamily="49" charset="0"/>
              <a:cs typeface="Arial"/>
              <a:sym typeface="Arial"/>
            </a:endParaRPr>
          </a:p>
          <a:p>
            <a:pPr marL="304815" indent="-304815" defTabSz="609630">
              <a:buClr>
                <a:srgbClr val="FFFFFF"/>
              </a:buClr>
              <a:buFont typeface="Arial" panose="020B0604020202020204" pitchFamily="34" charset="0"/>
              <a:buChar char="•"/>
            </a:pPr>
            <a:r>
              <a:rPr lang="en-US" sz="1867" kern="0" dirty="0">
                <a:solidFill>
                  <a:srgbClr val="FFFFFF"/>
                </a:solidFill>
                <a:latin typeface="Roboto Mono" panose="00000009000000000000" pitchFamily="49" charset="0"/>
                <a:ea typeface="Roboto Mono" panose="00000009000000000000" pitchFamily="49" charset="0"/>
                <a:cs typeface="Arial"/>
                <a:sym typeface="Arial"/>
              </a:rPr>
              <a:t>There is 2 variant return without expression and return with expression</a:t>
            </a:r>
          </a:p>
          <a:p>
            <a:pPr marL="304815" indent="-304815" defTabSz="609630">
              <a:buClr>
                <a:srgbClr val="FFFFFF"/>
              </a:buClr>
              <a:buFont typeface="Arial" panose="020B0604020202020204" pitchFamily="34" charset="0"/>
              <a:buChar char="•"/>
            </a:pPr>
            <a:endParaRPr lang="en-US" sz="1867" kern="0" dirty="0">
              <a:solidFill>
                <a:srgbClr val="FFFFFF"/>
              </a:solidFill>
              <a:latin typeface="Roboto Mono" panose="00000009000000000000" pitchFamily="49" charset="0"/>
              <a:ea typeface="Roboto Mono" panose="00000009000000000000" pitchFamily="49" charset="0"/>
              <a:cs typeface="Arial"/>
              <a:sym typeface="Arial"/>
            </a:endParaRPr>
          </a:p>
        </p:txBody>
      </p:sp>
      <p:sp>
        <p:nvSpPr>
          <p:cNvPr id="6" name="Rectangle 1">
            <a:extLst>
              <a:ext uri="{FF2B5EF4-FFF2-40B4-BE49-F238E27FC236}">
                <a16:creationId xmlns:a16="http://schemas.microsoft.com/office/drawing/2014/main" id="{834BE699-A142-3643-ED27-13B15FAC5A9A}"/>
              </a:ext>
            </a:extLst>
          </p:cNvPr>
          <p:cNvSpPr>
            <a:spLocks noChangeArrowheads="1"/>
          </p:cNvSpPr>
          <p:nvPr/>
        </p:nvSpPr>
        <p:spPr bwMode="auto">
          <a:xfrm>
            <a:off x="101600" y="-215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18" name="Rectangle 1">
            <a:extLst>
              <a:ext uri="{FF2B5EF4-FFF2-40B4-BE49-F238E27FC236}">
                <a16:creationId xmlns:a16="http://schemas.microsoft.com/office/drawing/2014/main" id="{68B6071E-B02C-CB9F-9873-85DEFE5EBD15}"/>
              </a:ext>
            </a:extLst>
          </p:cNvPr>
          <p:cNvSpPr>
            <a:spLocks noChangeArrowheads="1"/>
          </p:cNvSpPr>
          <p:nvPr/>
        </p:nvSpPr>
        <p:spPr bwMode="auto">
          <a:xfrm>
            <a:off x="101600" y="-215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9" name="Rectangle 2">
            <a:extLst>
              <a:ext uri="{FF2B5EF4-FFF2-40B4-BE49-F238E27FC236}">
                <a16:creationId xmlns:a16="http://schemas.microsoft.com/office/drawing/2014/main" id="{E396CFEC-3814-BDB2-AC35-5EADAB7AE311}"/>
              </a:ext>
            </a:extLst>
          </p:cNvPr>
          <p:cNvSpPr>
            <a:spLocks noChangeArrowheads="1"/>
          </p:cNvSpPr>
          <p:nvPr/>
        </p:nvSpPr>
        <p:spPr bwMode="auto">
          <a:xfrm>
            <a:off x="1" y="-112882"/>
            <a:ext cx="4084131" cy="22576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r>
              <a:rPr lang="en-US" altLang="en-US" sz="667" kern="0">
                <a:solidFill>
                  <a:srgbClr val="222222"/>
                </a:solidFill>
                <a:latin typeface="Open Sans" panose="020B0606030504020204" pitchFamily="34" charset="0"/>
                <a:cs typeface="Open Sans" panose="020B0606030504020204" pitchFamily="34" charset="0"/>
                <a:sym typeface="Arial"/>
              </a:rPr>
              <a:t>To get </a:t>
            </a:r>
            <a:r>
              <a:rPr lang="en-US" altLang="en-US" sz="667" b="1" kern="0">
                <a:solidFill>
                  <a:srgbClr val="222222"/>
                </a:solidFill>
                <a:latin typeface="Open Sans" panose="020B0606030504020204" pitchFamily="34" charset="0"/>
                <a:cs typeface="Open Sans" panose="020B0606030504020204" pitchFamily="34" charset="0"/>
                <a:sym typeface="Arial"/>
              </a:rPr>
              <a:t>functions to return a value</a:t>
            </a:r>
            <a:r>
              <a:rPr lang="en-US" altLang="en-US" sz="667" kern="0">
                <a:solidFill>
                  <a:srgbClr val="222222"/>
                </a:solidFill>
                <a:latin typeface="Open Sans" panose="020B0606030504020204" pitchFamily="34" charset="0"/>
                <a:cs typeface="Open Sans" panose="020B0606030504020204" pitchFamily="34" charset="0"/>
                <a:sym typeface="Arial"/>
              </a:rPr>
              <a:t> (but not only for this purpose) you use the </a:t>
            </a:r>
            <a:r>
              <a:rPr lang="en-US" altLang="en-US" sz="667" kern="0">
                <a:solidFill>
                  <a:srgbClr val="333333"/>
                </a:solidFill>
                <a:latin typeface="Courier New" panose="02070309020205020404" pitchFamily="49" charset="0"/>
                <a:cs typeface="Courier New" panose="02070309020205020404" pitchFamily="49" charset="0"/>
                <a:sym typeface="Arial"/>
              </a:rPr>
              <a:t>return</a:t>
            </a:r>
            <a:r>
              <a:rPr lang="en-US" altLang="en-US" sz="667" kern="0">
                <a:solidFill>
                  <a:srgbClr val="222222"/>
                </a:solidFill>
                <a:latin typeface="Open Sans" panose="020B0606030504020204" pitchFamily="34" charset="0"/>
                <a:cs typeface="Open Sans" panose="020B0606030504020204" pitchFamily="34" charset="0"/>
                <a:sym typeface="Arial"/>
              </a:rPr>
              <a:t> instruction.</a:t>
            </a:r>
            <a:r>
              <a:rPr lang="en-US" altLang="en-US" sz="1067" kern="0">
                <a:solidFill>
                  <a:srgbClr val="000000"/>
                </a:solidFill>
                <a:cs typeface="Arial"/>
                <a:sym typeface="Arial"/>
              </a:rPr>
              <a:t> </a:t>
            </a:r>
            <a:endParaRPr lang="en-US" altLang="en-US" sz="1200" kern="0">
              <a:solidFill>
                <a:srgbClr val="000000"/>
              </a:solidFill>
              <a:cs typeface="Arial"/>
              <a:sym typeface="Arial"/>
            </a:endParaRPr>
          </a:p>
        </p:txBody>
      </p:sp>
    </p:spTree>
    <p:extLst>
      <p:ext uri="{BB962C8B-B14F-4D97-AF65-F5344CB8AC3E}">
        <p14:creationId xmlns:p14="http://schemas.microsoft.com/office/powerpoint/2010/main" val="2824473042"/>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24042" y="217287"/>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a:solidFill>
            <a:schemeClr val="accent1"/>
          </a:solidFill>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59"/>
            <a:ext cx="10326008" cy="812530"/>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4400" kern="0" dirty="0">
                <a:solidFill>
                  <a:srgbClr val="FFFFFF"/>
                </a:solidFill>
                <a:latin typeface="Courier"/>
                <a:cs typeface="Arial"/>
                <a:sym typeface="Courier"/>
              </a:rPr>
              <a:t>Return Instruction</a:t>
            </a:r>
            <a:endParaRPr sz="4400"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7" name="Rectangle 1">
            <a:extLst>
              <a:ext uri="{FF2B5EF4-FFF2-40B4-BE49-F238E27FC236}">
                <a16:creationId xmlns:a16="http://schemas.microsoft.com/office/drawing/2014/main" id="{20F41085-CE44-7E37-23E2-A522BDCBBFCD}"/>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3" name="Rectangle 1">
            <a:extLst>
              <a:ext uri="{FF2B5EF4-FFF2-40B4-BE49-F238E27FC236}">
                <a16:creationId xmlns:a16="http://schemas.microsoft.com/office/drawing/2014/main" id="{0E9B0D59-3084-D5BA-88A0-D33BADA639E4}"/>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4" name="Rectangle 1">
            <a:extLst>
              <a:ext uri="{FF2B5EF4-FFF2-40B4-BE49-F238E27FC236}">
                <a16:creationId xmlns:a16="http://schemas.microsoft.com/office/drawing/2014/main" id="{23F2007E-42F7-9440-F3A0-FD42A273BA15}"/>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6" name="Rectangle 5">
            <a:extLst>
              <a:ext uri="{FF2B5EF4-FFF2-40B4-BE49-F238E27FC236}">
                <a16:creationId xmlns:a16="http://schemas.microsoft.com/office/drawing/2014/main" id="{9F5FADB2-91AF-D4FA-A045-82F997FBBD17}"/>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5" name="Rectangle 1">
            <a:extLst>
              <a:ext uri="{FF2B5EF4-FFF2-40B4-BE49-F238E27FC236}">
                <a16:creationId xmlns:a16="http://schemas.microsoft.com/office/drawing/2014/main" id="{E6496D04-2116-A83E-095C-4F80A7E97EC5}"/>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9" name="Rectangle 2">
            <a:extLst>
              <a:ext uri="{FF2B5EF4-FFF2-40B4-BE49-F238E27FC236}">
                <a16:creationId xmlns:a16="http://schemas.microsoft.com/office/drawing/2014/main" id="{3E458D6A-E9DB-1287-7EA5-E23645965E69}"/>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2" name="Rectangle 2">
            <a:extLst>
              <a:ext uri="{FF2B5EF4-FFF2-40B4-BE49-F238E27FC236}">
                <a16:creationId xmlns:a16="http://schemas.microsoft.com/office/drawing/2014/main" id="{FBB22B93-F8CC-6F00-52DE-0350807328D2}"/>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3" name="Rectangle 3">
            <a:extLst>
              <a:ext uri="{FF2B5EF4-FFF2-40B4-BE49-F238E27FC236}">
                <a16:creationId xmlns:a16="http://schemas.microsoft.com/office/drawing/2014/main" id="{18B7A569-70FF-9BCA-F988-F9B46A585DE3}"/>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4" name="Rectangle 4">
            <a:extLst>
              <a:ext uri="{FF2B5EF4-FFF2-40B4-BE49-F238E27FC236}">
                <a16:creationId xmlns:a16="http://schemas.microsoft.com/office/drawing/2014/main" id="{2FCDB2EA-91A1-15F5-FC81-BD234CFC7F07}"/>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15" name="TextBox 14">
            <a:extLst>
              <a:ext uri="{FF2B5EF4-FFF2-40B4-BE49-F238E27FC236}">
                <a16:creationId xmlns:a16="http://schemas.microsoft.com/office/drawing/2014/main" id="{8DA25672-7638-9F05-96BC-155361E6A7BC}"/>
              </a:ext>
            </a:extLst>
          </p:cNvPr>
          <p:cNvSpPr txBox="1"/>
          <p:nvPr/>
        </p:nvSpPr>
        <p:spPr>
          <a:xfrm>
            <a:off x="997460" y="2484243"/>
            <a:ext cx="10251248" cy="1528945"/>
          </a:xfrm>
          <a:prstGeom prst="rect">
            <a:avLst/>
          </a:prstGeom>
          <a:noFill/>
        </p:spPr>
        <p:txBody>
          <a:bodyPr wrap="square">
            <a:spAutoFit/>
          </a:bodyPr>
          <a:lstStyle/>
          <a:p>
            <a:pPr defTabSz="609630">
              <a:buClr>
                <a:srgbClr val="FFFFFF"/>
              </a:buClr>
            </a:pPr>
            <a:r>
              <a:rPr lang="en-US" sz="1867" kern="0" dirty="0">
                <a:solidFill>
                  <a:srgbClr val="FFFFFF"/>
                </a:solidFill>
                <a:latin typeface="Roboto Mono" panose="00000009000000000000" pitchFamily="49" charset="0"/>
                <a:ea typeface="Roboto Mono" panose="00000009000000000000" pitchFamily="49" charset="0"/>
                <a:cs typeface="Arial"/>
                <a:sym typeface="Arial"/>
              </a:rPr>
              <a:t>Return without expression</a:t>
            </a:r>
          </a:p>
          <a:p>
            <a:pPr defTabSz="609630">
              <a:buClr>
                <a:srgbClr val="FFFFFF"/>
              </a:buClr>
            </a:pPr>
            <a:endParaRPr lang="en-US" sz="1867" kern="0" dirty="0">
              <a:solidFill>
                <a:srgbClr val="FFFFFF"/>
              </a:solidFill>
              <a:latin typeface="Roboto Mono" panose="00000009000000000000" pitchFamily="49" charset="0"/>
              <a:ea typeface="Roboto Mono" panose="00000009000000000000" pitchFamily="49" charset="0"/>
              <a:cs typeface="Arial"/>
              <a:sym typeface="Arial"/>
            </a:endParaRPr>
          </a:p>
          <a:p>
            <a:pPr defTabSz="609630">
              <a:buClr>
                <a:srgbClr val="FFFFFF"/>
              </a:buClr>
            </a:pPr>
            <a:r>
              <a:rPr lang="en-US" sz="1867" kern="0" dirty="0">
                <a:solidFill>
                  <a:srgbClr val="FFFFFF"/>
                </a:solidFill>
                <a:latin typeface="Roboto Mono" panose="00000009000000000000" pitchFamily="49" charset="0"/>
                <a:ea typeface="Roboto Mono" panose="00000009000000000000" pitchFamily="49" charset="0"/>
                <a:cs typeface="Arial"/>
                <a:sym typeface="Arial"/>
              </a:rPr>
              <a:t>When used inside a function, it causes the </a:t>
            </a:r>
            <a:r>
              <a:rPr lang="en-US" sz="1867" kern="0" dirty="0">
                <a:solidFill>
                  <a:srgbClr val="8C52FF"/>
                </a:solidFill>
                <a:latin typeface="Roboto Mono" panose="00000009000000000000" pitchFamily="49" charset="0"/>
                <a:ea typeface="Roboto Mono" panose="00000009000000000000" pitchFamily="49" charset="0"/>
                <a:cs typeface="Arial"/>
                <a:sym typeface="Arial"/>
              </a:rPr>
              <a:t>immediate termination of the function's execution, and an instant return (hence the name) to the point of invocation.</a:t>
            </a:r>
          </a:p>
        </p:txBody>
      </p:sp>
      <p:sp>
        <p:nvSpPr>
          <p:cNvPr id="6" name="Rectangle 1">
            <a:extLst>
              <a:ext uri="{FF2B5EF4-FFF2-40B4-BE49-F238E27FC236}">
                <a16:creationId xmlns:a16="http://schemas.microsoft.com/office/drawing/2014/main" id="{834BE699-A142-3643-ED27-13B15FAC5A9A}"/>
              </a:ext>
            </a:extLst>
          </p:cNvPr>
          <p:cNvSpPr>
            <a:spLocks noChangeArrowheads="1"/>
          </p:cNvSpPr>
          <p:nvPr/>
        </p:nvSpPr>
        <p:spPr bwMode="auto">
          <a:xfrm>
            <a:off x="101600" y="-215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18" name="Rectangle 1">
            <a:extLst>
              <a:ext uri="{FF2B5EF4-FFF2-40B4-BE49-F238E27FC236}">
                <a16:creationId xmlns:a16="http://schemas.microsoft.com/office/drawing/2014/main" id="{68B6071E-B02C-CB9F-9873-85DEFE5EBD15}"/>
              </a:ext>
            </a:extLst>
          </p:cNvPr>
          <p:cNvSpPr>
            <a:spLocks noChangeArrowheads="1"/>
          </p:cNvSpPr>
          <p:nvPr/>
        </p:nvSpPr>
        <p:spPr bwMode="auto">
          <a:xfrm>
            <a:off x="101600" y="-215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9" name="Rectangle 2">
            <a:extLst>
              <a:ext uri="{FF2B5EF4-FFF2-40B4-BE49-F238E27FC236}">
                <a16:creationId xmlns:a16="http://schemas.microsoft.com/office/drawing/2014/main" id="{E396CFEC-3814-BDB2-AC35-5EADAB7AE311}"/>
              </a:ext>
            </a:extLst>
          </p:cNvPr>
          <p:cNvSpPr>
            <a:spLocks noChangeArrowheads="1"/>
          </p:cNvSpPr>
          <p:nvPr/>
        </p:nvSpPr>
        <p:spPr bwMode="auto">
          <a:xfrm>
            <a:off x="1" y="-112882"/>
            <a:ext cx="4084131" cy="22576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r>
              <a:rPr lang="en-US" altLang="en-US" sz="667" kern="0">
                <a:solidFill>
                  <a:srgbClr val="222222"/>
                </a:solidFill>
                <a:latin typeface="Open Sans" panose="020B0606030504020204" pitchFamily="34" charset="0"/>
                <a:cs typeface="Open Sans" panose="020B0606030504020204" pitchFamily="34" charset="0"/>
                <a:sym typeface="Arial"/>
              </a:rPr>
              <a:t>To get </a:t>
            </a:r>
            <a:r>
              <a:rPr lang="en-US" altLang="en-US" sz="667" b="1" kern="0">
                <a:solidFill>
                  <a:srgbClr val="222222"/>
                </a:solidFill>
                <a:latin typeface="Open Sans" panose="020B0606030504020204" pitchFamily="34" charset="0"/>
                <a:cs typeface="Open Sans" panose="020B0606030504020204" pitchFamily="34" charset="0"/>
                <a:sym typeface="Arial"/>
              </a:rPr>
              <a:t>functions to return a value</a:t>
            </a:r>
            <a:r>
              <a:rPr lang="en-US" altLang="en-US" sz="667" kern="0">
                <a:solidFill>
                  <a:srgbClr val="222222"/>
                </a:solidFill>
                <a:latin typeface="Open Sans" panose="020B0606030504020204" pitchFamily="34" charset="0"/>
                <a:cs typeface="Open Sans" panose="020B0606030504020204" pitchFamily="34" charset="0"/>
                <a:sym typeface="Arial"/>
              </a:rPr>
              <a:t> (but not only for this purpose) you use the </a:t>
            </a:r>
            <a:r>
              <a:rPr lang="en-US" altLang="en-US" sz="667" kern="0">
                <a:solidFill>
                  <a:srgbClr val="333333"/>
                </a:solidFill>
                <a:latin typeface="Courier New" panose="02070309020205020404" pitchFamily="49" charset="0"/>
                <a:cs typeface="Courier New" panose="02070309020205020404" pitchFamily="49" charset="0"/>
                <a:sym typeface="Arial"/>
              </a:rPr>
              <a:t>return</a:t>
            </a:r>
            <a:r>
              <a:rPr lang="en-US" altLang="en-US" sz="667" kern="0">
                <a:solidFill>
                  <a:srgbClr val="222222"/>
                </a:solidFill>
                <a:latin typeface="Open Sans" panose="020B0606030504020204" pitchFamily="34" charset="0"/>
                <a:cs typeface="Open Sans" panose="020B0606030504020204" pitchFamily="34" charset="0"/>
                <a:sym typeface="Arial"/>
              </a:rPr>
              <a:t> instruction.</a:t>
            </a:r>
            <a:r>
              <a:rPr lang="en-US" altLang="en-US" sz="1067" kern="0">
                <a:solidFill>
                  <a:srgbClr val="000000"/>
                </a:solidFill>
                <a:cs typeface="Arial"/>
                <a:sym typeface="Arial"/>
              </a:rPr>
              <a:t> </a:t>
            </a:r>
            <a:endParaRPr lang="en-US" altLang="en-US" sz="1200" kern="0">
              <a:solidFill>
                <a:srgbClr val="000000"/>
              </a:solidFill>
              <a:cs typeface="Arial"/>
              <a:sym typeface="Arial"/>
            </a:endParaRPr>
          </a:p>
        </p:txBody>
      </p:sp>
      <p:pic>
        <p:nvPicPr>
          <p:cNvPr id="21" name="Picture 20" descr="A white screen with black text&#10;&#10;Description automatically generated">
            <a:extLst>
              <a:ext uri="{FF2B5EF4-FFF2-40B4-BE49-F238E27FC236}">
                <a16:creationId xmlns:a16="http://schemas.microsoft.com/office/drawing/2014/main" id="{2C649759-8474-4691-25A0-5CC1FD3CF8ED}"/>
              </a:ext>
            </a:extLst>
          </p:cNvPr>
          <p:cNvPicPr>
            <a:picLocks noChangeAspect="1"/>
          </p:cNvPicPr>
          <p:nvPr/>
        </p:nvPicPr>
        <p:blipFill>
          <a:blip r:embed="rId3"/>
          <a:stretch>
            <a:fillRect/>
          </a:stretch>
        </p:blipFill>
        <p:spPr>
          <a:xfrm>
            <a:off x="2971988" y="4102640"/>
            <a:ext cx="6248025" cy="2244661"/>
          </a:xfrm>
          <a:prstGeom prst="rect">
            <a:avLst/>
          </a:prstGeom>
        </p:spPr>
      </p:pic>
    </p:spTree>
    <p:extLst>
      <p:ext uri="{BB962C8B-B14F-4D97-AF65-F5344CB8AC3E}">
        <p14:creationId xmlns:p14="http://schemas.microsoft.com/office/powerpoint/2010/main" val="3517506824"/>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24042" y="217287"/>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a:solidFill>
            <a:schemeClr val="accent1"/>
          </a:solidFill>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59"/>
            <a:ext cx="10326008" cy="812530"/>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4400" kern="0" dirty="0">
                <a:solidFill>
                  <a:srgbClr val="FFFFFF"/>
                </a:solidFill>
                <a:latin typeface="Courier"/>
                <a:cs typeface="Arial"/>
                <a:sym typeface="Courier"/>
              </a:rPr>
              <a:t>Return Instruction</a:t>
            </a:r>
            <a:endParaRPr sz="4400"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7" name="Rectangle 1">
            <a:extLst>
              <a:ext uri="{FF2B5EF4-FFF2-40B4-BE49-F238E27FC236}">
                <a16:creationId xmlns:a16="http://schemas.microsoft.com/office/drawing/2014/main" id="{20F41085-CE44-7E37-23E2-A522BDCBBFCD}"/>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3" name="Rectangle 1">
            <a:extLst>
              <a:ext uri="{FF2B5EF4-FFF2-40B4-BE49-F238E27FC236}">
                <a16:creationId xmlns:a16="http://schemas.microsoft.com/office/drawing/2014/main" id="{0E9B0D59-3084-D5BA-88A0-D33BADA639E4}"/>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4" name="Rectangle 1">
            <a:extLst>
              <a:ext uri="{FF2B5EF4-FFF2-40B4-BE49-F238E27FC236}">
                <a16:creationId xmlns:a16="http://schemas.microsoft.com/office/drawing/2014/main" id="{23F2007E-42F7-9440-F3A0-FD42A273BA15}"/>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6" name="Rectangle 5">
            <a:extLst>
              <a:ext uri="{FF2B5EF4-FFF2-40B4-BE49-F238E27FC236}">
                <a16:creationId xmlns:a16="http://schemas.microsoft.com/office/drawing/2014/main" id="{9F5FADB2-91AF-D4FA-A045-82F997FBBD17}"/>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5" name="Rectangle 1">
            <a:extLst>
              <a:ext uri="{FF2B5EF4-FFF2-40B4-BE49-F238E27FC236}">
                <a16:creationId xmlns:a16="http://schemas.microsoft.com/office/drawing/2014/main" id="{E6496D04-2116-A83E-095C-4F80A7E97EC5}"/>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9" name="Rectangle 2">
            <a:extLst>
              <a:ext uri="{FF2B5EF4-FFF2-40B4-BE49-F238E27FC236}">
                <a16:creationId xmlns:a16="http://schemas.microsoft.com/office/drawing/2014/main" id="{3E458D6A-E9DB-1287-7EA5-E23645965E69}"/>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2" name="Rectangle 2">
            <a:extLst>
              <a:ext uri="{FF2B5EF4-FFF2-40B4-BE49-F238E27FC236}">
                <a16:creationId xmlns:a16="http://schemas.microsoft.com/office/drawing/2014/main" id="{FBB22B93-F8CC-6F00-52DE-0350807328D2}"/>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3" name="Rectangle 3">
            <a:extLst>
              <a:ext uri="{FF2B5EF4-FFF2-40B4-BE49-F238E27FC236}">
                <a16:creationId xmlns:a16="http://schemas.microsoft.com/office/drawing/2014/main" id="{18B7A569-70FF-9BCA-F988-F9B46A585DE3}"/>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4" name="Rectangle 4">
            <a:extLst>
              <a:ext uri="{FF2B5EF4-FFF2-40B4-BE49-F238E27FC236}">
                <a16:creationId xmlns:a16="http://schemas.microsoft.com/office/drawing/2014/main" id="{2FCDB2EA-91A1-15F5-FC81-BD234CFC7F07}"/>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15" name="TextBox 14">
            <a:extLst>
              <a:ext uri="{FF2B5EF4-FFF2-40B4-BE49-F238E27FC236}">
                <a16:creationId xmlns:a16="http://schemas.microsoft.com/office/drawing/2014/main" id="{8DA25672-7638-9F05-96BC-155361E6A7BC}"/>
              </a:ext>
            </a:extLst>
          </p:cNvPr>
          <p:cNvSpPr txBox="1"/>
          <p:nvPr/>
        </p:nvSpPr>
        <p:spPr>
          <a:xfrm>
            <a:off x="997460" y="2484243"/>
            <a:ext cx="10251248" cy="1816266"/>
          </a:xfrm>
          <a:prstGeom prst="rect">
            <a:avLst/>
          </a:prstGeom>
          <a:noFill/>
        </p:spPr>
        <p:txBody>
          <a:bodyPr wrap="square">
            <a:spAutoFit/>
          </a:bodyPr>
          <a:lstStyle/>
          <a:p>
            <a:pPr defTabSz="609630">
              <a:buClr>
                <a:srgbClr val="FFFFFF"/>
              </a:buClr>
            </a:pPr>
            <a:r>
              <a:rPr lang="en-US" sz="1867" kern="0" dirty="0">
                <a:solidFill>
                  <a:srgbClr val="FFFFFF"/>
                </a:solidFill>
                <a:latin typeface="Roboto Mono" panose="00000009000000000000" pitchFamily="49" charset="0"/>
                <a:ea typeface="Roboto Mono" panose="00000009000000000000" pitchFamily="49" charset="0"/>
                <a:cs typeface="Arial"/>
                <a:sym typeface="Arial"/>
              </a:rPr>
              <a:t>Return with expression</a:t>
            </a:r>
          </a:p>
          <a:p>
            <a:pPr defTabSz="609630">
              <a:buClr>
                <a:srgbClr val="FFFFFF"/>
              </a:buClr>
            </a:pPr>
            <a:endParaRPr lang="en-US" sz="1867" kern="0" dirty="0">
              <a:solidFill>
                <a:srgbClr val="FFFFFF"/>
              </a:solidFill>
              <a:latin typeface="Roboto Mono" panose="00000009000000000000" pitchFamily="49" charset="0"/>
              <a:ea typeface="Roboto Mono" panose="00000009000000000000" pitchFamily="49" charset="0"/>
              <a:cs typeface="Arial"/>
              <a:sym typeface="Arial"/>
            </a:endParaRPr>
          </a:p>
          <a:p>
            <a:pPr marL="304815" indent="-304815" defTabSz="609630">
              <a:buClr>
                <a:srgbClr val="FFFFFF"/>
              </a:buClr>
              <a:buFont typeface="Arial" panose="020B0604020202020204" pitchFamily="34" charset="0"/>
              <a:buChar char="•"/>
            </a:pPr>
            <a:r>
              <a:rPr lang="en-US" sz="1867" kern="0" dirty="0">
                <a:solidFill>
                  <a:srgbClr val="FFFFFF"/>
                </a:solidFill>
                <a:latin typeface="Roboto Mono" panose="00000009000000000000" pitchFamily="49" charset="0"/>
                <a:ea typeface="Roboto Mono" panose="00000009000000000000" pitchFamily="49" charset="0"/>
                <a:cs typeface="Arial"/>
                <a:sym typeface="Arial"/>
              </a:rPr>
              <a:t>it causes the </a:t>
            </a:r>
            <a:r>
              <a:rPr lang="en-US" sz="1867" kern="0" dirty="0">
                <a:solidFill>
                  <a:srgbClr val="8C52FF"/>
                </a:solidFill>
                <a:latin typeface="Roboto Mono" panose="00000009000000000000" pitchFamily="49" charset="0"/>
                <a:ea typeface="Roboto Mono" panose="00000009000000000000" pitchFamily="49" charset="0"/>
                <a:cs typeface="Arial"/>
                <a:sym typeface="Arial"/>
              </a:rPr>
              <a:t>immediate termination of the function's execution</a:t>
            </a:r>
            <a:r>
              <a:rPr lang="en-US" sz="1867" kern="0" dirty="0">
                <a:solidFill>
                  <a:srgbClr val="FFFFFF"/>
                </a:solidFill>
                <a:latin typeface="Roboto Mono" panose="00000009000000000000" pitchFamily="49" charset="0"/>
                <a:ea typeface="Roboto Mono" panose="00000009000000000000" pitchFamily="49" charset="0"/>
                <a:cs typeface="Arial"/>
                <a:sym typeface="Arial"/>
              </a:rPr>
              <a:t> (nothing new compared to the first variant)</a:t>
            </a:r>
          </a:p>
          <a:p>
            <a:pPr marL="304815" indent="-304815" defTabSz="609630">
              <a:buClr>
                <a:srgbClr val="FFFFFF"/>
              </a:buClr>
              <a:buFont typeface="Arial" panose="020B0604020202020204" pitchFamily="34" charset="0"/>
              <a:buChar char="•"/>
            </a:pPr>
            <a:r>
              <a:rPr lang="en-US" sz="1867" kern="0" dirty="0">
                <a:solidFill>
                  <a:srgbClr val="FFFFFF"/>
                </a:solidFill>
                <a:latin typeface="Roboto Mono" panose="00000009000000000000" pitchFamily="49" charset="0"/>
                <a:ea typeface="Roboto Mono" panose="00000009000000000000" pitchFamily="49" charset="0"/>
                <a:cs typeface="Arial"/>
                <a:sym typeface="Arial"/>
              </a:rPr>
              <a:t>moreover, the function will </a:t>
            </a:r>
            <a:r>
              <a:rPr lang="en-US" sz="1867" kern="0" dirty="0">
                <a:solidFill>
                  <a:srgbClr val="8C52FF"/>
                </a:solidFill>
                <a:latin typeface="Roboto Mono" panose="00000009000000000000" pitchFamily="49" charset="0"/>
                <a:ea typeface="Roboto Mono" panose="00000009000000000000" pitchFamily="49" charset="0"/>
                <a:cs typeface="Arial"/>
                <a:sym typeface="Arial"/>
              </a:rPr>
              <a:t>evaluate the expression's value and will return (hence the name once again) it as the function's result</a:t>
            </a:r>
          </a:p>
        </p:txBody>
      </p:sp>
      <p:sp>
        <p:nvSpPr>
          <p:cNvPr id="6" name="Rectangle 1">
            <a:extLst>
              <a:ext uri="{FF2B5EF4-FFF2-40B4-BE49-F238E27FC236}">
                <a16:creationId xmlns:a16="http://schemas.microsoft.com/office/drawing/2014/main" id="{834BE699-A142-3643-ED27-13B15FAC5A9A}"/>
              </a:ext>
            </a:extLst>
          </p:cNvPr>
          <p:cNvSpPr>
            <a:spLocks noChangeArrowheads="1"/>
          </p:cNvSpPr>
          <p:nvPr/>
        </p:nvSpPr>
        <p:spPr bwMode="auto">
          <a:xfrm>
            <a:off x="101600" y="-215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18" name="Rectangle 1">
            <a:extLst>
              <a:ext uri="{FF2B5EF4-FFF2-40B4-BE49-F238E27FC236}">
                <a16:creationId xmlns:a16="http://schemas.microsoft.com/office/drawing/2014/main" id="{68B6071E-B02C-CB9F-9873-85DEFE5EBD15}"/>
              </a:ext>
            </a:extLst>
          </p:cNvPr>
          <p:cNvSpPr>
            <a:spLocks noChangeArrowheads="1"/>
          </p:cNvSpPr>
          <p:nvPr/>
        </p:nvSpPr>
        <p:spPr bwMode="auto">
          <a:xfrm>
            <a:off x="101600" y="-215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9" name="Rectangle 2">
            <a:extLst>
              <a:ext uri="{FF2B5EF4-FFF2-40B4-BE49-F238E27FC236}">
                <a16:creationId xmlns:a16="http://schemas.microsoft.com/office/drawing/2014/main" id="{E396CFEC-3814-BDB2-AC35-5EADAB7AE311}"/>
              </a:ext>
            </a:extLst>
          </p:cNvPr>
          <p:cNvSpPr>
            <a:spLocks noChangeArrowheads="1"/>
          </p:cNvSpPr>
          <p:nvPr/>
        </p:nvSpPr>
        <p:spPr bwMode="auto">
          <a:xfrm>
            <a:off x="1" y="-112882"/>
            <a:ext cx="4084131" cy="22576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r>
              <a:rPr lang="en-US" altLang="en-US" sz="667" kern="0">
                <a:solidFill>
                  <a:srgbClr val="222222"/>
                </a:solidFill>
                <a:latin typeface="Open Sans" panose="020B0606030504020204" pitchFamily="34" charset="0"/>
                <a:cs typeface="Open Sans" panose="020B0606030504020204" pitchFamily="34" charset="0"/>
                <a:sym typeface="Arial"/>
              </a:rPr>
              <a:t>To get </a:t>
            </a:r>
            <a:r>
              <a:rPr lang="en-US" altLang="en-US" sz="667" b="1" kern="0">
                <a:solidFill>
                  <a:srgbClr val="222222"/>
                </a:solidFill>
                <a:latin typeface="Open Sans" panose="020B0606030504020204" pitchFamily="34" charset="0"/>
                <a:cs typeface="Open Sans" panose="020B0606030504020204" pitchFamily="34" charset="0"/>
                <a:sym typeface="Arial"/>
              </a:rPr>
              <a:t>functions to return a value</a:t>
            </a:r>
            <a:r>
              <a:rPr lang="en-US" altLang="en-US" sz="667" kern="0">
                <a:solidFill>
                  <a:srgbClr val="222222"/>
                </a:solidFill>
                <a:latin typeface="Open Sans" panose="020B0606030504020204" pitchFamily="34" charset="0"/>
                <a:cs typeface="Open Sans" panose="020B0606030504020204" pitchFamily="34" charset="0"/>
                <a:sym typeface="Arial"/>
              </a:rPr>
              <a:t> (but not only for this purpose) you use the </a:t>
            </a:r>
            <a:r>
              <a:rPr lang="en-US" altLang="en-US" sz="667" kern="0">
                <a:solidFill>
                  <a:srgbClr val="333333"/>
                </a:solidFill>
                <a:latin typeface="Courier New" panose="02070309020205020404" pitchFamily="49" charset="0"/>
                <a:cs typeface="Courier New" panose="02070309020205020404" pitchFamily="49" charset="0"/>
                <a:sym typeface="Arial"/>
              </a:rPr>
              <a:t>return</a:t>
            </a:r>
            <a:r>
              <a:rPr lang="en-US" altLang="en-US" sz="667" kern="0">
                <a:solidFill>
                  <a:srgbClr val="222222"/>
                </a:solidFill>
                <a:latin typeface="Open Sans" panose="020B0606030504020204" pitchFamily="34" charset="0"/>
                <a:cs typeface="Open Sans" panose="020B0606030504020204" pitchFamily="34" charset="0"/>
                <a:sym typeface="Arial"/>
              </a:rPr>
              <a:t> instruction.</a:t>
            </a:r>
            <a:r>
              <a:rPr lang="en-US" altLang="en-US" sz="1067" kern="0">
                <a:solidFill>
                  <a:srgbClr val="000000"/>
                </a:solidFill>
                <a:cs typeface="Arial"/>
                <a:sym typeface="Arial"/>
              </a:rPr>
              <a:t> </a:t>
            </a:r>
            <a:endParaRPr lang="en-US" altLang="en-US" sz="1200" kern="0">
              <a:solidFill>
                <a:srgbClr val="000000"/>
              </a:solidFill>
              <a:cs typeface="Arial"/>
              <a:sym typeface="Arial"/>
            </a:endParaRPr>
          </a:p>
        </p:txBody>
      </p:sp>
      <p:pic>
        <p:nvPicPr>
          <p:cNvPr id="10" name="Picture 9" descr="A white background with black text&#10;&#10;Description automatically generated">
            <a:extLst>
              <a:ext uri="{FF2B5EF4-FFF2-40B4-BE49-F238E27FC236}">
                <a16:creationId xmlns:a16="http://schemas.microsoft.com/office/drawing/2014/main" id="{40E0BA26-33D1-C650-AA1D-A2C1B5D1680F}"/>
              </a:ext>
            </a:extLst>
          </p:cNvPr>
          <p:cNvPicPr>
            <a:picLocks noChangeAspect="1"/>
          </p:cNvPicPr>
          <p:nvPr/>
        </p:nvPicPr>
        <p:blipFill>
          <a:blip r:embed="rId3"/>
          <a:stretch>
            <a:fillRect/>
          </a:stretch>
        </p:blipFill>
        <p:spPr>
          <a:xfrm>
            <a:off x="3221663" y="4602641"/>
            <a:ext cx="5748674" cy="1622780"/>
          </a:xfrm>
          <a:prstGeom prst="rect">
            <a:avLst/>
          </a:prstGeom>
        </p:spPr>
      </p:pic>
    </p:spTree>
    <p:extLst>
      <p:ext uri="{BB962C8B-B14F-4D97-AF65-F5344CB8AC3E}">
        <p14:creationId xmlns:p14="http://schemas.microsoft.com/office/powerpoint/2010/main" val="3757314297"/>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24042" y="217287"/>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a:solidFill>
            <a:schemeClr val="accent1"/>
          </a:solidFill>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59"/>
            <a:ext cx="10326008" cy="812530"/>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4400" kern="0" dirty="0">
                <a:solidFill>
                  <a:srgbClr val="FFFFFF"/>
                </a:solidFill>
                <a:latin typeface="Courier"/>
                <a:cs typeface="Arial"/>
                <a:sym typeface="Courier"/>
              </a:rPr>
              <a:t>Return Instruction</a:t>
            </a:r>
            <a:endParaRPr sz="4400"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7" name="Rectangle 1">
            <a:extLst>
              <a:ext uri="{FF2B5EF4-FFF2-40B4-BE49-F238E27FC236}">
                <a16:creationId xmlns:a16="http://schemas.microsoft.com/office/drawing/2014/main" id="{20F41085-CE44-7E37-23E2-A522BDCBBFCD}"/>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3" name="Rectangle 1">
            <a:extLst>
              <a:ext uri="{FF2B5EF4-FFF2-40B4-BE49-F238E27FC236}">
                <a16:creationId xmlns:a16="http://schemas.microsoft.com/office/drawing/2014/main" id="{0E9B0D59-3084-D5BA-88A0-D33BADA639E4}"/>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4" name="Rectangle 1">
            <a:extLst>
              <a:ext uri="{FF2B5EF4-FFF2-40B4-BE49-F238E27FC236}">
                <a16:creationId xmlns:a16="http://schemas.microsoft.com/office/drawing/2014/main" id="{23F2007E-42F7-9440-F3A0-FD42A273BA15}"/>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6" name="Rectangle 5">
            <a:extLst>
              <a:ext uri="{FF2B5EF4-FFF2-40B4-BE49-F238E27FC236}">
                <a16:creationId xmlns:a16="http://schemas.microsoft.com/office/drawing/2014/main" id="{9F5FADB2-91AF-D4FA-A045-82F997FBBD17}"/>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5" name="Rectangle 1">
            <a:extLst>
              <a:ext uri="{FF2B5EF4-FFF2-40B4-BE49-F238E27FC236}">
                <a16:creationId xmlns:a16="http://schemas.microsoft.com/office/drawing/2014/main" id="{E6496D04-2116-A83E-095C-4F80A7E97EC5}"/>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9" name="Rectangle 2">
            <a:extLst>
              <a:ext uri="{FF2B5EF4-FFF2-40B4-BE49-F238E27FC236}">
                <a16:creationId xmlns:a16="http://schemas.microsoft.com/office/drawing/2014/main" id="{3E458D6A-E9DB-1287-7EA5-E23645965E69}"/>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2" name="Rectangle 2">
            <a:extLst>
              <a:ext uri="{FF2B5EF4-FFF2-40B4-BE49-F238E27FC236}">
                <a16:creationId xmlns:a16="http://schemas.microsoft.com/office/drawing/2014/main" id="{FBB22B93-F8CC-6F00-52DE-0350807328D2}"/>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3" name="Rectangle 3">
            <a:extLst>
              <a:ext uri="{FF2B5EF4-FFF2-40B4-BE49-F238E27FC236}">
                <a16:creationId xmlns:a16="http://schemas.microsoft.com/office/drawing/2014/main" id="{18B7A569-70FF-9BCA-F988-F9B46A585DE3}"/>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4" name="Rectangle 4">
            <a:extLst>
              <a:ext uri="{FF2B5EF4-FFF2-40B4-BE49-F238E27FC236}">
                <a16:creationId xmlns:a16="http://schemas.microsoft.com/office/drawing/2014/main" id="{2FCDB2EA-91A1-15F5-FC81-BD234CFC7F07}"/>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15" name="TextBox 14">
            <a:extLst>
              <a:ext uri="{FF2B5EF4-FFF2-40B4-BE49-F238E27FC236}">
                <a16:creationId xmlns:a16="http://schemas.microsoft.com/office/drawing/2014/main" id="{8DA25672-7638-9F05-96BC-155361E6A7BC}"/>
              </a:ext>
            </a:extLst>
          </p:cNvPr>
          <p:cNvSpPr txBox="1"/>
          <p:nvPr/>
        </p:nvSpPr>
        <p:spPr>
          <a:xfrm>
            <a:off x="997460" y="2484243"/>
            <a:ext cx="10251248" cy="666977"/>
          </a:xfrm>
          <a:prstGeom prst="rect">
            <a:avLst/>
          </a:prstGeom>
          <a:noFill/>
        </p:spPr>
        <p:txBody>
          <a:bodyPr wrap="square">
            <a:spAutoFit/>
          </a:bodyPr>
          <a:lstStyle/>
          <a:p>
            <a:pPr defTabSz="609630">
              <a:buClr>
                <a:srgbClr val="FFFFFF"/>
              </a:buClr>
            </a:pPr>
            <a:r>
              <a:rPr lang="en-US" sz="1867" kern="0" dirty="0">
                <a:solidFill>
                  <a:srgbClr val="FFFFFF"/>
                </a:solidFill>
                <a:latin typeface="Roboto Mono" panose="00000009000000000000" pitchFamily="49" charset="0"/>
                <a:ea typeface="Roboto Mono" panose="00000009000000000000" pitchFamily="49" charset="0"/>
                <a:cs typeface="Arial"/>
                <a:sym typeface="Arial"/>
              </a:rPr>
              <a:t>The result may be freely used here, e.g., to be assigned to a variable.</a:t>
            </a:r>
            <a:endParaRPr lang="en-US" sz="1867" kern="0" dirty="0">
              <a:solidFill>
                <a:srgbClr val="8C52FF"/>
              </a:solidFill>
              <a:latin typeface="Roboto Mono" panose="00000009000000000000" pitchFamily="49" charset="0"/>
              <a:ea typeface="Roboto Mono" panose="00000009000000000000" pitchFamily="49" charset="0"/>
              <a:cs typeface="Arial"/>
              <a:sym typeface="Arial"/>
            </a:endParaRPr>
          </a:p>
        </p:txBody>
      </p:sp>
      <p:sp>
        <p:nvSpPr>
          <p:cNvPr id="6" name="Rectangle 1">
            <a:extLst>
              <a:ext uri="{FF2B5EF4-FFF2-40B4-BE49-F238E27FC236}">
                <a16:creationId xmlns:a16="http://schemas.microsoft.com/office/drawing/2014/main" id="{834BE699-A142-3643-ED27-13B15FAC5A9A}"/>
              </a:ext>
            </a:extLst>
          </p:cNvPr>
          <p:cNvSpPr>
            <a:spLocks noChangeArrowheads="1"/>
          </p:cNvSpPr>
          <p:nvPr/>
        </p:nvSpPr>
        <p:spPr bwMode="auto">
          <a:xfrm>
            <a:off x="101600" y="-215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18" name="Rectangle 1">
            <a:extLst>
              <a:ext uri="{FF2B5EF4-FFF2-40B4-BE49-F238E27FC236}">
                <a16:creationId xmlns:a16="http://schemas.microsoft.com/office/drawing/2014/main" id="{68B6071E-B02C-CB9F-9873-85DEFE5EBD15}"/>
              </a:ext>
            </a:extLst>
          </p:cNvPr>
          <p:cNvSpPr>
            <a:spLocks noChangeArrowheads="1"/>
          </p:cNvSpPr>
          <p:nvPr/>
        </p:nvSpPr>
        <p:spPr bwMode="auto">
          <a:xfrm>
            <a:off x="101600" y="-215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9" name="Rectangle 2">
            <a:extLst>
              <a:ext uri="{FF2B5EF4-FFF2-40B4-BE49-F238E27FC236}">
                <a16:creationId xmlns:a16="http://schemas.microsoft.com/office/drawing/2014/main" id="{E396CFEC-3814-BDB2-AC35-5EADAB7AE311}"/>
              </a:ext>
            </a:extLst>
          </p:cNvPr>
          <p:cNvSpPr>
            <a:spLocks noChangeArrowheads="1"/>
          </p:cNvSpPr>
          <p:nvPr/>
        </p:nvSpPr>
        <p:spPr bwMode="auto">
          <a:xfrm>
            <a:off x="1" y="-112882"/>
            <a:ext cx="4084131" cy="22576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r>
              <a:rPr lang="en-US" altLang="en-US" sz="667" kern="0">
                <a:solidFill>
                  <a:srgbClr val="222222"/>
                </a:solidFill>
                <a:latin typeface="Open Sans" panose="020B0606030504020204" pitchFamily="34" charset="0"/>
                <a:cs typeface="Open Sans" panose="020B0606030504020204" pitchFamily="34" charset="0"/>
                <a:sym typeface="Arial"/>
              </a:rPr>
              <a:t>To get </a:t>
            </a:r>
            <a:r>
              <a:rPr lang="en-US" altLang="en-US" sz="667" b="1" kern="0">
                <a:solidFill>
                  <a:srgbClr val="222222"/>
                </a:solidFill>
                <a:latin typeface="Open Sans" panose="020B0606030504020204" pitchFamily="34" charset="0"/>
                <a:cs typeface="Open Sans" panose="020B0606030504020204" pitchFamily="34" charset="0"/>
                <a:sym typeface="Arial"/>
              </a:rPr>
              <a:t>functions to return a value</a:t>
            </a:r>
            <a:r>
              <a:rPr lang="en-US" altLang="en-US" sz="667" kern="0">
                <a:solidFill>
                  <a:srgbClr val="222222"/>
                </a:solidFill>
                <a:latin typeface="Open Sans" panose="020B0606030504020204" pitchFamily="34" charset="0"/>
                <a:cs typeface="Open Sans" panose="020B0606030504020204" pitchFamily="34" charset="0"/>
                <a:sym typeface="Arial"/>
              </a:rPr>
              <a:t> (but not only for this purpose) you use the </a:t>
            </a:r>
            <a:r>
              <a:rPr lang="en-US" altLang="en-US" sz="667" kern="0">
                <a:solidFill>
                  <a:srgbClr val="333333"/>
                </a:solidFill>
                <a:latin typeface="Courier New" panose="02070309020205020404" pitchFamily="49" charset="0"/>
                <a:cs typeface="Courier New" panose="02070309020205020404" pitchFamily="49" charset="0"/>
                <a:sym typeface="Arial"/>
              </a:rPr>
              <a:t>return</a:t>
            </a:r>
            <a:r>
              <a:rPr lang="en-US" altLang="en-US" sz="667" kern="0">
                <a:solidFill>
                  <a:srgbClr val="222222"/>
                </a:solidFill>
                <a:latin typeface="Open Sans" panose="020B0606030504020204" pitchFamily="34" charset="0"/>
                <a:cs typeface="Open Sans" panose="020B0606030504020204" pitchFamily="34" charset="0"/>
                <a:sym typeface="Arial"/>
              </a:rPr>
              <a:t> instruction.</a:t>
            </a:r>
            <a:r>
              <a:rPr lang="en-US" altLang="en-US" sz="1067" kern="0">
                <a:solidFill>
                  <a:srgbClr val="000000"/>
                </a:solidFill>
                <a:cs typeface="Arial"/>
                <a:sym typeface="Arial"/>
              </a:rPr>
              <a:t> </a:t>
            </a:r>
            <a:endParaRPr lang="en-US" altLang="en-US" sz="1200" kern="0">
              <a:solidFill>
                <a:srgbClr val="000000"/>
              </a:solidFill>
              <a:cs typeface="Arial"/>
              <a:sym typeface="Arial"/>
            </a:endParaRPr>
          </a:p>
        </p:txBody>
      </p:sp>
      <p:pic>
        <p:nvPicPr>
          <p:cNvPr id="2050" name="Picture 2" descr="Assigning the value returned by function to a variable">
            <a:extLst>
              <a:ext uri="{FF2B5EF4-FFF2-40B4-BE49-F238E27FC236}">
                <a16:creationId xmlns:a16="http://schemas.microsoft.com/office/drawing/2014/main" id="{10E97636-A13D-0F0B-E23F-1051C38D3E6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83784" y="3166350"/>
            <a:ext cx="6624432" cy="26497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03097433"/>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24042" y="217287"/>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a:solidFill>
            <a:schemeClr val="accent1"/>
          </a:solidFill>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59"/>
            <a:ext cx="10326008" cy="812530"/>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4400" kern="0" dirty="0">
                <a:solidFill>
                  <a:srgbClr val="FFFFFF"/>
                </a:solidFill>
                <a:latin typeface="Courier"/>
                <a:cs typeface="Arial"/>
                <a:sym typeface="Courier"/>
              </a:rPr>
              <a:t>Return Instruction</a:t>
            </a:r>
            <a:endParaRPr sz="4400"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7" name="Rectangle 1">
            <a:extLst>
              <a:ext uri="{FF2B5EF4-FFF2-40B4-BE49-F238E27FC236}">
                <a16:creationId xmlns:a16="http://schemas.microsoft.com/office/drawing/2014/main" id="{20F41085-CE44-7E37-23E2-A522BDCBBFCD}"/>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3" name="Rectangle 1">
            <a:extLst>
              <a:ext uri="{FF2B5EF4-FFF2-40B4-BE49-F238E27FC236}">
                <a16:creationId xmlns:a16="http://schemas.microsoft.com/office/drawing/2014/main" id="{0E9B0D59-3084-D5BA-88A0-D33BADA639E4}"/>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4" name="Rectangle 1">
            <a:extLst>
              <a:ext uri="{FF2B5EF4-FFF2-40B4-BE49-F238E27FC236}">
                <a16:creationId xmlns:a16="http://schemas.microsoft.com/office/drawing/2014/main" id="{23F2007E-42F7-9440-F3A0-FD42A273BA15}"/>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6" name="Rectangle 5">
            <a:extLst>
              <a:ext uri="{FF2B5EF4-FFF2-40B4-BE49-F238E27FC236}">
                <a16:creationId xmlns:a16="http://schemas.microsoft.com/office/drawing/2014/main" id="{9F5FADB2-91AF-D4FA-A045-82F997FBBD17}"/>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5" name="Rectangle 1">
            <a:extLst>
              <a:ext uri="{FF2B5EF4-FFF2-40B4-BE49-F238E27FC236}">
                <a16:creationId xmlns:a16="http://schemas.microsoft.com/office/drawing/2014/main" id="{E6496D04-2116-A83E-095C-4F80A7E97EC5}"/>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9" name="Rectangle 2">
            <a:extLst>
              <a:ext uri="{FF2B5EF4-FFF2-40B4-BE49-F238E27FC236}">
                <a16:creationId xmlns:a16="http://schemas.microsoft.com/office/drawing/2014/main" id="{3E458D6A-E9DB-1287-7EA5-E23645965E69}"/>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2" name="Rectangle 2">
            <a:extLst>
              <a:ext uri="{FF2B5EF4-FFF2-40B4-BE49-F238E27FC236}">
                <a16:creationId xmlns:a16="http://schemas.microsoft.com/office/drawing/2014/main" id="{FBB22B93-F8CC-6F00-52DE-0350807328D2}"/>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3" name="Rectangle 3">
            <a:extLst>
              <a:ext uri="{FF2B5EF4-FFF2-40B4-BE49-F238E27FC236}">
                <a16:creationId xmlns:a16="http://schemas.microsoft.com/office/drawing/2014/main" id="{18B7A569-70FF-9BCA-F988-F9B46A585DE3}"/>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4" name="Rectangle 4">
            <a:extLst>
              <a:ext uri="{FF2B5EF4-FFF2-40B4-BE49-F238E27FC236}">
                <a16:creationId xmlns:a16="http://schemas.microsoft.com/office/drawing/2014/main" id="{2FCDB2EA-91A1-15F5-FC81-BD234CFC7F07}"/>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15" name="TextBox 14">
            <a:extLst>
              <a:ext uri="{FF2B5EF4-FFF2-40B4-BE49-F238E27FC236}">
                <a16:creationId xmlns:a16="http://schemas.microsoft.com/office/drawing/2014/main" id="{8DA25672-7638-9F05-96BC-155361E6A7BC}"/>
              </a:ext>
            </a:extLst>
          </p:cNvPr>
          <p:cNvSpPr txBox="1"/>
          <p:nvPr/>
        </p:nvSpPr>
        <p:spPr>
          <a:xfrm>
            <a:off x="997460" y="2484243"/>
            <a:ext cx="10251248" cy="666977"/>
          </a:xfrm>
          <a:prstGeom prst="rect">
            <a:avLst/>
          </a:prstGeom>
          <a:noFill/>
        </p:spPr>
        <p:txBody>
          <a:bodyPr wrap="square">
            <a:spAutoFit/>
          </a:bodyPr>
          <a:lstStyle/>
          <a:p>
            <a:pPr defTabSz="609630">
              <a:buClr>
                <a:srgbClr val="FFFFFF"/>
              </a:buClr>
            </a:pPr>
            <a:r>
              <a:rPr lang="en-US" sz="1867" kern="0" dirty="0">
                <a:solidFill>
                  <a:srgbClr val="FFFFFF"/>
                </a:solidFill>
                <a:latin typeface="Roboto Mono" panose="00000009000000000000" pitchFamily="49" charset="0"/>
                <a:ea typeface="Roboto Mono" panose="00000009000000000000" pitchFamily="49" charset="0"/>
                <a:cs typeface="Arial"/>
                <a:sym typeface="Arial"/>
              </a:rPr>
              <a:t>The result may be freely used here, e.g., to be assigned to a variable.</a:t>
            </a:r>
            <a:endParaRPr lang="en-US" sz="1867" kern="0" dirty="0">
              <a:solidFill>
                <a:srgbClr val="8C52FF"/>
              </a:solidFill>
              <a:latin typeface="Roboto Mono" panose="00000009000000000000" pitchFamily="49" charset="0"/>
              <a:ea typeface="Roboto Mono" panose="00000009000000000000" pitchFamily="49" charset="0"/>
              <a:cs typeface="Arial"/>
              <a:sym typeface="Arial"/>
            </a:endParaRPr>
          </a:p>
        </p:txBody>
      </p:sp>
      <p:sp>
        <p:nvSpPr>
          <p:cNvPr id="6" name="Rectangle 1">
            <a:extLst>
              <a:ext uri="{FF2B5EF4-FFF2-40B4-BE49-F238E27FC236}">
                <a16:creationId xmlns:a16="http://schemas.microsoft.com/office/drawing/2014/main" id="{834BE699-A142-3643-ED27-13B15FAC5A9A}"/>
              </a:ext>
            </a:extLst>
          </p:cNvPr>
          <p:cNvSpPr>
            <a:spLocks noChangeArrowheads="1"/>
          </p:cNvSpPr>
          <p:nvPr/>
        </p:nvSpPr>
        <p:spPr bwMode="auto">
          <a:xfrm>
            <a:off x="101600" y="-215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18" name="Rectangle 1">
            <a:extLst>
              <a:ext uri="{FF2B5EF4-FFF2-40B4-BE49-F238E27FC236}">
                <a16:creationId xmlns:a16="http://schemas.microsoft.com/office/drawing/2014/main" id="{68B6071E-B02C-CB9F-9873-85DEFE5EBD15}"/>
              </a:ext>
            </a:extLst>
          </p:cNvPr>
          <p:cNvSpPr>
            <a:spLocks noChangeArrowheads="1"/>
          </p:cNvSpPr>
          <p:nvPr/>
        </p:nvSpPr>
        <p:spPr bwMode="auto">
          <a:xfrm>
            <a:off x="101600" y="-215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9" name="Rectangle 2">
            <a:extLst>
              <a:ext uri="{FF2B5EF4-FFF2-40B4-BE49-F238E27FC236}">
                <a16:creationId xmlns:a16="http://schemas.microsoft.com/office/drawing/2014/main" id="{E396CFEC-3814-BDB2-AC35-5EADAB7AE311}"/>
              </a:ext>
            </a:extLst>
          </p:cNvPr>
          <p:cNvSpPr>
            <a:spLocks noChangeArrowheads="1"/>
          </p:cNvSpPr>
          <p:nvPr/>
        </p:nvSpPr>
        <p:spPr bwMode="auto">
          <a:xfrm>
            <a:off x="1" y="-112882"/>
            <a:ext cx="4084131" cy="22576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r>
              <a:rPr lang="en-US" altLang="en-US" sz="667" kern="0">
                <a:solidFill>
                  <a:srgbClr val="222222"/>
                </a:solidFill>
                <a:latin typeface="Open Sans" panose="020B0606030504020204" pitchFamily="34" charset="0"/>
                <a:cs typeface="Open Sans" panose="020B0606030504020204" pitchFamily="34" charset="0"/>
                <a:sym typeface="Arial"/>
              </a:rPr>
              <a:t>To get </a:t>
            </a:r>
            <a:r>
              <a:rPr lang="en-US" altLang="en-US" sz="667" b="1" kern="0">
                <a:solidFill>
                  <a:srgbClr val="222222"/>
                </a:solidFill>
                <a:latin typeface="Open Sans" panose="020B0606030504020204" pitchFamily="34" charset="0"/>
                <a:cs typeface="Open Sans" panose="020B0606030504020204" pitchFamily="34" charset="0"/>
                <a:sym typeface="Arial"/>
              </a:rPr>
              <a:t>functions to return a value</a:t>
            </a:r>
            <a:r>
              <a:rPr lang="en-US" altLang="en-US" sz="667" kern="0">
                <a:solidFill>
                  <a:srgbClr val="222222"/>
                </a:solidFill>
                <a:latin typeface="Open Sans" panose="020B0606030504020204" pitchFamily="34" charset="0"/>
                <a:cs typeface="Open Sans" panose="020B0606030504020204" pitchFamily="34" charset="0"/>
                <a:sym typeface="Arial"/>
              </a:rPr>
              <a:t> (but not only for this purpose) you use the </a:t>
            </a:r>
            <a:r>
              <a:rPr lang="en-US" altLang="en-US" sz="667" kern="0">
                <a:solidFill>
                  <a:srgbClr val="333333"/>
                </a:solidFill>
                <a:latin typeface="Courier New" panose="02070309020205020404" pitchFamily="49" charset="0"/>
                <a:cs typeface="Courier New" panose="02070309020205020404" pitchFamily="49" charset="0"/>
                <a:sym typeface="Arial"/>
              </a:rPr>
              <a:t>return</a:t>
            </a:r>
            <a:r>
              <a:rPr lang="en-US" altLang="en-US" sz="667" kern="0">
                <a:solidFill>
                  <a:srgbClr val="222222"/>
                </a:solidFill>
                <a:latin typeface="Open Sans" panose="020B0606030504020204" pitchFamily="34" charset="0"/>
                <a:cs typeface="Open Sans" panose="020B0606030504020204" pitchFamily="34" charset="0"/>
                <a:sym typeface="Arial"/>
              </a:rPr>
              <a:t> instruction.</a:t>
            </a:r>
            <a:r>
              <a:rPr lang="en-US" altLang="en-US" sz="1067" kern="0">
                <a:solidFill>
                  <a:srgbClr val="000000"/>
                </a:solidFill>
                <a:cs typeface="Arial"/>
                <a:sym typeface="Arial"/>
              </a:rPr>
              <a:t> </a:t>
            </a:r>
            <a:endParaRPr lang="en-US" altLang="en-US" sz="1200" kern="0">
              <a:solidFill>
                <a:srgbClr val="000000"/>
              </a:solidFill>
              <a:cs typeface="Arial"/>
              <a:sym typeface="Arial"/>
            </a:endParaRPr>
          </a:p>
        </p:txBody>
      </p:sp>
      <p:pic>
        <p:nvPicPr>
          <p:cNvPr id="10" name="Picture 9" descr="A screenshot of a computer code&#10;&#10;Description automatically generated">
            <a:extLst>
              <a:ext uri="{FF2B5EF4-FFF2-40B4-BE49-F238E27FC236}">
                <a16:creationId xmlns:a16="http://schemas.microsoft.com/office/drawing/2014/main" id="{7170FD96-F916-96DC-AFC7-26AE672B6A74}"/>
              </a:ext>
            </a:extLst>
          </p:cNvPr>
          <p:cNvPicPr>
            <a:picLocks noChangeAspect="1"/>
          </p:cNvPicPr>
          <p:nvPr/>
        </p:nvPicPr>
        <p:blipFill>
          <a:blip r:embed="rId3"/>
          <a:stretch>
            <a:fillRect/>
          </a:stretch>
        </p:blipFill>
        <p:spPr>
          <a:xfrm>
            <a:off x="837088" y="3335003"/>
            <a:ext cx="5657497" cy="2147355"/>
          </a:xfrm>
          <a:prstGeom prst="rect">
            <a:avLst/>
          </a:prstGeom>
        </p:spPr>
      </p:pic>
      <p:sp>
        <p:nvSpPr>
          <p:cNvPr id="21" name="TextBox 20">
            <a:extLst>
              <a:ext uri="{FF2B5EF4-FFF2-40B4-BE49-F238E27FC236}">
                <a16:creationId xmlns:a16="http://schemas.microsoft.com/office/drawing/2014/main" id="{9D67CA90-2848-E255-8C0F-505AE8957109}"/>
              </a:ext>
            </a:extLst>
          </p:cNvPr>
          <p:cNvSpPr txBox="1"/>
          <p:nvPr/>
        </p:nvSpPr>
        <p:spPr>
          <a:xfrm>
            <a:off x="6695473" y="3768044"/>
            <a:ext cx="3938953" cy="1077026"/>
          </a:xfrm>
          <a:prstGeom prst="rect">
            <a:avLst/>
          </a:prstGeom>
          <a:noFill/>
        </p:spPr>
        <p:txBody>
          <a:bodyPr wrap="square">
            <a:spAutoFit/>
          </a:bodyPr>
          <a:lstStyle/>
          <a:p>
            <a:pPr defTabSz="609630">
              <a:buClr>
                <a:srgbClr val="000000"/>
              </a:buClr>
            </a:pPr>
            <a:r>
              <a:rPr lang="en-US" sz="2133" kern="0" dirty="0">
                <a:solidFill>
                  <a:srgbClr val="8C52FF"/>
                </a:solidFill>
                <a:latin typeface="Arial"/>
                <a:cs typeface="Arial"/>
                <a:sym typeface="Arial"/>
              </a:rPr>
              <a:t>This lesson is interesting!</a:t>
            </a:r>
          </a:p>
          <a:p>
            <a:pPr defTabSz="609630">
              <a:buClr>
                <a:srgbClr val="000000"/>
              </a:buClr>
            </a:pPr>
            <a:r>
              <a:rPr lang="en-US" sz="2133" kern="0" dirty="0">
                <a:solidFill>
                  <a:srgbClr val="8C52FF"/>
                </a:solidFill>
                <a:latin typeface="Arial"/>
                <a:cs typeface="Arial"/>
                <a:sym typeface="Arial"/>
              </a:rPr>
              <a:t>'Boredom Mode' ON.</a:t>
            </a:r>
          </a:p>
          <a:p>
            <a:pPr defTabSz="609630">
              <a:buClr>
                <a:srgbClr val="000000"/>
              </a:buClr>
            </a:pPr>
            <a:r>
              <a:rPr lang="en-US" sz="2133" kern="0" dirty="0">
                <a:solidFill>
                  <a:srgbClr val="8C52FF"/>
                </a:solidFill>
                <a:latin typeface="Arial"/>
                <a:cs typeface="Arial"/>
                <a:sym typeface="Arial"/>
              </a:rPr>
              <a:t>This lesson is boring...</a:t>
            </a:r>
            <a:endParaRPr lang="en-MY" sz="2133" kern="0" dirty="0">
              <a:solidFill>
                <a:srgbClr val="8C52FF"/>
              </a:solidFill>
              <a:latin typeface="Arial"/>
              <a:cs typeface="Arial"/>
              <a:sym typeface="Arial"/>
            </a:endParaRPr>
          </a:p>
        </p:txBody>
      </p:sp>
    </p:spTree>
    <p:extLst>
      <p:ext uri="{BB962C8B-B14F-4D97-AF65-F5344CB8AC3E}">
        <p14:creationId xmlns:p14="http://schemas.microsoft.com/office/powerpoint/2010/main" val="276266750"/>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24042" y="217287"/>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a:solidFill>
            <a:schemeClr val="accent1"/>
          </a:solidFill>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59"/>
            <a:ext cx="10326008" cy="812530"/>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4400" kern="0" dirty="0">
                <a:solidFill>
                  <a:srgbClr val="FFFFFF"/>
                </a:solidFill>
                <a:latin typeface="Courier"/>
                <a:cs typeface="Arial"/>
                <a:sym typeface="Courier"/>
              </a:rPr>
              <a:t>None Value</a:t>
            </a:r>
            <a:endParaRPr sz="4400"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7" name="Rectangle 1">
            <a:extLst>
              <a:ext uri="{FF2B5EF4-FFF2-40B4-BE49-F238E27FC236}">
                <a16:creationId xmlns:a16="http://schemas.microsoft.com/office/drawing/2014/main" id="{20F41085-CE44-7E37-23E2-A522BDCBBFCD}"/>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3" name="Rectangle 1">
            <a:extLst>
              <a:ext uri="{FF2B5EF4-FFF2-40B4-BE49-F238E27FC236}">
                <a16:creationId xmlns:a16="http://schemas.microsoft.com/office/drawing/2014/main" id="{0E9B0D59-3084-D5BA-88A0-D33BADA639E4}"/>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4" name="Rectangle 1">
            <a:extLst>
              <a:ext uri="{FF2B5EF4-FFF2-40B4-BE49-F238E27FC236}">
                <a16:creationId xmlns:a16="http://schemas.microsoft.com/office/drawing/2014/main" id="{23F2007E-42F7-9440-F3A0-FD42A273BA15}"/>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6" name="Rectangle 5">
            <a:extLst>
              <a:ext uri="{FF2B5EF4-FFF2-40B4-BE49-F238E27FC236}">
                <a16:creationId xmlns:a16="http://schemas.microsoft.com/office/drawing/2014/main" id="{9F5FADB2-91AF-D4FA-A045-82F997FBBD17}"/>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5" name="Rectangle 1">
            <a:extLst>
              <a:ext uri="{FF2B5EF4-FFF2-40B4-BE49-F238E27FC236}">
                <a16:creationId xmlns:a16="http://schemas.microsoft.com/office/drawing/2014/main" id="{E6496D04-2116-A83E-095C-4F80A7E97EC5}"/>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9" name="Rectangle 2">
            <a:extLst>
              <a:ext uri="{FF2B5EF4-FFF2-40B4-BE49-F238E27FC236}">
                <a16:creationId xmlns:a16="http://schemas.microsoft.com/office/drawing/2014/main" id="{3E458D6A-E9DB-1287-7EA5-E23645965E69}"/>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2" name="Rectangle 2">
            <a:extLst>
              <a:ext uri="{FF2B5EF4-FFF2-40B4-BE49-F238E27FC236}">
                <a16:creationId xmlns:a16="http://schemas.microsoft.com/office/drawing/2014/main" id="{FBB22B93-F8CC-6F00-52DE-0350807328D2}"/>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3" name="Rectangle 3">
            <a:extLst>
              <a:ext uri="{FF2B5EF4-FFF2-40B4-BE49-F238E27FC236}">
                <a16:creationId xmlns:a16="http://schemas.microsoft.com/office/drawing/2014/main" id="{18B7A569-70FF-9BCA-F988-F9B46A585DE3}"/>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4" name="Rectangle 4">
            <a:extLst>
              <a:ext uri="{FF2B5EF4-FFF2-40B4-BE49-F238E27FC236}">
                <a16:creationId xmlns:a16="http://schemas.microsoft.com/office/drawing/2014/main" id="{2FCDB2EA-91A1-15F5-FC81-BD234CFC7F07}"/>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15" name="TextBox 14">
            <a:extLst>
              <a:ext uri="{FF2B5EF4-FFF2-40B4-BE49-F238E27FC236}">
                <a16:creationId xmlns:a16="http://schemas.microsoft.com/office/drawing/2014/main" id="{8DA25672-7638-9F05-96BC-155361E6A7BC}"/>
              </a:ext>
            </a:extLst>
          </p:cNvPr>
          <p:cNvSpPr txBox="1"/>
          <p:nvPr/>
        </p:nvSpPr>
        <p:spPr>
          <a:xfrm>
            <a:off x="997460" y="2484243"/>
            <a:ext cx="10251248" cy="3827523"/>
          </a:xfrm>
          <a:prstGeom prst="rect">
            <a:avLst/>
          </a:prstGeom>
          <a:noFill/>
        </p:spPr>
        <p:txBody>
          <a:bodyPr wrap="square">
            <a:spAutoFit/>
          </a:bodyPr>
          <a:lstStyle/>
          <a:p>
            <a:pPr defTabSz="609630">
              <a:buClr>
                <a:srgbClr val="FFFFFF"/>
              </a:buClr>
            </a:pPr>
            <a:r>
              <a:rPr lang="en-US" sz="1867" kern="0" dirty="0">
                <a:solidFill>
                  <a:srgbClr val="FFFFFF"/>
                </a:solidFill>
                <a:latin typeface="Roboto Mono" panose="00000009000000000000" pitchFamily="49" charset="0"/>
                <a:ea typeface="Roboto Mono" panose="00000009000000000000" pitchFamily="49" charset="0"/>
                <a:cs typeface="Arial"/>
                <a:sym typeface="Arial"/>
              </a:rPr>
              <a:t>Its data doesn't represent any reasonable value - actually, it's not a value at all; hence, it </a:t>
            </a:r>
            <a:r>
              <a:rPr lang="en-US" sz="1867" kern="0" dirty="0">
                <a:solidFill>
                  <a:srgbClr val="8C52FF"/>
                </a:solidFill>
                <a:latin typeface="Roboto Mono" panose="00000009000000000000" pitchFamily="49" charset="0"/>
                <a:ea typeface="Roboto Mono" panose="00000009000000000000" pitchFamily="49" charset="0"/>
                <a:cs typeface="Arial"/>
                <a:sym typeface="Arial"/>
              </a:rPr>
              <a:t>mustn't take part in any expressions.</a:t>
            </a:r>
          </a:p>
          <a:p>
            <a:pPr defTabSz="609630">
              <a:buClr>
                <a:srgbClr val="FFFFFF"/>
              </a:buClr>
            </a:pPr>
            <a:endParaRPr lang="en-US" sz="1867" kern="0" dirty="0">
              <a:solidFill>
                <a:srgbClr val="8C52FF"/>
              </a:solidFill>
              <a:latin typeface="Roboto Mono" panose="00000009000000000000" pitchFamily="49" charset="0"/>
              <a:ea typeface="Roboto Mono" panose="00000009000000000000" pitchFamily="49" charset="0"/>
              <a:cs typeface="Arial"/>
              <a:sym typeface="Arial"/>
            </a:endParaRPr>
          </a:p>
          <a:p>
            <a:pPr defTabSz="609630">
              <a:buClr>
                <a:srgbClr val="FFFFFF"/>
              </a:buClr>
            </a:pPr>
            <a:r>
              <a:rPr lang="en-US" sz="1867" kern="0" dirty="0">
                <a:solidFill>
                  <a:srgbClr val="8C52FF"/>
                </a:solidFill>
                <a:latin typeface="Roboto Mono" panose="00000009000000000000" pitchFamily="49" charset="0"/>
                <a:ea typeface="Roboto Mono" panose="00000009000000000000" pitchFamily="49" charset="0"/>
                <a:cs typeface="Arial"/>
                <a:sym typeface="Arial"/>
              </a:rPr>
              <a:t>None is a keyword. </a:t>
            </a:r>
          </a:p>
          <a:p>
            <a:pPr defTabSz="609630">
              <a:buClr>
                <a:srgbClr val="FFFFFF"/>
              </a:buClr>
            </a:pPr>
            <a:endParaRPr lang="en-US" sz="1867" kern="0" dirty="0">
              <a:solidFill>
                <a:srgbClr val="8C52FF"/>
              </a:solidFill>
              <a:latin typeface="Roboto Mono" panose="00000009000000000000" pitchFamily="49" charset="0"/>
              <a:ea typeface="Roboto Mono" panose="00000009000000000000" pitchFamily="49" charset="0"/>
              <a:cs typeface="Arial"/>
              <a:sym typeface="Arial"/>
            </a:endParaRPr>
          </a:p>
          <a:p>
            <a:pPr defTabSz="609630">
              <a:buClr>
                <a:srgbClr val="FFFFFF"/>
              </a:buClr>
            </a:pPr>
            <a:endParaRPr lang="en-US" sz="1867" kern="0" dirty="0">
              <a:solidFill>
                <a:srgbClr val="8C52FF"/>
              </a:solidFill>
              <a:latin typeface="Roboto Mono" panose="00000009000000000000" pitchFamily="49" charset="0"/>
              <a:ea typeface="Roboto Mono" panose="00000009000000000000" pitchFamily="49" charset="0"/>
              <a:cs typeface="Arial"/>
              <a:sym typeface="Arial"/>
            </a:endParaRPr>
          </a:p>
          <a:p>
            <a:pPr defTabSz="609630">
              <a:buClr>
                <a:srgbClr val="FFFFFF"/>
              </a:buClr>
            </a:pPr>
            <a:r>
              <a:rPr lang="en-US" sz="1867" kern="0" dirty="0">
                <a:solidFill>
                  <a:srgbClr val="FFFFFF"/>
                </a:solidFill>
                <a:latin typeface="Roboto Mono" panose="00000009000000000000" pitchFamily="49" charset="0"/>
                <a:ea typeface="Roboto Mono" panose="00000009000000000000" pitchFamily="49" charset="0"/>
                <a:cs typeface="Arial"/>
                <a:sym typeface="Arial"/>
              </a:rPr>
              <a:t>There are only two kinds of circumstances when None can be safely used:</a:t>
            </a:r>
          </a:p>
          <a:p>
            <a:pPr marL="304815" indent="-304815" defTabSz="609630">
              <a:buClr>
                <a:srgbClr val="FFFFFF"/>
              </a:buClr>
              <a:buFont typeface="Arial" panose="020B0604020202020204" pitchFamily="34" charset="0"/>
              <a:buChar char="•"/>
            </a:pPr>
            <a:r>
              <a:rPr lang="en-US" sz="1867" kern="0" dirty="0">
                <a:solidFill>
                  <a:srgbClr val="FFFFFF"/>
                </a:solidFill>
                <a:latin typeface="Roboto Mono" panose="00000009000000000000" pitchFamily="49" charset="0"/>
                <a:ea typeface="Roboto Mono" panose="00000009000000000000" pitchFamily="49" charset="0"/>
                <a:cs typeface="Arial"/>
                <a:sym typeface="Arial"/>
              </a:rPr>
              <a:t>when you </a:t>
            </a:r>
            <a:r>
              <a:rPr lang="en-US" sz="1867" kern="0" dirty="0">
                <a:solidFill>
                  <a:srgbClr val="8C52FF"/>
                </a:solidFill>
                <a:latin typeface="Roboto Mono" panose="00000009000000000000" pitchFamily="49" charset="0"/>
                <a:ea typeface="Roboto Mono" panose="00000009000000000000" pitchFamily="49" charset="0"/>
                <a:cs typeface="Arial"/>
                <a:sym typeface="Arial"/>
              </a:rPr>
              <a:t>assign it to a variable </a:t>
            </a:r>
            <a:r>
              <a:rPr lang="en-US" sz="1867" kern="0" dirty="0">
                <a:solidFill>
                  <a:srgbClr val="FFFFFF"/>
                </a:solidFill>
                <a:latin typeface="Roboto Mono" panose="00000009000000000000" pitchFamily="49" charset="0"/>
                <a:ea typeface="Roboto Mono" panose="00000009000000000000" pitchFamily="49" charset="0"/>
                <a:cs typeface="Arial"/>
                <a:sym typeface="Arial"/>
              </a:rPr>
              <a:t>(or return it as a function's result)</a:t>
            </a:r>
          </a:p>
          <a:p>
            <a:pPr marL="304815" indent="-304815" defTabSz="609630">
              <a:buClr>
                <a:srgbClr val="FFFFFF"/>
              </a:buClr>
              <a:buFont typeface="Arial" panose="020B0604020202020204" pitchFamily="34" charset="0"/>
              <a:buChar char="•"/>
            </a:pPr>
            <a:r>
              <a:rPr lang="en-US" sz="1867" kern="0" dirty="0">
                <a:solidFill>
                  <a:srgbClr val="FFFFFF"/>
                </a:solidFill>
                <a:latin typeface="Roboto Mono" panose="00000009000000000000" pitchFamily="49" charset="0"/>
                <a:ea typeface="Roboto Mono" panose="00000009000000000000" pitchFamily="49" charset="0"/>
                <a:cs typeface="Arial"/>
                <a:sym typeface="Arial"/>
              </a:rPr>
              <a:t>when you </a:t>
            </a:r>
            <a:r>
              <a:rPr lang="en-US" sz="1867" kern="0" dirty="0">
                <a:solidFill>
                  <a:srgbClr val="8C52FF"/>
                </a:solidFill>
                <a:latin typeface="Roboto Mono" panose="00000009000000000000" pitchFamily="49" charset="0"/>
                <a:ea typeface="Roboto Mono" panose="00000009000000000000" pitchFamily="49" charset="0"/>
                <a:cs typeface="Arial"/>
                <a:sym typeface="Arial"/>
              </a:rPr>
              <a:t>compare it with a variable </a:t>
            </a:r>
            <a:r>
              <a:rPr lang="en-US" sz="1867" kern="0" dirty="0">
                <a:solidFill>
                  <a:srgbClr val="FFFFFF"/>
                </a:solidFill>
                <a:latin typeface="Roboto Mono" panose="00000009000000000000" pitchFamily="49" charset="0"/>
                <a:ea typeface="Roboto Mono" panose="00000009000000000000" pitchFamily="49" charset="0"/>
                <a:cs typeface="Arial"/>
                <a:sym typeface="Arial"/>
              </a:rPr>
              <a:t>to diagnose its internal state</a:t>
            </a:r>
            <a:r>
              <a:rPr lang="en-US" sz="1867" kern="0" dirty="0">
                <a:solidFill>
                  <a:srgbClr val="8C52FF"/>
                </a:solidFill>
                <a:latin typeface="Roboto Mono" panose="00000009000000000000" pitchFamily="49" charset="0"/>
                <a:ea typeface="Roboto Mono" panose="00000009000000000000" pitchFamily="49" charset="0"/>
                <a:cs typeface="Arial"/>
                <a:sym typeface="Arial"/>
              </a:rPr>
              <a:t>.</a:t>
            </a:r>
          </a:p>
          <a:p>
            <a:pPr marL="304815" indent="-304815" defTabSz="609630">
              <a:buClr>
                <a:srgbClr val="FFFFFF"/>
              </a:buClr>
              <a:buFont typeface="Arial" panose="020B0604020202020204" pitchFamily="34" charset="0"/>
              <a:buChar char="•"/>
            </a:pPr>
            <a:endParaRPr lang="en-US" sz="1867" kern="0" dirty="0">
              <a:solidFill>
                <a:srgbClr val="8C52FF"/>
              </a:solidFill>
              <a:latin typeface="Roboto Mono" panose="00000009000000000000" pitchFamily="49" charset="0"/>
              <a:ea typeface="Roboto Mono" panose="00000009000000000000" pitchFamily="49" charset="0"/>
              <a:cs typeface="Arial"/>
              <a:sym typeface="Arial"/>
            </a:endParaRPr>
          </a:p>
          <a:p>
            <a:pPr marL="304815" indent="-304815" defTabSz="609630">
              <a:buClr>
                <a:srgbClr val="FFFFFF"/>
              </a:buClr>
              <a:buFont typeface="Arial" panose="020B0604020202020204" pitchFamily="34" charset="0"/>
              <a:buChar char="•"/>
            </a:pPr>
            <a:endParaRPr lang="en-US" sz="1867" kern="0" dirty="0">
              <a:solidFill>
                <a:srgbClr val="8C52FF"/>
              </a:solidFill>
              <a:latin typeface="Roboto Mono" panose="00000009000000000000" pitchFamily="49" charset="0"/>
              <a:ea typeface="Roboto Mono" panose="00000009000000000000" pitchFamily="49" charset="0"/>
              <a:cs typeface="Arial"/>
              <a:sym typeface="Arial"/>
            </a:endParaRPr>
          </a:p>
        </p:txBody>
      </p:sp>
      <p:sp>
        <p:nvSpPr>
          <p:cNvPr id="6" name="Rectangle 1">
            <a:extLst>
              <a:ext uri="{FF2B5EF4-FFF2-40B4-BE49-F238E27FC236}">
                <a16:creationId xmlns:a16="http://schemas.microsoft.com/office/drawing/2014/main" id="{834BE699-A142-3643-ED27-13B15FAC5A9A}"/>
              </a:ext>
            </a:extLst>
          </p:cNvPr>
          <p:cNvSpPr>
            <a:spLocks noChangeArrowheads="1"/>
          </p:cNvSpPr>
          <p:nvPr/>
        </p:nvSpPr>
        <p:spPr bwMode="auto">
          <a:xfrm>
            <a:off x="101600" y="-215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
        <p:nvSpPr>
          <p:cNvPr id="18" name="Rectangle 1">
            <a:extLst>
              <a:ext uri="{FF2B5EF4-FFF2-40B4-BE49-F238E27FC236}">
                <a16:creationId xmlns:a16="http://schemas.microsoft.com/office/drawing/2014/main" id="{68B6071E-B02C-CB9F-9873-85DEFE5EBD15}"/>
              </a:ext>
            </a:extLst>
          </p:cNvPr>
          <p:cNvSpPr>
            <a:spLocks noChangeArrowheads="1"/>
          </p:cNvSpPr>
          <p:nvPr/>
        </p:nvSpPr>
        <p:spPr bwMode="auto">
          <a:xfrm>
            <a:off x="101600" y="-215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9" name="Rectangle 2">
            <a:extLst>
              <a:ext uri="{FF2B5EF4-FFF2-40B4-BE49-F238E27FC236}">
                <a16:creationId xmlns:a16="http://schemas.microsoft.com/office/drawing/2014/main" id="{E396CFEC-3814-BDB2-AC35-5EADAB7AE311}"/>
              </a:ext>
            </a:extLst>
          </p:cNvPr>
          <p:cNvSpPr>
            <a:spLocks noChangeArrowheads="1"/>
          </p:cNvSpPr>
          <p:nvPr/>
        </p:nvSpPr>
        <p:spPr bwMode="auto">
          <a:xfrm>
            <a:off x="1" y="-112882"/>
            <a:ext cx="4084131" cy="22576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r>
              <a:rPr lang="en-US" altLang="en-US" sz="667" kern="0">
                <a:solidFill>
                  <a:srgbClr val="222222"/>
                </a:solidFill>
                <a:latin typeface="Open Sans" panose="020B0606030504020204" pitchFamily="34" charset="0"/>
                <a:cs typeface="Open Sans" panose="020B0606030504020204" pitchFamily="34" charset="0"/>
                <a:sym typeface="Arial"/>
              </a:rPr>
              <a:t>To get </a:t>
            </a:r>
            <a:r>
              <a:rPr lang="en-US" altLang="en-US" sz="667" b="1" kern="0">
                <a:solidFill>
                  <a:srgbClr val="222222"/>
                </a:solidFill>
                <a:latin typeface="Open Sans" panose="020B0606030504020204" pitchFamily="34" charset="0"/>
                <a:cs typeface="Open Sans" panose="020B0606030504020204" pitchFamily="34" charset="0"/>
                <a:sym typeface="Arial"/>
              </a:rPr>
              <a:t>functions to return a value</a:t>
            </a:r>
            <a:r>
              <a:rPr lang="en-US" altLang="en-US" sz="667" kern="0">
                <a:solidFill>
                  <a:srgbClr val="222222"/>
                </a:solidFill>
                <a:latin typeface="Open Sans" panose="020B0606030504020204" pitchFamily="34" charset="0"/>
                <a:cs typeface="Open Sans" panose="020B0606030504020204" pitchFamily="34" charset="0"/>
                <a:sym typeface="Arial"/>
              </a:rPr>
              <a:t> (but not only for this purpose) you use the </a:t>
            </a:r>
            <a:r>
              <a:rPr lang="en-US" altLang="en-US" sz="667" kern="0">
                <a:solidFill>
                  <a:srgbClr val="333333"/>
                </a:solidFill>
                <a:latin typeface="Courier New" panose="02070309020205020404" pitchFamily="49" charset="0"/>
                <a:cs typeface="Courier New" panose="02070309020205020404" pitchFamily="49" charset="0"/>
                <a:sym typeface="Arial"/>
              </a:rPr>
              <a:t>return</a:t>
            </a:r>
            <a:r>
              <a:rPr lang="en-US" altLang="en-US" sz="667" kern="0">
                <a:solidFill>
                  <a:srgbClr val="222222"/>
                </a:solidFill>
                <a:latin typeface="Open Sans" panose="020B0606030504020204" pitchFamily="34" charset="0"/>
                <a:cs typeface="Open Sans" panose="020B0606030504020204" pitchFamily="34" charset="0"/>
                <a:sym typeface="Arial"/>
              </a:rPr>
              <a:t> instruction.</a:t>
            </a:r>
            <a:r>
              <a:rPr lang="en-US" altLang="en-US" sz="1067" kern="0">
                <a:solidFill>
                  <a:srgbClr val="000000"/>
                </a:solidFill>
                <a:cs typeface="Arial"/>
                <a:sym typeface="Arial"/>
              </a:rPr>
              <a:t> </a:t>
            </a:r>
            <a:endParaRPr lang="en-US" altLang="en-US" sz="1200" kern="0">
              <a:solidFill>
                <a:srgbClr val="000000"/>
              </a:solidFill>
              <a:cs typeface="Arial"/>
              <a:sym typeface="Arial"/>
            </a:endParaRPr>
          </a:p>
        </p:txBody>
      </p:sp>
      <p:sp>
        <p:nvSpPr>
          <p:cNvPr id="8" name="Rectangle 1">
            <a:extLst>
              <a:ext uri="{FF2B5EF4-FFF2-40B4-BE49-F238E27FC236}">
                <a16:creationId xmlns:a16="http://schemas.microsoft.com/office/drawing/2014/main" id="{DEB25243-E4E6-3F44-BA50-248FABC32517}"/>
              </a:ext>
            </a:extLst>
          </p:cNvPr>
          <p:cNvSpPr>
            <a:spLocks noChangeArrowheads="1"/>
          </p:cNvSpPr>
          <p:nvPr/>
        </p:nvSpPr>
        <p:spPr bwMode="auto">
          <a:xfrm>
            <a:off x="0" y="2929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1" name="Rectangle 2">
            <a:extLst>
              <a:ext uri="{FF2B5EF4-FFF2-40B4-BE49-F238E27FC236}">
                <a16:creationId xmlns:a16="http://schemas.microsoft.com/office/drawing/2014/main" id="{3FFB21B6-563A-0CE3-D117-E134D41EA84E}"/>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p>
            <a:pPr defTabSz="609630" eaLnBrk="0" fontAlgn="base" hangingPunct="0">
              <a:spcBef>
                <a:spcPct val="0"/>
              </a:spcBef>
              <a:spcAft>
                <a:spcPct val="0"/>
              </a:spcAft>
            </a:pPr>
            <a:endParaRPr lang="en-US" altLang="en-US" sz="1200" kern="0" dirty="0">
              <a:solidFill>
                <a:srgbClr val="000000"/>
              </a:solidFill>
              <a:latin typeface="Arial" panose="020B0604020202020204" pitchFamily="34" charset="0"/>
              <a:cs typeface="Arial"/>
              <a:sym typeface="Arial"/>
            </a:endParaRPr>
          </a:p>
        </p:txBody>
      </p:sp>
    </p:spTree>
    <p:extLst>
      <p:ext uri="{BB962C8B-B14F-4D97-AF65-F5344CB8AC3E}">
        <p14:creationId xmlns:p14="http://schemas.microsoft.com/office/powerpoint/2010/main" val="2202412994"/>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24042" y="217287"/>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a:solidFill>
            <a:schemeClr val="accent1"/>
          </a:solidFill>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59"/>
            <a:ext cx="10326008" cy="812530"/>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4400" kern="0" dirty="0">
                <a:solidFill>
                  <a:srgbClr val="FFFFFF"/>
                </a:solidFill>
                <a:latin typeface="Courier"/>
                <a:cs typeface="Arial"/>
                <a:sym typeface="Courier"/>
              </a:rPr>
              <a:t>None Value</a:t>
            </a:r>
            <a:endParaRPr sz="4400"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15" name="TextBox 14">
            <a:extLst>
              <a:ext uri="{FF2B5EF4-FFF2-40B4-BE49-F238E27FC236}">
                <a16:creationId xmlns:a16="http://schemas.microsoft.com/office/drawing/2014/main" id="{8DA25672-7638-9F05-96BC-155361E6A7BC}"/>
              </a:ext>
            </a:extLst>
          </p:cNvPr>
          <p:cNvSpPr txBox="1"/>
          <p:nvPr/>
        </p:nvSpPr>
        <p:spPr>
          <a:xfrm>
            <a:off x="997460" y="2484243"/>
            <a:ext cx="10251248" cy="1241622"/>
          </a:xfrm>
          <a:prstGeom prst="rect">
            <a:avLst/>
          </a:prstGeom>
          <a:noFill/>
        </p:spPr>
        <p:txBody>
          <a:bodyPr wrap="square">
            <a:spAutoFit/>
          </a:bodyPr>
          <a:lstStyle/>
          <a:p>
            <a:pPr defTabSz="609630">
              <a:buClr>
                <a:srgbClr val="FFFFFF"/>
              </a:buClr>
            </a:pPr>
            <a:r>
              <a:rPr lang="en-US" sz="1867" kern="0" dirty="0">
                <a:solidFill>
                  <a:srgbClr val="FFFFFF"/>
                </a:solidFill>
                <a:latin typeface="Roboto Mono" panose="00000009000000000000" pitchFamily="49" charset="0"/>
                <a:ea typeface="Roboto Mono" panose="00000009000000000000" pitchFamily="49" charset="0"/>
                <a:cs typeface="Arial"/>
                <a:sym typeface="Arial"/>
              </a:rPr>
              <a:t>Don't forget this: if a function doesn't return a certain value using a return expression clause, it is assumed that it </a:t>
            </a:r>
            <a:r>
              <a:rPr lang="en-US" sz="1867" kern="0" dirty="0">
                <a:solidFill>
                  <a:srgbClr val="8C52FF"/>
                </a:solidFill>
                <a:latin typeface="Roboto Mono" panose="00000009000000000000" pitchFamily="49" charset="0"/>
                <a:ea typeface="Roboto Mono" panose="00000009000000000000" pitchFamily="49" charset="0"/>
                <a:cs typeface="Arial"/>
                <a:sym typeface="Arial"/>
              </a:rPr>
              <a:t>implicitly returns None.</a:t>
            </a:r>
            <a:r>
              <a:rPr lang="en-US" sz="1867" kern="0" dirty="0">
                <a:solidFill>
                  <a:srgbClr val="FFFFFF"/>
                </a:solidFill>
                <a:latin typeface="Roboto Mono" panose="00000009000000000000" pitchFamily="49" charset="0"/>
                <a:ea typeface="Roboto Mono" panose="00000009000000000000" pitchFamily="49" charset="0"/>
                <a:cs typeface="Arial"/>
                <a:sym typeface="Arial"/>
              </a:rPr>
              <a:t> </a:t>
            </a:r>
            <a:endParaRPr lang="en-US" sz="1867" kern="0" dirty="0">
              <a:solidFill>
                <a:srgbClr val="8C52FF"/>
              </a:solidFill>
              <a:latin typeface="Roboto Mono" panose="00000009000000000000" pitchFamily="49" charset="0"/>
              <a:ea typeface="Roboto Mono" panose="00000009000000000000" pitchFamily="49" charset="0"/>
              <a:cs typeface="Arial"/>
              <a:sym typeface="Arial"/>
            </a:endParaRPr>
          </a:p>
          <a:p>
            <a:pPr marL="304815" indent="-304815" defTabSz="609630">
              <a:buClr>
                <a:srgbClr val="FFFFFF"/>
              </a:buClr>
              <a:buFont typeface="Arial" panose="020B0604020202020204" pitchFamily="34" charset="0"/>
              <a:buChar char="•"/>
            </a:pPr>
            <a:endParaRPr lang="en-US" sz="1867" kern="0" dirty="0">
              <a:solidFill>
                <a:srgbClr val="8C52FF"/>
              </a:solidFill>
              <a:latin typeface="Roboto Mono" panose="00000009000000000000" pitchFamily="49" charset="0"/>
              <a:ea typeface="Roboto Mono" panose="00000009000000000000" pitchFamily="49" charset="0"/>
              <a:cs typeface="Arial"/>
              <a:sym typeface="Arial"/>
            </a:endParaRPr>
          </a:p>
        </p:txBody>
      </p:sp>
      <p:pic>
        <p:nvPicPr>
          <p:cNvPr id="21" name="Picture 20">
            <a:extLst>
              <a:ext uri="{FF2B5EF4-FFF2-40B4-BE49-F238E27FC236}">
                <a16:creationId xmlns:a16="http://schemas.microsoft.com/office/drawing/2014/main" id="{C5D041C1-4CF2-9CE1-1C1E-F95C6009C993}"/>
              </a:ext>
            </a:extLst>
          </p:cNvPr>
          <p:cNvPicPr>
            <a:picLocks noChangeAspect="1"/>
          </p:cNvPicPr>
          <p:nvPr/>
        </p:nvPicPr>
        <p:blipFill>
          <a:blip r:embed="rId3"/>
          <a:stretch>
            <a:fillRect/>
          </a:stretch>
        </p:blipFill>
        <p:spPr>
          <a:xfrm>
            <a:off x="1871480" y="3937412"/>
            <a:ext cx="8837133" cy="1944602"/>
          </a:xfrm>
          <a:prstGeom prst="rect">
            <a:avLst/>
          </a:prstGeom>
        </p:spPr>
      </p:pic>
    </p:spTree>
    <p:extLst>
      <p:ext uri="{BB962C8B-B14F-4D97-AF65-F5344CB8AC3E}">
        <p14:creationId xmlns:p14="http://schemas.microsoft.com/office/powerpoint/2010/main" val="1974607914"/>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24042" y="217287"/>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a:solidFill>
            <a:schemeClr val="accent1"/>
          </a:solidFill>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59"/>
            <a:ext cx="10326008" cy="812530"/>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4400" kern="0" dirty="0">
                <a:solidFill>
                  <a:srgbClr val="FFFFFF"/>
                </a:solidFill>
                <a:latin typeface="Courier"/>
                <a:cs typeface="Arial"/>
                <a:sym typeface="Courier"/>
              </a:rPr>
              <a:t>None Value</a:t>
            </a:r>
            <a:endParaRPr sz="4400"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15" name="TextBox 14">
            <a:extLst>
              <a:ext uri="{FF2B5EF4-FFF2-40B4-BE49-F238E27FC236}">
                <a16:creationId xmlns:a16="http://schemas.microsoft.com/office/drawing/2014/main" id="{8DA25672-7638-9F05-96BC-155361E6A7BC}"/>
              </a:ext>
            </a:extLst>
          </p:cNvPr>
          <p:cNvSpPr txBox="1"/>
          <p:nvPr/>
        </p:nvSpPr>
        <p:spPr>
          <a:xfrm>
            <a:off x="997460" y="2484243"/>
            <a:ext cx="10251248" cy="954300"/>
          </a:xfrm>
          <a:prstGeom prst="rect">
            <a:avLst/>
          </a:prstGeom>
          <a:noFill/>
        </p:spPr>
        <p:txBody>
          <a:bodyPr wrap="square">
            <a:spAutoFit/>
          </a:bodyPr>
          <a:lstStyle/>
          <a:p>
            <a:pPr defTabSz="609630">
              <a:buClr>
                <a:srgbClr val="FFFFFF"/>
              </a:buClr>
            </a:pPr>
            <a:r>
              <a:rPr lang="en-US" sz="1867" kern="0" dirty="0">
                <a:solidFill>
                  <a:srgbClr val="FFFFFF"/>
                </a:solidFill>
                <a:latin typeface="Roboto Mono" panose="00000009000000000000" pitchFamily="49" charset="0"/>
                <a:ea typeface="Roboto Mono" panose="00000009000000000000" pitchFamily="49" charset="0"/>
                <a:cs typeface="Arial"/>
                <a:sym typeface="Arial"/>
              </a:rPr>
              <a:t>Print(</a:t>
            </a:r>
            <a:r>
              <a:rPr lang="en-US" sz="1867" kern="0" dirty="0" err="1">
                <a:solidFill>
                  <a:srgbClr val="FFFFFF"/>
                </a:solidFill>
                <a:latin typeface="Roboto Mono" panose="00000009000000000000" pitchFamily="49" charset="0"/>
                <a:ea typeface="Roboto Mono" panose="00000009000000000000" pitchFamily="49" charset="0"/>
                <a:cs typeface="Arial"/>
                <a:sym typeface="Arial"/>
              </a:rPr>
              <a:t>strange_function</a:t>
            </a:r>
            <a:r>
              <a:rPr lang="en-US" sz="1867" kern="0" dirty="0">
                <a:solidFill>
                  <a:srgbClr val="FFFFFF"/>
                </a:solidFill>
                <a:latin typeface="Roboto Mono" panose="00000009000000000000" pitchFamily="49" charset="0"/>
                <a:ea typeface="Roboto Mono" panose="00000009000000000000" pitchFamily="49" charset="0"/>
                <a:cs typeface="Arial"/>
                <a:sym typeface="Arial"/>
              </a:rPr>
              <a:t>(2))</a:t>
            </a:r>
          </a:p>
          <a:p>
            <a:pPr defTabSz="609630">
              <a:buClr>
                <a:srgbClr val="FFFFFF"/>
              </a:buClr>
            </a:pPr>
            <a:r>
              <a:rPr lang="en-US" sz="1867" kern="0" dirty="0">
                <a:solidFill>
                  <a:srgbClr val="FFFFFF"/>
                </a:solidFill>
                <a:latin typeface="Roboto Mono" panose="00000009000000000000" pitchFamily="49" charset="0"/>
                <a:ea typeface="Roboto Mono" panose="00000009000000000000" pitchFamily="49" charset="0"/>
                <a:cs typeface="Arial"/>
                <a:sym typeface="Arial"/>
              </a:rPr>
              <a:t>Print(</a:t>
            </a:r>
            <a:r>
              <a:rPr lang="en-US" sz="1867" kern="0" dirty="0" err="1">
                <a:solidFill>
                  <a:srgbClr val="FFFFFF"/>
                </a:solidFill>
                <a:latin typeface="Roboto Mono" panose="00000009000000000000" pitchFamily="49" charset="0"/>
                <a:ea typeface="Roboto Mono" panose="00000009000000000000" pitchFamily="49" charset="0"/>
                <a:cs typeface="Arial"/>
                <a:sym typeface="Arial"/>
              </a:rPr>
              <a:t>strange_function</a:t>
            </a:r>
            <a:r>
              <a:rPr lang="en-US" sz="1867" kern="0" dirty="0">
                <a:solidFill>
                  <a:srgbClr val="FFFFFF"/>
                </a:solidFill>
                <a:latin typeface="Roboto Mono" panose="00000009000000000000" pitchFamily="49" charset="0"/>
                <a:ea typeface="Roboto Mono" panose="00000009000000000000" pitchFamily="49" charset="0"/>
                <a:cs typeface="Arial"/>
                <a:sym typeface="Arial"/>
              </a:rPr>
              <a:t>(1))</a:t>
            </a:r>
            <a:endParaRPr lang="en-US" sz="1867" kern="0" dirty="0">
              <a:solidFill>
                <a:srgbClr val="8C52FF"/>
              </a:solidFill>
              <a:latin typeface="Roboto Mono" panose="00000009000000000000" pitchFamily="49" charset="0"/>
              <a:ea typeface="Roboto Mono" panose="00000009000000000000" pitchFamily="49" charset="0"/>
              <a:cs typeface="Arial"/>
              <a:sym typeface="Arial"/>
            </a:endParaRPr>
          </a:p>
          <a:p>
            <a:pPr marL="304815" indent="-304815" defTabSz="609630">
              <a:buClr>
                <a:srgbClr val="FFFFFF"/>
              </a:buClr>
              <a:buFont typeface="Arial" panose="020B0604020202020204" pitchFamily="34" charset="0"/>
              <a:buChar char="•"/>
            </a:pPr>
            <a:endParaRPr lang="en-US" sz="1867" kern="0" dirty="0">
              <a:solidFill>
                <a:srgbClr val="8C52FF"/>
              </a:solidFill>
              <a:latin typeface="Roboto Mono" panose="00000009000000000000" pitchFamily="49" charset="0"/>
              <a:ea typeface="Roboto Mono" panose="00000009000000000000" pitchFamily="49" charset="0"/>
              <a:cs typeface="Arial"/>
              <a:sym typeface="Arial"/>
            </a:endParaRPr>
          </a:p>
        </p:txBody>
      </p:sp>
      <p:pic>
        <p:nvPicPr>
          <p:cNvPr id="4" name="Picture 3" descr="A screenshot of a computer&#10;&#10;Description automatically generated">
            <a:extLst>
              <a:ext uri="{FF2B5EF4-FFF2-40B4-BE49-F238E27FC236}">
                <a16:creationId xmlns:a16="http://schemas.microsoft.com/office/drawing/2014/main" id="{65363FE8-F299-669D-7E8A-AB4A6673C3F1}"/>
              </a:ext>
            </a:extLst>
          </p:cNvPr>
          <p:cNvPicPr>
            <a:picLocks noChangeAspect="1"/>
          </p:cNvPicPr>
          <p:nvPr/>
        </p:nvPicPr>
        <p:blipFill>
          <a:blip r:embed="rId3"/>
          <a:stretch>
            <a:fillRect/>
          </a:stretch>
        </p:blipFill>
        <p:spPr>
          <a:xfrm>
            <a:off x="1015964" y="3876882"/>
            <a:ext cx="6782540" cy="1599654"/>
          </a:xfrm>
          <a:prstGeom prst="rect">
            <a:avLst/>
          </a:prstGeom>
        </p:spPr>
      </p:pic>
      <p:sp>
        <p:nvSpPr>
          <p:cNvPr id="6" name="TextBox 5">
            <a:extLst>
              <a:ext uri="{FF2B5EF4-FFF2-40B4-BE49-F238E27FC236}">
                <a16:creationId xmlns:a16="http://schemas.microsoft.com/office/drawing/2014/main" id="{62CA14CA-46BB-D6B7-BE01-F7656B4FD7DB}"/>
              </a:ext>
            </a:extLst>
          </p:cNvPr>
          <p:cNvSpPr txBox="1"/>
          <p:nvPr/>
        </p:nvSpPr>
        <p:spPr>
          <a:xfrm>
            <a:off x="8128036" y="4224869"/>
            <a:ext cx="6096000" cy="995016"/>
          </a:xfrm>
          <a:prstGeom prst="rect">
            <a:avLst/>
          </a:prstGeom>
          <a:noFill/>
        </p:spPr>
        <p:txBody>
          <a:bodyPr wrap="square">
            <a:spAutoFit/>
          </a:bodyPr>
          <a:lstStyle/>
          <a:p>
            <a:pPr defTabSz="609630">
              <a:buClr>
                <a:srgbClr val="000000"/>
              </a:buClr>
            </a:pPr>
            <a:r>
              <a:rPr lang="en-MY" sz="2933" kern="0" dirty="0">
                <a:solidFill>
                  <a:srgbClr val="8C52FF"/>
                </a:solidFill>
                <a:highlight>
                  <a:srgbClr val="FFFFFF"/>
                </a:highlight>
                <a:latin typeface="Courier New" panose="02070309020205020404" pitchFamily="49" charset="0"/>
                <a:cs typeface="Arial"/>
                <a:sym typeface="Arial"/>
              </a:rPr>
              <a:t>True</a:t>
            </a:r>
          </a:p>
          <a:p>
            <a:pPr defTabSz="609630">
              <a:buClr>
                <a:srgbClr val="000000"/>
              </a:buClr>
            </a:pPr>
            <a:r>
              <a:rPr lang="en-MY" sz="2933" kern="0" dirty="0">
                <a:solidFill>
                  <a:srgbClr val="8C52FF"/>
                </a:solidFill>
                <a:highlight>
                  <a:srgbClr val="FFFFFF"/>
                </a:highlight>
                <a:latin typeface="Courier New" panose="02070309020205020404" pitchFamily="49" charset="0"/>
                <a:cs typeface="Arial"/>
                <a:sym typeface="Arial"/>
              </a:rPr>
              <a:t>None</a:t>
            </a:r>
            <a:endParaRPr lang="en-MY" sz="2933" kern="0" dirty="0">
              <a:solidFill>
                <a:srgbClr val="8C52FF"/>
              </a:solidFill>
              <a:latin typeface="Arial"/>
              <a:cs typeface="Arial"/>
              <a:sym typeface="Arial"/>
            </a:endParaRPr>
          </a:p>
        </p:txBody>
      </p:sp>
    </p:spTree>
    <p:extLst>
      <p:ext uri="{BB962C8B-B14F-4D97-AF65-F5344CB8AC3E}">
        <p14:creationId xmlns:p14="http://schemas.microsoft.com/office/powerpoint/2010/main" val="3591085198"/>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24042" y="175961"/>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a:solidFill>
            <a:schemeClr val="accent1"/>
          </a:solidFill>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59"/>
            <a:ext cx="10326008" cy="812530"/>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4400" kern="0" dirty="0">
                <a:solidFill>
                  <a:srgbClr val="FFFFFF"/>
                </a:solidFill>
                <a:latin typeface="Courier"/>
                <a:cs typeface="Arial"/>
                <a:sym typeface="Courier"/>
              </a:rPr>
              <a:t>Simple Function: BMI</a:t>
            </a:r>
            <a:endParaRPr sz="4400"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pic>
        <p:nvPicPr>
          <p:cNvPr id="3074" name="Picture 2" descr="BMI equals weight in kilograms divided by height in meters squared">
            <a:extLst>
              <a:ext uri="{FF2B5EF4-FFF2-40B4-BE49-F238E27FC236}">
                <a16:creationId xmlns:a16="http://schemas.microsoft.com/office/drawing/2014/main" id="{51406546-8474-E4CF-7496-DE6712A8013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06970" y="3651151"/>
            <a:ext cx="3968750" cy="1517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11544613"/>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24042" y="175961"/>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a:solidFill>
            <a:schemeClr val="accent1"/>
          </a:solidFill>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59"/>
            <a:ext cx="10326008" cy="812530"/>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4400" kern="0" dirty="0">
                <a:solidFill>
                  <a:srgbClr val="FFFFFF"/>
                </a:solidFill>
                <a:latin typeface="Courier"/>
                <a:cs typeface="Arial"/>
                <a:sym typeface="Courier"/>
              </a:rPr>
              <a:t>Simple Function: Factorial</a:t>
            </a:r>
            <a:endParaRPr sz="4400"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pic>
        <p:nvPicPr>
          <p:cNvPr id="4098" name="Picture 2" descr="What is a Factorial? | Quality Gurus">
            <a:extLst>
              <a:ext uri="{FF2B5EF4-FFF2-40B4-BE49-F238E27FC236}">
                <a16:creationId xmlns:a16="http://schemas.microsoft.com/office/drawing/2014/main" id="{DEFEAC4E-37EE-0F50-D881-1AD2CB48519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29599" y="2286407"/>
            <a:ext cx="7123492" cy="40569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74210550"/>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24042" y="175961"/>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a:solidFill>
            <a:schemeClr val="accent1"/>
          </a:solidFill>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59"/>
            <a:ext cx="10326008" cy="812530"/>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4400" kern="0" dirty="0">
                <a:solidFill>
                  <a:srgbClr val="FFFFFF"/>
                </a:solidFill>
                <a:latin typeface="Courier"/>
                <a:cs typeface="Arial"/>
                <a:sym typeface="Courier"/>
              </a:rPr>
              <a:t>Simple Function: Fibonacci</a:t>
            </a:r>
            <a:endParaRPr sz="4400"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pic>
        <p:nvPicPr>
          <p:cNvPr id="5122" name="Picture 2" descr="What is the Fibonacci sequence? - Answered - Twinkl teaching Wiki">
            <a:extLst>
              <a:ext uri="{FF2B5EF4-FFF2-40B4-BE49-F238E27FC236}">
                <a16:creationId xmlns:a16="http://schemas.microsoft.com/office/drawing/2014/main" id="{A3B441F8-FE67-B554-2135-73A3E06C53D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02001" y="2544097"/>
            <a:ext cx="4784799" cy="34348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73142128"/>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24042" y="175961"/>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a:solidFill>
            <a:schemeClr val="accent1"/>
          </a:solidFill>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59"/>
            <a:ext cx="10326008" cy="812530"/>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4400" kern="0" dirty="0">
                <a:solidFill>
                  <a:srgbClr val="FFFFFF"/>
                </a:solidFill>
                <a:latin typeface="Courier"/>
                <a:cs typeface="Arial"/>
                <a:sym typeface="Courier"/>
              </a:rPr>
              <a:t>Recursion</a:t>
            </a:r>
            <a:endParaRPr sz="4400"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3" name="TextBox 2">
            <a:extLst>
              <a:ext uri="{FF2B5EF4-FFF2-40B4-BE49-F238E27FC236}">
                <a16:creationId xmlns:a16="http://schemas.microsoft.com/office/drawing/2014/main" id="{567ABB2D-07BD-A630-C415-E04113EFD27D}"/>
              </a:ext>
            </a:extLst>
          </p:cNvPr>
          <p:cNvSpPr txBox="1"/>
          <p:nvPr/>
        </p:nvSpPr>
        <p:spPr>
          <a:xfrm>
            <a:off x="997460" y="2484243"/>
            <a:ext cx="10251248" cy="666977"/>
          </a:xfrm>
          <a:prstGeom prst="rect">
            <a:avLst/>
          </a:prstGeom>
          <a:noFill/>
        </p:spPr>
        <p:txBody>
          <a:bodyPr wrap="square">
            <a:spAutoFit/>
          </a:bodyPr>
          <a:lstStyle/>
          <a:p>
            <a:pPr marL="304815" indent="-304815" defTabSz="609630">
              <a:buClr>
                <a:srgbClr val="FFFFFF"/>
              </a:buClr>
              <a:buFont typeface="Arial" panose="020B0604020202020204" pitchFamily="34" charset="0"/>
              <a:buChar char="•"/>
            </a:pPr>
            <a:r>
              <a:rPr lang="en-US" sz="1867" kern="0" dirty="0">
                <a:solidFill>
                  <a:srgbClr val="FFFFFF"/>
                </a:solidFill>
                <a:latin typeface="Roboto Mono" panose="00000009000000000000" pitchFamily="49" charset="0"/>
                <a:ea typeface="Roboto Mono" panose="00000009000000000000" pitchFamily="49" charset="0"/>
                <a:cs typeface="Arial"/>
                <a:sym typeface="Arial"/>
              </a:rPr>
              <a:t>recursion is </a:t>
            </a:r>
            <a:r>
              <a:rPr lang="en-US" sz="1867" kern="0" dirty="0">
                <a:solidFill>
                  <a:srgbClr val="8C52FF"/>
                </a:solidFill>
                <a:latin typeface="Roboto Mono" panose="00000009000000000000" pitchFamily="49" charset="0"/>
                <a:ea typeface="Roboto Mono" panose="00000009000000000000" pitchFamily="49" charset="0"/>
                <a:cs typeface="Arial"/>
                <a:sym typeface="Arial"/>
              </a:rPr>
              <a:t>a technique where a function invokes itself.</a:t>
            </a:r>
          </a:p>
          <a:p>
            <a:pPr marL="304815" indent="-304815" defTabSz="609630">
              <a:buClr>
                <a:srgbClr val="FFFFFF"/>
              </a:buClr>
              <a:buFont typeface="Arial" panose="020B0604020202020204" pitchFamily="34" charset="0"/>
              <a:buChar char="•"/>
            </a:pPr>
            <a:r>
              <a:rPr lang="en-US" sz="1867" kern="0" dirty="0">
                <a:solidFill>
                  <a:srgbClr val="FFFFFF"/>
                </a:solidFill>
                <a:latin typeface="Roboto Mono" panose="00000009000000000000" pitchFamily="49" charset="0"/>
                <a:ea typeface="Roboto Mono" panose="00000009000000000000" pitchFamily="49" charset="0"/>
                <a:cs typeface="Arial"/>
                <a:sym typeface="Arial"/>
              </a:rPr>
              <a:t>The Fibonacci numbers definition is a clear example of recursion.</a:t>
            </a:r>
          </a:p>
        </p:txBody>
      </p:sp>
      <p:pic>
        <p:nvPicPr>
          <p:cNvPr id="5" name="Picture 4">
            <a:extLst>
              <a:ext uri="{FF2B5EF4-FFF2-40B4-BE49-F238E27FC236}">
                <a16:creationId xmlns:a16="http://schemas.microsoft.com/office/drawing/2014/main" id="{218C2C46-EEE7-3C4C-C656-F2DCC95077BB}"/>
              </a:ext>
            </a:extLst>
          </p:cNvPr>
          <p:cNvPicPr>
            <a:picLocks noChangeAspect="1"/>
          </p:cNvPicPr>
          <p:nvPr/>
        </p:nvPicPr>
        <p:blipFill>
          <a:blip r:embed="rId3"/>
          <a:stretch>
            <a:fillRect/>
          </a:stretch>
        </p:blipFill>
        <p:spPr>
          <a:xfrm>
            <a:off x="3435631" y="3499018"/>
            <a:ext cx="5063247" cy="2190828"/>
          </a:xfrm>
          <a:prstGeom prst="rect">
            <a:avLst/>
          </a:prstGeom>
        </p:spPr>
      </p:pic>
    </p:spTree>
    <p:extLst>
      <p:ext uri="{BB962C8B-B14F-4D97-AF65-F5344CB8AC3E}">
        <p14:creationId xmlns:p14="http://schemas.microsoft.com/office/powerpoint/2010/main" val="871128152"/>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24042" y="175961"/>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a:solidFill>
            <a:schemeClr val="accent1"/>
          </a:solidFill>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59"/>
            <a:ext cx="10326008" cy="812530"/>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4400" kern="0" dirty="0">
                <a:solidFill>
                  <a:srgbClr val="FFFFFF"/>
                </a:solidFill>
                <a:latin typeface="Courier"/>
                <a:cs typeface="Arial"/>
                <a:sym typeface="Courier"/>
              </a:rPr>
              <a:t>Recursion</a:t>
            </a:r>
            <a:endParaRPr sz="4400"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3" name="TextBox 2">
            <a:extLst>
              <a:ext uri="{FF2B5EF4-FFF2-40B4-BE49-F238E27FC236}">
                <a16:creationId xmlns:a16="http://schemas.microsoft.com/office/drawing/2014/main" id="{567ABB2D-07BD-A630-C415-E04113EFD27D}"/>
              </a:ext>
            </a:extLst>
          </p:cNvPr>
          <p:cNvSpPr txBox="1"/>
          <p:nvPr/>
        </p:nvSpPr>
        <p:spPr>
          <a:xfrm>
            <a:off x="997460" y="2484243"/>
            <a:ext cx="10251248" cy="379656"/>
          </a:xfrm>
          <a:prstGeom prst="rect">
            <a:avLst/>
          </a:prstGeom>
          <a:noFill/>
        </p:spPr>
        <p:txBody>
          <a:bodyPr wrap="square">
            <a:spAutoFit/>
          </a:bodyPr>
          <a:lstStyle/>
          <a:p>
            <a:pPr marL="304815" indent="-304815" defTabSz="609630">
              <a:buClr>
                <a:srgbClr val="FFFFFF"/>
              </a:buClr>
              <a:buFont typeface="Arial" panose="020B0604020202020204" pitchFamily="34" charset="0"/>
              <a:buChar char="•"/>
            </a:pPr>
            <a:r>
              <a:rPr lang="en-US" sz="1867" kern="0" dirty="0">
                <a:solidFill>
                  <a:srgbClr val="FFFFFF"/>
                </a:solidFill>
                <a:latin typeface="Roboto Mono" panose="00000009000000000000" pitchFamily="49" charset="0"/>
                <a:ea typeface="Roboto Mono" panose="00000009000000000000" pitchFamily="49" charset="0"/>
                <a:cs typeface="Arial"/>
                <a:sym typeface="Arial"/>
              </a:rPr>
              <a:t>Can make it more simplified</a:t>
            </a:r>
          </a:p>
        </p:txBody>
      </p:sp>
      <p:pic>
        <p:nvPicPr>
          <p:cNvPr id="6" name="Picture 5">
            <a:extLst>
              <a:ext uri="{FF2B5EF4-FFF2-40B4-BE49-F238E27FC236}">
                <a16:creationId xmlns:a16="http://schemas.microsoft.com/office/drawing/2014/main" id="{5293774E-C05A-4A3F-0935-29901C39ACCF}"/>
              </a:ext>
            </a:extLst>
          </p:cNvPr>
          <p:cNvPicPr>
            <a:picLocks noChangeAspect="1"/>
          </p:cNvPicPr>
          <p:nvPr/>
        </p:nvPicPr>
        <p:blipFill>
          <a:blip r:embed="rId3"/>
          <a:stretch>
            <a:fillRect/>
          </a:stretch>
        </p:blipFill>
        <p:spPr>
          <a:xfrm>
            <a:off x="3222203" y="3487992"/>
            <a:ext cx="6135687" cy="2207549"/>
          </a:xfrm>
          <a:prstGeom prst="rect">
            <a:avLst/>
          </a:prstGeom>
        </p:spPr>
      </p:pic>
    </p:spTree>
    <p:extLst>
      <p:ext uri="{BB962C8B-B14F-4D97-AF65-F5344CB8AC3E}">
        <p14:creationId xmlns:p14="http://schemas.microsoft.com/office/powerpoint/2010/main" val="346891225"/>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24042" y="217287"/>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a:solidFill>
            <a:schemeClr val="accent1"/>
          </a:solidFill>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59"/>
            <a:ext cx="10326008" cy="812530"/>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4400" kern="0" dirty="0">
                <a:solidFill>
                  <a:srgbClr val="FFFFFF"/>
                </a:solidFill>
                <a:latin typeface="Courier"/>
                <a:cs typeface="Arial"/>
                <a:sym typeface="Courier"/>
              </a:rPr>
              <a:t>List and Function</a:t>
            </a:r>
            <a:endParaRPr sz="4400"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15" name="TextBox 14">
            <a:extLst>
              <a:ext uri="{FF2B5EF4-FFF2-40B4-BE49-F238E27FC236}">
                <a16:creationId xmlns:a16="http://schemas.microsoft.com/office/drawing/2014/main" id="{8DA25672-7638-9F05-96BC-155361E6A7BC}"/>
              </a:ext>
            </a:extLst>
          </p:cNvPr>
          <p:cNvSpPr txBox="1"/>
          <p:nvPr/>
        </p:nvSpPr>
        <p:spPr>
          <a:xfrm>
            <a:off x="997460" y="2484243"/>
            <a:ext cx="10251248" cy="1528945"/>
          </a:xfrm>
          <a:prstGeom prst="rect">
            <a:avLst/>
          </a:prstGeom>
          <a:noFill/>
        </p:spPr>
        <p:txBody>
          <a:bodyPr wrap="square">
            <a:spAutoFit/>
          </a:bodyPr>
          <a:lstStyle/>
          <a:p>
            <a:pPr defTabSz="609630">
              <a:buClr>
                <a:srgbClr val="FFFFFF"/>
              </a:buClr>
            </a:pPr>
            <a:r>
              <a:rPr lang="en-US" sz="1867" kern="0" dirty="0">
                <a:solidFill>
                  <a:srgbClr val="FFFFFF"/>
                </a:solidFill>
                <a:latin typeface="Roboto Mono" panose="00000009000000000000" pitchFamily="49" charset="0"/>
                <a:ea typeface="Roboto Mono" panose="00000009000000000000" pitchFamily="49" charset="0"/>
                <a:cs typeface="Arial"/>
                <a:sym typeface="Arial"/>
              </a:rPr>
              <a:t>There are two additional questions that should be answered here.</a:t>
            </a:r>
          </a:p>
          <a:p>
            <a:pPr defTabSz="609630">
              <a:buClr>
                <a:srgbClr val="FFFFFF"/>
              </a:buClr>
            </a:pPr>
            <a:endParaRPr lang="en-US" sz="1867" kern="0" dirty="0">
              <a:solidFill>
                <a:srgbClr val="FFFFFF"/>
              </a:solidFill>
              <a:latin typeface="Roboto Mono" panose="00000009000000000000" pitchFamily="49" charset="0"/>
              <a:ea typeface="Roboto Mono" panose="00000009000000000000" pitchFamily="49" charset="0"/>
              <a:cs typeface="Arial"/>
              <a:sym typeface="Arial"/>
            </a:endParaRPr>
          </a:p>
          <a:p>
            <a:pPr marL="304815" indent="-304815" defTabSz="609630">
              <a:buClr>
                <a:srgbClr val="FFFFFF"/>
              </a:buClr>
              <a:buFont typeface="Arial" panose="020B0604020202020204" pitchFamily="34" charset="0"/>
              <a:buChar char="•"/>
            </a:pPr>
            <a:r>
              <a:rPr lang="en-US" sz="1867" kern="0" dirty="0">
                <a:solidFill>
                  <a:srgbClr val="FFFFFF"/>
                </a:solidFill>
                <a:latin typeface="Roboto Mono" panose="00000009000000000000" pitchFamily="49" charset="0"/>
                <a:ea typeface="Roboto Mono" panose="00000009000000000000" pitchFamily="49" charset="0"/>
                <a:cs typeface="Arial"/>
                <a:sym typeface="Arial"/>
              </a:rPr>
              <a:t>The first is: may a list be sent to a function as an argument?</a:t>
            </a:r>
          </a:p>
          <a:p>
            <a:pPr defTabSz="609630">
              <a:buClr>
                <a:srgbClr val="FFFFFF"/>
              </a:buClr>
            </a:pPr>
            <a:endParaRPr lang="en-US" sz="1867" kern="0" dirty="0">
              <a:solidFill>
                <a:srgbClr val="FFFFFF"/>
              </a:solidFill>
              <a:latin typeface="Roboto Mono" panose="00000009000000000000" pitchFamily="49" charset="0"/>
              <a:ea typeface="Roboto Mono" panose="00000009000000000000" pitchFamily="49" charset="0"/>
              <a:cs typeface="Arial"/>
              <a:sym typeface="Arial"/>
            </a:endParaRPr>
          </a:p>
          <a:p>
            <a:pPr marL="304815" indent="-304815" defTabSz="609630">
              <a:buClr>
                <a:srgbClr val="FFFFFF"/>
              </a:buClr>
              <a:buFont typeface="Arial" panose="020B0604020202020204" pitchFamily="34" charset="0"/>
              <a:buChar char="•"/>
            </a:pPr>
            <a:r>
              <a:rPr lang="en-US" sz="1867" kern="0" dirty="0">
                <a:solidFill>
                  <a:srgbClr val="FFFFFF"/>
                </a:solidFill>
                <a:latin typeface="Roboto Mono" panose="00000009000000000000" pitchFamily="49" charset="0"/>
                <a:ea typeface="Roboto Mono" panose="00000009000000000000" pitchFamily="49" charset="0"/>
                <a:cs typeface="Arial"/>
                <a:sym typeface="Arial"/>
              </a:rPr>
              <a:t>The second question is: may a list be a function result?</a:t>
            </a:r>
          </a:p>
        </p:txBody>
      </p:sp>
    </p:spTree>
    <p:extLst>
      <p:ext uri="{BB962C8B-B14F-4D97-AF65-F5344CB8AC3E}">
        <p14:creationId xmlns:p14="http://schemas.microsoft.com/office/powerpoint/2010/main" val="2156400176"/>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24042" y="217287"/>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a:solidFill>
            <a:schemeClr val="accent1"/>
          </a:solidFill>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59"/>
            <a:ext cx="10326008" cy="812530"/>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4400" kern="0" dirty="0">
                <a:solidFill>
                  <a:srgbClr val="FFFFFF"/>
                </a:solidFill>
                <a:latin typeface="Courier"/>
                <a:cs typeface="Arial"/>
                <a:sym typeface="Courier"/>
              </a:rPr>
              <a:t>List and Function</a:t>
            </a:r>
            <a:endParaRPr sz="4400"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15" name="TextBox 14">
            <a:extLst>
              <a:ext uri="{FF2B5EF4-FFF2-40B4-BE49-F238E27FC236}">
                <a16:creationId xmlns:a16="http://schemas.microsoft.com/office/drawing/2014/main" id="{8DA25672-7638-9F05-96BC-155361E6A7BC}"/>
              </a:ext>
            </a:extLst>
          </p:cNvPr>
          <p:cNvSpPr txBox="1"/>
          <p:nvPr/>
        </p:nvSpPr>
        <p:spPr>
          <a:xfrm>
            <a:off x="997460" y="2484243"/>
            <a:ext cx="10251248" cy="954300"/>
          </a:xfrm>
          <a:prstGeom prst="rect">
            <a:avLst/>
          </a:prstGeom>
          <a:noFill/>
        </p:spPr>
        <p:txBody>
          <a:bodyPr wrap="square">
            <a:spAutoFit/>
          </a:bodyPr>
          <a:lstStyle/>
          <a:p>
            <a:pPr defTabSz="609630">
              <a:buClr>
                <a:srgbClr val="FFFFFF"/>
              </a:buClr>
            </a:pPr>
            <a:r>
              <a:rPr lang="en-US" sz="1867" kern="0" dirty="0">
                <a:solidFill>
                  <a:srgbClr val="FFFFFF"/>
                </a:solidFill>
                <a:latin typeface="Roboto Mono" panose="00000009000000000000" pitchFamily="49" charset="0"/>
                <a:ea typeface="Roboto Mono" panose="00000009000000000000" pitchFamily="49" charset="0"/>
                <a:cs typeface="Arial"/>
                <a:sym typeface="Arial"/>
              </a:rPr>
              <a:t>The first is: may a list be sent to a function as an argument?</a:t>
            </a:r>
          </a:p>
          <a:p>
            <a:pPr defTabSz="609630">
              <a:buClr>
                <a:srgbClr val="FFFFFF"/>
              </a:buClr>
            </a:pPr>
            <a:endParaRPr lang="en-US" sz="1867" kern="0" dirty="0">
              <a:solidFill>
                <a:srgbClr val="FFFFFF"/>
              </a:solidFill>
              <a:latin typeface="Roboto Mono" panose="00000009000000000000" pitchFamily="49" charset="0"/>
              <a:ea typeface="Roboto Mono" panose="00000009000000000000" pitchFamily="49" charset="0"/>
              <a:cs typeface="Arial"/>
              <a:sym typeface="Arial"/>
            </a:endParaRPr>
          </a:p>
          <a:p>
            <a:pPr defTabSz="609630">
              <a:buClr>
                <a:srgbClr val="FFFFFF"/>
              </a:buClr>
            </a:pPr>
            <a:endParaRPr lang="en-US" sz="1867" kern="0" dirty="0">
              <a:solidFill>
                <a:srgbClr val="FFFFFF"/>
              </a:solidFill>
              <a:latin typeface="Roboto Mono" panose="00000009000000000000" pitchFamily="49" charset="0"/>
              <a:ea typeface="Roboto Mono" panose="00000009000000000000" pitchFamily="49" charset="0"/>
              <a:cs typeface="Arial"/>
              <a:sym typeface="Arial"/>
            </a:endParaRPr>
          </a:p>
        </p:txBody>
      </p:sp>
      <p:pic>
        <p:nvPicPr>
          <p:cNvPr id="4" name="Picture 3" descr="A screenshot of a computer&#10;&#10;Description automatically generated">
            <a:extLst>
              <a:ext uri="{FF2B5EF4-FFF2-40B4-BE49-F238E27FC236}">
                <a16:creationId xmlns:a16="http://schemas.microsoft.com/office/drawing/2014/main" id="{A78F4C85-C2F8-ADAA-586D-CDF849D62B20}"/>
              </a:ext>
            </a:extLst>
          </p:cNvPr>
          <p:cNvPicPr>
            <a:picLocks noChangeAspect="1"/>
          </p:cNvPicPr>
          <p:nvPr/>
        </p:nvPicPr>
        <p:blipFill>
          <a:blip r:embed="rId3"/>
          <a:stretch>
            <a:fillRect/>
          </a:stretch>
        </p:blipFill>
        <p:spPr>
          <a:xfrm>
            <a:off x="1254355" y="2989948"/>
            <a:ext cx="4598228" cy="3122517"/>
          </a:xfrm>
          <a:prstGeom prst="rect">
            <a:avLst/>
          </a:prstGeom>
        </p:spPr>
      </p:pic>
      <p:sp>
        <p:nvSpPr>
          <p:cNvPr id="5" name="TextBox 4">
            <a:extLst>
              <a:ext uri="{FF2B5EF4-FFF2-40B4-BE49-F238E27FC236}">
                <a16:creationId xmlns:a16="http://schemas.microsoft.com/office/drawing/2014/main" id="{6A910D0E-1333-80C9-FAFC-AFBFF196F365}"/>
              </a:ext>
            </a:extLst>
          </p:cNvPr>
          <p:cNvSpPr txBox="1"/>
          <p:nvPr/>
        </p:nvSpPr>
        <p:spPr>
          <a:xfrm>
            <a:off x="6091345" y="4373758"/>
            <a:ext cx="682243" cy="584775"/>
          </a:xfrm>
          <a:prstGeom prst="rect">
            <a:avLst/>
          </a:prstGeom>
          <a:noFill/>
        </p:spPr>
        <p:txBody>
          <a:bodyPr wrap="square">
            <a:spAutoFit/>
          </a:bodyPr>
          <a:lstStyle/>
          <a:p>
            <a:pPr defTabSz="609630">
              <a:buClr>
                <a:srgbClr val="FFFFFF"/>
              </a:buClr>
            </a:pPr>
            <a:r>
              <a:rPr lang="en-US" sz="3200" kern="0" dirty="0">
                <a:solidFill>
                  <a:srgbClr val="FFFFFF"/>
                </a:solidFill>
                <a:latin typeface="Roboto Mono" panose="00000009000000000000" pitchFamily="49" charset="0"/>
                <a:ea typeface="Roboto Mono" panose="00000009000000000000" pitchFamily="49" charset="0"/>
                <a:cs typeface="Arial"/>
                <a:sym typeface="Arial"/>
              </a:rPr>
              <a:t>12</a:t>
            </a:r>
          </a:p>
        </p:txBody>
      </p:sp>
    </p:spTree>
    <p:extLst>
      <p:ext uri="{BB962C8B-B14F-4D97-AF65-F5344CB8AC3E}">
        <p14:creationId xmlns:p14="http://schemas.microsoft.com/office/powerpoint/2010/main" val="1620057559"/>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24042" y="217287"/>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a:solidFill>
            <a:schemeClr val="accent1"/>
          </a:solidFill>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59"/>
            <a:ext cx="10326008" cy="812530"/>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4400" kern="0" dirty="0">
                <a:solidFill>
                  <a:srgbClr val="FFFFFF"/>
                </a:solidFill>
                <a:latin typeface="Courier"/>
                <a:cs typeface="Arial"/>
                <a:sym typeface="Courier"/>
              </a:rPr>
              <a:t>List and Function</a:t>
            </a:r>
            <a:endParaRPr sz="4400"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15" name="TextBox 14">
            <a:extLst>
              <a:ext uri="{FF2B5EF4-FFF2-40B4-BE49-F238E27FC236}">
                <a16:creationId xmlns:a16="http://schemas.microsoft.com/office/drawing/2014/main" id="{8DA25672-7638-9F05-96BC-155361E6A7BC}"/>
              </a:ext>
            </a:extLst>
          </p:cNvPr>
          <p:cNvSpPr txBox="1"/>
          <p:nvPr/>
        </p:nvSpPr>
        <p:spPr>
          <a:xfrm>
            <a:off x="997460" y="2484243"/>
            <a:ext cx="10251248" cy="954300"/>
          </a:xfrm>
          <a:prstGeom prst="rect">
            <a:avLst/>
          </a:prstGeom>
          <a:noFill/>
        </p:spPr>
        <p:txBody>
          <a:bodyPr wrap="square">
            <a:spAutoFit/>
          </a:bodyPr>
          <a:lstStyle/>
          <a:p>
            <a:pPr defTabSz="609630">
              <a:buClr>
                <a:srgbClr val="FFFFFF"/>
              </a:buClr>
            </a:pPr>
            <a:r>
              <a:rPr lang="en-US" sz="1867" kern="0" dirty="0">
                <a:solidFill>
                  <a:srgbClr val="FFFFFF"/>
                </a:solidFill>
                <a:latin typeface="Roboto Mono" panose="00000009000000000000" pitchFamily="49" charset="0"/>
                <a:ea typeface="Roboto Mono" panose="00000009000000000000" pitchFamily="49" charset="0"/>
                <a:cs typeface="Arial"/>
                <a:sym typeface="Arial"/>
              </a:rPr>
              <a:t>The second question is: may a list be a function result?</a:t>
            </a:r>
          </a:p>
          <a:p>
            <a:pPr defTabSz="609630">
              <a:buClr>
                <a:srgbClr val="FFFFFF"/>
              </a:buClr>
            </a:pPr>
            <a:endParaRPr lang="en-US" sz="1867" kern="0" dirty="0">
              <a:solidFill>
                <a:srgbClr val="FFFFFF"/>
              </a:solidFill>
              <a:latin typeface="Roboto Mono" panose="00000009000000000000" pitchFamily="49" charset="0"/>
              <a:ea typeface="Roboto Mono" panose="00000009000000000000" pitchFamily="49" charset="0"/>
              <a:cs typeface="Arial"/>
              <a:sym typeface="Arial"/>
            </a:endParaRPr>
          </a:p>
          <a:p>
            <a:pPr defTabSz="609630">
              <a:buClr>
                <a:srgbClr val="FFFFFF"/>
              </a:buClr>
            </a:pPr>
            <a:endParaRPr lang="en-US" sz="1867" kern="0" dirty="0">
              <a:solidFill>
                <a:srgbClr val="FFFFFF"/>
              </a:solidFill>
              <a:latin typeface="Roboto Mono" panose="00000009000000000000" pitchFamily="49" charset="0"/>
              <a:ea typeface="Roboto Mono" panose="00000009000000000000" pitchFamily="49" charset="0"/>
              <a:cs typeface="Arial"/>
              <a:sym typeface="Arial"/>
            </a:endParaRPr>
          </a:p>
        </p:txBody>
      </p:sp>
      <p:sp>
        <p:nvSpPr>
          <p:cNvPr id="5" name="TextBox 4">
            <a:extLst>
              <a:ext uri="{FF2B5EF4-FFF2-40B4-BE49-F238E27FC236}">
                <a16:creationId xmlns:a16="http://schemas.microsoft.com/office/drawing/2014/main" id="{6A910D0E-1333-80C9-FAFC-AFBFF196F365}"/>
              </a:ext>
            </a:extLst>
          </p:cNvPr>
          <p:cNvSpPr txBox="1"/>
          <p:nvPr/>
        </p:nvSpPr>
        <p:spPr>
          <a:xfrm>
            <a:off x="6091345" y="4373757"/>
            <a:ext cx="5361705" cy="707886"/>
          </a:xfrm>
          <a:prstGeom prst="rect">
            <a:avLst/>
          </a:prstGeom>
          <a:noFill/>
        </p:spPr>
        <p:txBody>
          <a:bodyPr wrap="square">
            <a:spAutoFit/>
          </a:bodyPr>
          <a:lstStyle/>
          <a:p>
            <a:pPr defTabSz="609630">
              <a:buClr>
                <a:srgbClr val="FFFFFF"/>
              </a:buClr>
            </a:pPr>
            <a:r>
              <a:rPr lang="en-MY" sz="4000" kern="0" dirty="0">
                <a:solidFill>
                  <a:srgbClr val="333333"/>
                </a:solidFill>
                <a:highlight>
                  <a:srgbClr val="FFFFFF"/>
                </a:highlight>
                <a:latin typeface="Courier New" panose="02070309020205020404" pitchFamily="49" charset="0"/>
                <a:cs typeface="Arial"/>
                <a:sym typeface="Arial"/>
              </a:rPr>
              <a:t>[4, 3, 2, 1, 0]</a:t>
            </a:r>
            <a:endParaRPr lang="en-US" sz="3200" kern="0" dirty="0">
              <a:solidFill>
                <a:srgbClr val="FFFFFF"/>
              </a:solidFill>
              <a:latin typeface="Roboto Mono" panose="00000009000000000000" pitchFamily="49" charset="0"/>
              <a:ea typeface="Roboto Mono" panose="00000009000000000000" pitchFamily="49" charset="0"/>
              <a:cs typeface="Arial"/>
              <a:sym typeface="Arial"/>
            </a:endParaRPr>
          </a:p>
        </p:txBody>
      </p:sp>
      <p:pic>
        <p:nvPicPr>
          <p:cNvPr id="6" name="Picture 5">
            <a:extLst>
              <a:ext uri="{FF2B5EF4-FFF2-40B4-BE49-F238E27FC236}">
                <a16:creationId xmlns:a16="http://schemas.microsoft.com/office/drawing/2014/main" id="{DAA1C624-48E0-2E39-439B-B48D75CDF5B2}"/>
              </a:ext>
            </a:extLst>
          </p:cNvPr>
          <p:cNvPicPr>
            <a:picLocks noChangeAspect="1"/>
          </p:cNvPicPr>
          <p:nvPr/>
        </p:nvPicPr>
        <p:blipFill>
          <a:blip r:embed="rId3"/>
          <a:stretch>
            <a:fillRect/>
          </a:stretch>
        </p:blipFill>
        <p:spPr>
          <a:xfrm>
            <a:off x="917274" y="3246388"/>
            <a:ext cx="5058751" cy="2520973"/>
          </a:xfrm>
          <a:prstGeom prst="rect">
            <a:avLst/>
          </a:prstGeom>
        </p:spPr>
      </p:pic>
    </p:spTree>
    <p:extLst>
      <p:ext uri="{BB962C8B-B14F-4D97-AF65-F5344CB8AC3E}">
        <p14:creationId xmlns:p14="http://schemas.microsoft.com/office/powerpoint/2010/main" val="3089317099"/>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Shape 1293"/>
        <p:cNvGrpSpPr/>
        <p:nvPr/>
      </p:nvGrpSpPr>
      <p:grpSpPr>
        <a:xfrm>
          <a:off x="0" y="0"/>
          <a:ext cx="0" cy="0"/>
          <a:chOff x="0" y="0"/>
          <a:chExt cx="0" cy="0"/>
        </a:xfrm>
      </p:grpSpPr>
      <p:pic>
        <p:nvPicPr>
          <p:cNvPr id="1294" name="Google Shape;1294;p26"/>
          <p:cNvPicPr preferRelativeResize="0"/>
          <p:nvPr/>
        </p:nvPicPr>
        <p:blipFill>
          <a:blip r:embed="rId3">
            <a:alphaModFix/>
          </a:blip>
          <a:stretch>
            <a:fillRect/>
          </a:stretch>
        </p:blipFill>
        <p:spPr>
          <a:xfrm>
            <a:off x="0" y="0"/>
            <a:ext cx="12192000" cy="6858000"/>
          </a:xfrm>
          <a:prstGeom prst="rect">
            <a:avLst/>
          </a:prstGeom>
          <a:noFill/>
          <a:ln>
            <a:noFill/>
          </a:ln>
        </p:spPr>
      </p:pic>
      <p:grpSp>
        <p:nvGrpSpPr>
          <p:cNvPr id="1295" name="Google Shape;1295;p26"/>
          <p:cNvGrpSpPr/>
          <p:nvPr/>
        </p:nvGrpSpPr>
        <p:grpSpPr>
          <a:xfrm>
            <a:off x="1869550" y="1708345"/>
            <a:ext cx="8538261" cy="3264288"/>
            <a:chOff x="0" y="-47625"/>
            <a:chExt cx="3651933" cy="1396181"/>
          </a:xfrm>
        </p:grpSpPr>
        <p:sp>
          <p:nvSpPr>
            <p:cNvPr id="1296" name="Google Shape;1296;p26"/>
            <p:cNvSpPr/>
            <p:nvPr/>
          </p:nvSpPr>
          <p:spPr>
            <a:xfrm>
              <a:off x="0" y="0"/>
              <a:ext cx="3651933" cy="1348556"/>
            </a:xfrm>
            <a:custGeom>
              <a:avLst/>
              <a:gdLst/>
              <a:ahLst/>
              <a:cxnLst/>
              <a:rect l="l" t="t" r="r" b="b"/>
              <a:pathLst>
                <a:path w="3651933" h="1348556" extrusionOk="0">
                  <a:moveTo>
                    <a:pt x="9672" y="0"/>
                  </a:moveTo>
                  <a:lnTo>
                    <a:pt x="3642261" y="0"/>
                  </a:lnTo>
                  <a:cubicBezTo>
                    <a:pt x="3647603" y="0"/>
                    <a:pt x="3651933" y="4330"/>
                    <a:pt x="3651933" y="9672"/>
                  </a:cubicBezTo>
                  <a:lnTo>
                    <a:pt x="3651933" y="1338884"/>
                  </a:lnTo>
                  <a:cubicBezTo>
                    <a:pt x="3651933" y="1344226"/>
                    <a:pt x="3647603" y="1348556"/>
                    <a:pt x="3642261" y="1348556"/>
                  </a:cubicBezTo>
                  <a:lnTo>
                    <a:pt x="9672" y="1348556"/>
                  </a:lnTo>
                  <a:cubicBezTo>
                    <a:pt x="4330" y="1348556"/>
                    <a:pt x="0" y="1344226"/>
                    <a:pt x="0" y="1338884"/>
                  </a:cubicBezTo>
                  <a:lnTo>
                    <a:pt x="0" y="9672"/>
                  </a:lnTo>
                  <a:cubicBezTo>
                    <a:pt x="0" y="4330"/>
                    <a:pt x="4330" y="0"/>
                    <a:pt x="9672" y="0"/>
                  </a:cubicBezTo>
                  <a:close/>
                </a:path>
              </a:pathLst>
            </a:custGeom>
            <a:solidFill>
              <a:srgbClr val="FF66C4"/>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1297" name="Google Shape;1297;p26"/>
            <p:cNvSpPr txBox="1"/>
            <p:nvPr/>
          </p:nvSpPr>
          <p:spPr>
            <a:xfrm>
              <a:off x="0" y="-47625"/>
              <a:ext cx="3651933" cy="1396181"/>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1298" name="Google Shape;1298;p26"/>
          <p:cNvGrpSpPr/>
          <p:nvPr/>
        </p:nvGrpSpPr>
        <p:grpSpPr>
          <a:xfrm>
            <a:off x="1973632" y="1847499"/>
            <a:ext cx="8538261" cy="3264288"/>
            <a:chOff x="0" y="-47625"/>
            <a:chExt cx="3651933" cy="1396181"/>
          </a:xfrm>
        </p:grpSpPr>
        <p:sp>
          <p:nvSpPr>
            <p:cNvPr id="1299" name="Google Shape;1299;p26"/>
            <p:cNvSpPr/>
            <p:nvPr/>
          </p:nvSpPr>
          <p:spPr>
            <a:xfrm>
              <a:off x="0" y="0"/>
              <a:ext cx="3651933" cy="1348556"/>
            </a:xfrm>
            <a:custGeom>
              <a:avLst/>
              <a:gdLst/>
              <a:ahLst/>
              <a:cxnLst/>
              <a:rect l="l" t="t" r="r" b="b"/>
              <a:pathLst>
                <a:path w="3651933" h="1348556" extrusionOk="0">
                  <a:moveTo>
                    <a:pt x="10881" y="0"/>
                  </a:moveTo>
                  <a:lnTo>
                    <a:pt x="3641052" y="0"/>
                  </a:lnTo>
                  <a:cubicBezTo>
                    <a:pt x="3647061" y="0"/>
                    <a:pt x="3651933" y="4871"/>
                    <a:pt x="3651933" y="10881"/>
                  </a:cubicBezTo>
                  <a:lnTo>
                    <a:pt x="3651933" y="1337675"/>
                  </a:lnTo>
                  <a:cubicBezTo>
                    <a:pt x="3651933" y="1340561"/>
                    <a:pt x="3650786" y="1343329"/>
                    <a:pt x="3648746" y="1345369"/>
                  </a:cubicBezTo>
                  <a:cubicBezTo>
                    <a:pt x="3646705" y="1347410"/>
                    <a:pt x="3643938" y="1348556"/>
                    <a:pt x="3641052" y="1348556"/>
                  </a:cubicBezTo>
                  <a:lnTo>
                    <a:pt x="10881" y="1348556"/>
                  </a:lnTo>
                  <a:cubicBezTo>
                    <a:pt x="4871" y="1348556"/>
                    <a:pt x="0" y="1343685"/>
                    <a:pt x="0" y="1337675"/>
                  </a:cubicBezTo>
                  <a:lnTo>
                    <a:pt x="0" y="10881"/>
                  </a:lnTo>
                  <a:cubicBezTo>
                    <a:pt x="0" y="4871"/>
                    <a:pt x="4871" y="0"/>
                    <a:pt x="10881"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1300" name="Google Shape;1300;p26"/>
            <p:cNvSpPr txBox="1"/>
            <p:nvPr/>
          </p:nvSpPr>
          <p:spPr>
            <a:xfrm>
              <a:off x="0" y="-47625"/>
              <a:ext cx="3651933" cy="1396181"/>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1301" name="Google Shape;1301;p26"/>
          <p:cNvSpPr txBox="1"/>
          <p:nvPr/>
        </p:nvSpPr>
        <p:spPr>
          <a:xfrm>
            <a:off x="2863214" y="2109929"/>
            <a:ext cx="6759000" cy="3055837"/>
          </a:xfrm>
          <a:prstGeom prst="rect">
            <a:avLst/>
          </a:prstGeom>
          <a:noFill/>
          <a:ln>
            <a:noFill/>
          </a:ln>
        </p:spPr>
        <p:txBody>
          <a:bodyPr spcFirstLastPara="1" wrap="square" lIns="0" tIns="0" rIns="0" bIns="0" anchor="t" anchorCtr="0">
            <a:spAutoFit/>
          </a:bodyPr>
          <a:lstStyle/>
          <a:p>
            <a:pPr algn="ctr" defTabSz="609630">
              <a:lnSpc>
                <a:spcPct val="115000"/>
              </a:lnSpc>
              <a:buClr>
                <a:srgbClr val="000000"/>
              </a:buClr>
            </a:pPr>
            <a:r>
              <a:rPr lang="en-US" sz="5756" kern="0" dirty="0">
                <a:solidFill>
                  <a:srgbClr val="FFFFFF"/>
                </a:solidFill>
                <a:latin typeface="Courier"/>
                <a:cs typeface="Arial"/>
                <a:sym typeface="Courier"/>
              </a:rPr>
              <a:t>LAB 20</a:t>
            </a:r>
          </a:p>
          <a:p>
            <a:pPr algn="ctr" defTabSz="609630">
              <a:lnSpc>
                <a:spcPct val="115000"/>
              </a:lnSpc>
              <a:buClr>
                <a:srgbClr val="000000"/>
              </a:buClr>
            </a:pPr>
            <a:r>
              <a:rPr lang="en-US" sz="5756" kern="0" dirty="0">
                <a:solidFill>
                  <a:srgbClr val="FFFFFF"/>
                </a:solidFill>
                <a:latin typeface="Courier"/>
                <a:cs typeface="Arial"/>
                <a:sym typeface="Courier"/>
              </a:rPr>
              <a:t>Leap Year Function</a:t>
            </a:r>
          </a:p>
        </p:txBody>
      </p:sp>
    </p:spTree>
    <p:extLst>
      <p:ext uri="{BB962C8B-B14F-4D97-AF65-F5344CB8AC3E}">
        <p14:creationId xmlns:p14="http://schemas.microsoft.com/office/powerpoint/2010/main" val="3646120424"/>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Shape 1293"/>
        <p:cNvGrpSpPr/>
        <p:nvPr/>
      </p:nvGrpSpPr>
      <p:grpSpPr>
        <a:xfrm>
          <a:off x="0" y="0"/>
          <a:ext cx="0" cy="0"/>
          <a:chOff x="0" y="0"/>
          <a:chExt cx="0" cy="0"/>
        </a:xfrm>
      </p:grpSpPr>
      <p:pic>
        <p:nvPicPr>
          <p:cNvPr id="1294" name="Google Shape;1294;p26"/>
          <p:cNvPicPr preferRelativeResize="0"/>
          <p:nvPr/>
        </p:nvPicPr>
        <p:blipFill>
          <a:blip r:embed="rId3">
            <a:alphaModFix/>
          </a:blip>
          <a:stretch>
            <a:fillRect/>
          </a:stretch>
        </p:blipFill>
        <p:spPr>
          <a:xfrm>
            <a:off x="0" y="0"/>
            <a:ext cx="12192000" cy="6858000"/>
          </a:xfrm>
          <a:prstGeom prst="rect">
            <a:avLst/>
          </a:prstGeom>
          <a:noFill/>
          <a:ln>
            <a:noFill/>
          </a:ln>
        </p:spPr>
      </p:pic>
      <p:grpSp>
        <p:nvGrpSpPr>
          <p:cNvPr id="1295" name="Google Shape;1295;p26"/>
          <p:cNvGrpSpPr/>
          <p:nvPr/>
        </p:nvGrpSpPr>
        <p:grpSpPr>
          <a:xfrm>
            <a:off x="1869550" y="1708345"/>
            <a:ext cx="8538261" cy="3264288"/>
            <a:chOff x="0" y="-47625"/>
            <a:chExt cx="3651933" cy="1396181"/>
          </a:xfrm>
        </p:grpSpPr>
        <p:sp>
          <p:nvSpPr>
            <p:cNvPr id="1296" name="Google Shape;1296;p26"/>
            <p:cNvSpPr/>
            <p:nvPr/>
          </p:nvSpPr>
          <p:spPr>
            <a:xfrm>
              <a:off x="0" y="0"/>
              <a:ext cx="3651933" cy="1348556"/>
            </a:xfrm>
            <a:custGeom>
              <a:avLst/>
              <a:gdLst/>
              <a:ahLst/>
              <a:cxnLst/>
              <a:rect l="l" t="t" r="r" b="b"/>
              <a:pathLst>
                <a:path w="3651933" h="1348556" extrusionOk="0">
                  <a:moveTo>
                    <a:pt x="9672" y="0"/>
                  </a:moveTo>
                  <a:lnTo>
                    <a:pt x="3642261" y="0"/>
                  </a:lnTo>
                  <a:cubicBezTo>
                    <a:pt x="3647603" y="0"/>
                    <a:pt x="3651933" y="4330"/>
                    <a:pt x="3651933" y="9672"/>
                  </a:cubicBezTo>
                  <a:lnTo>
                    <a:pt x="3651933" y="1338884"/>
                  </a:lnTo>
                  <a:cubicBezTo>
                    <a:pt x="3651933" y="1344226"/>
                    <a:pt x="3647603" y="1348556"/>
                    <a:pt x="3642261" y="1348556"/>
                  </a:cubicBezTo>
                  <a:lnTo>
                    <a:pt x="9672" y="1348556"/>
                  </a:lnTo>
                  <a:cubicBezTo>
                    <a:pt x="4330" y="1348556"/>
                    <a:pt x="0" y="1344226"/>
                    <a:pt x="0" y="1338884"/>
                  </a:cubicBezTo>
                  <a:lnTo>
                    <a:pt x="0" y="9672"/>
                  </a:lnTo>
                  <a:cubicBezTo>
                    <a:pt x="0" y="4330"/>
                    <a:pt x="4330" y="0"/>
                    <a:pt x="9672" y="0"/>
                  </a:cubicBezTo>
                  <a:close/>
                </a:path>
              </a:pathLst>
            </a:custGeom>
            <a:solidFill>
              <a:srgbClr val="FF66C4"/>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1297" name="Google Shape;1297;p26"/>
            <p:cNvSpPr txBox="1"/>
            <p:nvPr/>
          </p:nvSpPr>
          <p:spPr>
            <a:xfrm>
              <a:off x="0" y="-47625"/>
              <a:ext cx="3651933" cy="1396181"/>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1298" name="Google Shape;1298;p26"/>
          <p:cNvGrpSpPr/>
          <p:nvPr/>
        </p:nvGrpSpPr>
        <p:grpSpPr>
          <a:xfrm>
            <a:off x="1973632" y="1847499"/>
            <a:ext cx="8538261" cy="3264288"/>
            <a:chOff x="0" y="-47625"/>
            <a:chExt cx="3651933" cy="1396181"/>
          </a:xfrm>
        </p:grpSpPr>
        <p:sp>
          <p:nvSpPr>
            <p:cNvPr id="1299" name="Google Shape;1299;p26"/>
            <p:cNvSpPr/>
            <p:nvPr/>
          </p:nvSpPr>
          <p:spPr>
            <a:xfrm>
              <a:off x="0" y="0"/>
              <a:ext cx="3651933" cy="1348556"/>
            </a:xfrm>
            <a:custGeom>
              <a:avLst/>
              <a:gdLst/>
              <a:ahLst/>
              <a:cxnLst/>
              <a:rect l="l" t="t" r="r" b="b"/>
              <a:pathLst>
                <a:path w="3651933" h="1348556" extrusionOk="0">
                  <a:moveTo>
                    <a:pt x="10881" y="0"/>
                  </a:moveTo>
                  <a:lnTo>
                    <a:pt x="3641052" y="0"/>
                  </a:lnTo>
                  <a:cubicBezTo>
                    <a:pt x="3647061" y="0"/>
                    <a:pt x="3651933" y="4871"/>
                    <a:pt x="3651933" y="10881"/>
                  </a:cubicBezTo>
                  <a:lnTo>
                    <a:pt x="3651933" y="1337675"/>
                  </a:lnTo>
                  <a:cubicBezTo>
                    <a:pt x="3651933" y="1340561"/>
                    <a:pt x="3650786" y="1343329"/>
                    <a:pt x="3648746" y="1345369"/>
                  </a:cubicBezTo>
                  <a:cubicBezTo>
                    <a:pt x="3646705" y="1347410"/>
                    <a:pt x="3643938" y="1348556"/>
                    <a:pt x="3641052" y="1348556"/>
                  </a:cubicBezTo>
                  <a:lnTo>
                    <a:pt x="10881" y="1348556"/>
                  </a:lnTo>
                  <a:cubicBezTo>
                    <a:pt x="4871" y="1348556"/>
                    <a:pt x="0" y="1343685"/>
                    <a:pt x="0" y="1337675"/>
                  </a:cubicBezTo>
                  <a:lnTo>
                    <a:pt x="0" y="10881"/>
                  </a:lnTo>
                  <a:cubicBezTo>
                    <a:pt x="0" y="4871"/>
                    <a:pt x="4871" y="0"/>
                    <a:pt x="10881"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1300" name="Google Shape;1300;p26"/>
            <p:cNvSpPr txBox="1"/>
            <p:nvPr/>
          </p:nvSpPr>
          <p:spPr>
            <a:xfrm>
              <a:off x="0" y="-47625"/>
              <a:ext cx="3651933" cy="1396181"/>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1301" name="Google Shape;1301;p26"/>
          <p:cNvSpPr txBox="1"/>
          <p:nvPr/>
        </p:nvSpPr>
        <p:spPr>
          <a:xfrm>
            <a:off x="2863214" y="2109929"/>
            <a:ext cx="6759000" cy="2037224"/>
          </a:xfrm>
          <a:prstGeom prst="rect">
            <a:avLst/>
          </a:prstGeom>
          <a:noFill/>
          <a:ln>
            <a:noFill/>
          </a:ln>
        </p:spPr>
        <p:txBody>
          <a:bodyPr spcFirstLastPara="1" wrap="square" lIns="0" tIns="0" rIns="0" bIns="0" anchor="t" anchorCtr="0">
            <a:spAutoFit/>
          </a:bodyPr>
          <a:lstStyle/>
          <a:p>
            <a:pPr algn="ctr" defTabSz="609630">
              <a:lnSpc>
                <a:spcPct val="115000"/>
              </a:lnSpc>
              <a:buClr>
                <a:srgbClr val="000000"/>
              </a:buClr>
            </a:pPr>
            <a:r>
              <a:rPr lang="en-US" sz="5756" kern="0" dirty="0">
                <a:solidFill>
                  <a:srgbClr val="FFFFFF"/>
                </a:solidFill>
                <a:latin typeface="Courier"/>
                <a:cs typeface="Arial"/>
                <a:sym typeface="Courier"/>
              </a:rPr>
              <a:t>LAB 21</a:t>
            </a:r>
          </a:p>
          <a:p>
            <a:pPr algn="ctr" defTabSz="609630">
              <a:lnSpc>
                <a:spcPct val="115000"/>
              </a:lnSpc>
              <a:buClr>
                <a:srgbClr val="000000"/>
              </a:buClr>
            </a:pPr>
            <a:r>
              <a:rPr lang="en-US" sz="5756" kern="0" dirty="0">
                <a:solidFill>
                  <a:srgbClr val="FFFFFF"/>
                </a:solidFill>
                <a:latin typeface="Courier"/>
                <a:cs typeface="Arial"/>
                <a:sym typeface="Courier"/>
              </a:rPr>
              <a:t>Prime Number</a:t>
            </a:r>
          </a:p>
        </p:txBody>
      </p:sp>
    </p:spTree>
    <p:extLst>
      <p:ext uri="{BB962C8B-B14F-4D97-AF65-F5344CB8AC3E}">
        <p14:creationId xmlns:p14="http://schemas.microsoft.com/office/powerpoint/2010/main" val="1231485872"/>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24042" y="217287"/>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a:solidFill>
            <a:schemeClr val="accent1"/>
          </a:solidFill>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59"/>
            <a:ext cx="10326008" cy="812530"/>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4400" kern="0" dirty="0">
                <a:solidFill>
                  <a:srgbClr val="FFFFFF"/>
                </a:solidFill>
                <a:latin typeface="Courier"/>
                <a:cs typeface="Arial"/>
                <a:sym typeface="Courier"/>
              </a:rPr>
              <a:t>Function and Scopes</a:t>
            </a:r>
            <a:endParaRPr sz="4400"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15" name="TextBox 14">
            <a:extLst>
              <a:ext uri="{FF2B5EF4-FFF2-40B4-BE49-F238E27FC236}">
                <a16:creationId xmlns:a16="http://schemas.microsoft.com/office/drawing/2014/main" id="{8DA25672-7638-9F05-96BC-155361E6A7BC}"/>
              </a:ext>
            </a:extLst>
          </p:cNvPr>
          <p:cNvSpPr txBox="1"/>
          <p:nvPr/>
        </p:nvSpPr>
        <p:spPr>
          <a:xfrm>
            <a:off x="997460" y="2484243"/>
            <a:ext cx="10251248" cy="1528945"/>
          </a:xfrm>
          <a:prstGeom prst="rect">
            <a:avLst/>
          </a:prstGeom>
          <a:noFill/>
        </p:spPr>
        <p:txBody>
          <a:bodyPr wrap="square">
            <a:spAutoFit/>
          </a:bodyPr>
          <a:lstStyle/>
          <a:p>
            <a:pPr marL="304815" indent="-304815" defTabSz="609630">
              <a:buClr>
                <a:srgbClr val="FFFFFF"/>
              </a:buClr>
              <a:buFont typeface="Arial" panose="020B0604020202020204" pitchFamily="34" charset="0"/>
              <a:buChar char="•"/>
            </a:pPr>
            <a:r>
              <a:rPr lang="en-US" sz="1867" kern="0" dirty="0">
                <a:solidFill>
                  <a:srgbClr val="FFFFFF"/>
                </a:solidFill>
                <a:latin typeface="Roboto Mono" panose="00000009000000000000" pitchFamily="49" charset="0"/>
                <a:ea typeface="Roboto Mono" panose="00000009000000000000" pitchFamily="49" charset="0"/>
                <a:cs typeface="Arial"/>
                <a:sym typeface="Arial"/>
              </a:rPr>
              <a:t>The </a:t>
            </a:r>
            <a:r>
              <a:rPr lang="en-US" sz="1867" kern="0" dirty="0">
                <a:solidFill>
                  <a:srgbClr val="8C52FF"/>
                </a:solidFill>
                <a:latin typeface="Roboto Mono" panose="00000009000000000000" pitchFamily="49" charset="0"/>
                <a:ea typeface="Roboto Mono" panose="00000009000000000000" pitchFamily="49" charset="0"/>
                <a:cs typeface="Arial"/>
                <a:sym typeface="Arial"/>
              </a:rPr>
              <a:t>scope of a name </a:t>
            </a:r>
            <a:r>
              <a:rPr lang="en-US" sz="1867" kern="0" dirty="0">
                <a:solidFill>
                  <a:srgbClr val="FFFFFF"/>
                </a:solidFill>
                <a:latin typeface="Roboto Mono" panose="00000009000000000000" pitchFamily="49" charset="0"/>
                <a:ea typeface="Roboto Mono" panose="00000009000000000000" pitchFamily="49" charset="0"/>
                <a:cs typeface="Arial"/>
                <a:sym typeface="Arial"/>
              </a:rPr>
              <a:t>(e.g., a variable name) is the part of a code where the name is properly recognizable.</a:t>
            </a:r>
          </a:p>
          <a:p>
            <a:pPr defTabSz="609630">
              <a:buClr>
                <a:srgbClr val="FFFFFF"/>
              </a:buClr>
            </a:pPr>
            <a:endParaRPr lang="en-US" sz="1867" kern="0" dirty="0">
              <a:solidFill>
                <a:srgbClr val="FFFFFF"/>
              </a:solidFill>
              <a:latin typeface="Roboto Mono" panose="00000009000000000000" pitchFamily="49" charset="0"/>
              <a:ea typeface="Roboto Mono" panose="00000009000000000000" pitchFamily="49" charset="0"/>
              <a:cs typeface="Arial"/>
              <a:sym typeface="Arial"/>
            </a:endParaRPr>
          </a:p>
          <a:p>
            <a:pPr marL="304815" indent="-304815" defTabSz="609630">
              <a:buClr>
                <a:srgbClr val="FFFFFF"/>
              </a:buClr>
              <a:buFont typeface="Arial" panose="020B0604020202020204" pitchFamily="34" charset="0"/>
              <a:buChar char="•"/>
            </a:pPr>
            <a:r>
              <a:rPr lang="en-US" sz="1867" kern="0" dirty="0">
                <a:solidFill>
                  <a:srgbClr val="FFFFFF"/>
                </a:solidFill>
                <a:latin typeface="Roboto Mono" panose="00000009000000000000" pitchFamily="49" charset="0"/>
                <a:ea typeface="Roboto Mono" panose="00000009000000000000" pitchFamily="49" charset="0"/>
                <a:cs typeface="Arial"/>
                <a:sym typeface="Arial"/>
              </a:rPr>
              <a:t>For example, the scope of a function's parameter is the function itself. The parameter is inaccessible outside the function.</a:t>
            </a:r>
          </a:p>
        </p:txBody>
      </p:sp>
      <p:pic>
        <p:nvPicPr>
          <p:cNvPr id="4" name="Picture 3" descr="A screenshot of a computer&#10;&#10;Description automatically generated">
            <a:extLst>
              <a:ext uri="{FF2B5EF4-FFF2-40B4-BE49-F238E27FC236}">
                <a16:creationId xmlns:a16="http://schemas.microsoft.com/office/drawing/2014/main" id="{DBEAB0A6-7B36-8927-FB95-EFAA1EB8CB2D}"/>
              </a:ext>
            </a:extLst>
          </p:cNvPr>
          <p:cNvPicPr>
            <a:picLocks noChangeAspect="1"/>
          </p:cNvPicPr>
          <p:nvPr/>
        </p:nvPicPr>
        <p:blipFill>
          <a:blip r:embed="rId3"/>
          <a:stretch>
            <a:fillRect/>
          </a:stretch>
        </p:blipFill>
        <p:spPr>
          <a:xfrm>
            <a:off x="4118953" y="3982089"/>
            <a:ext cx="3750895" cy="2364200"/>
          </a:xfrm>
          <a:prstGeom prst="rect">
            <a:avLst/>
          </a:prstGeom>
        </p:spPr>
      </p:pic>
    </p:spTree>
    <p:extLst>
      <p:ext uri="{BB962C8B-B14F-4D97-AF65-F5344CB8AC3E}">
        <p14:creationId xmlns:p14="http://schemas.microsoft.com/office/powerpoint/2010/main" val="1390872317"/>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24042" y="217287"/>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a:solidFill>
            <a:schemeClr val="accent1"/>
          </a:solidFill>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59"/>
            <a:ext cx="10326008" cy="812530"/>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4400" kern="0" dirty="0">
                <a:solidFill>
                  <a:srgbClr val="FFFFFF"/>
                </a:solidFill>
                <a:latin typeface="Courier"/>
                <a:cs typeface="Arial"/>
                <a:sym typeface="Courier"/>
              </a:rPr>
              <a:t>Function and Scopes</a:t>
            </a:r>
            <a:endParaRPr sz="4400"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15" name="TextBox 14">
            <a:extLst>
              <a:ext uri="{FF2B5EF4-FFF2-40B4-BE49-F238E27FC236}">
                <a16:creationId xmlns:a16="http://schemas.microsoft.com/office/drawing/2014/main" id="{8DA25672-7638-9F05-96BC-155361E6A7BC}"/>
              </a:ext>
            </a:extLst>
          </p:cNvPr>
          <p:cNvSpPr txBox="1"/>
          <p:nvPr/>
        </p:nvSpPr>
        <p:spPr>
          <a:xfrm>
            <a:off x="997460" y="2484243"/>
            <a:ext cx="10251248" cy="666977"/>
          </a:xfrm>
          <a:prstGeom prst="rect">
            <a:avLst/>
          </a:prstGeom>
          <a:noFill/>
        </p:spPr>
        <p:txBody>
          <a:bodyPr wrap="square">
            <a:spAutoFit/>
          </a:bodyPr>
          <a:lstStyle/>
          <a:p>
            <a:pPr marL="304815" indent="-304815" defTabSz="609630">
              <a:buClr>
                <a:srgbClr val="FFFFFF"/>
              </a:buClr>
              <a:buFont typeface="Arial" panose="020B0604020202020204" pitchFamily="34" charset="0"/>
              <a:buChar char="•"/>
            </a:pPr>
            <a:r>
              <a:rPr lang="en-US" sz="1867" kern="0" dirty="0">
                <a:solidFill>
                  <a:srgbClr val="FFFFFF"/>
                </a:solidFill>
                <a:latin typeface="Roboto Mono" panose="00000009000000000000" pitchFamily="49" charset="0"/>
                <a:ea typeface="Roboto Mono" panose="00000009000000000000" pitchFamily="49" charset="0"/>
                <a:cs typeface="Arial"/>
                <a:sym typeface="Arial"/>
              </a:rPr>
              <a:t>The answer is: </a:t>
            </a:r>
            <a:r>
              <a:rPr lang="en-US" sz="1867" kern="0" dirty="0">
                <a:solidFill>
                  <a:srgbClr val="8C52FF"/>
                </a:solidFill>
                <a:latin typeface="Roboto Mono" panose="00000009000000000000" pitchFamily="49" charset="0"/>
                <a:ea typeface="Roboto Mono" panose="00000009000000000000" pitchFamily="49" charset="0"/>
                <a:cs typeface="Arial"/>
                <a:sym typeface="Arial"/>
              </a:rPr>
              <a:t>a variable existing outside a function has a scope inside the functions' bodies</a:t>
            </a:r>
            <a:r>
              <a:rPr lang="en-US" sz="1867" kern="0" dirty="0">
                <a:solidFill>
                  <a:srgbClr val="FFFFFF"/>
                </a:solidFill>
                <a:latin typeface="Roboto Mono" panose="00000009000000000000" pitchFamily="49" charset="0"/>
                <a:ea typeface="Roboto Mono" panose="00000009000000000000" pitchFamily="49" charset="0"/>
                <a:cs typeface="Arial"/>
                <a:sym typeface="Arial"/>
              </a:rPr>
              <a:t>.</a:t>
            </a:r>
          </a:p>
        </p:txBody>
      </p:sp>
      <p:pic>
        <p:nvPicPr>
          <p:cNvPr id="5" name="Picture 4" descr="A screen shot of a computer&#10;&#10;Description automatically generated">
            <a:extLst>
              <a:ext uri="{FF2B5EF4-FFF2-40B4-BE49-F238E27FC236}">
                <a16:creationId xmlns:a16="http://schemas.microsoft.com/office/drawing/2014/main" id="{D27EB0E4-FC3D-9454-DE31-6FD4626328D3}"/>
              </a:ext>
            </a:extLst>
          </p:cNvPr>
          <p:cNvPicPr>
            <a:picLocks noChangeAspect="1"/>
          </p:cNvPicPr>
          <p:nvPr/>
        </p:nvPicPr>
        <p:blipFill>
          <a:blip r:embed="rId3"/>
          <a:stretch>
            <a:fillRect/>
          </a:stretch>
        </p:blipFill>
        <p:spPr>
          <a:xfrm>
            <a:off x="646521" y="3737687"/>
            <a:ext cx="6287483" cy="2431623"/>
          </a:xfrm>
          <a:prstGeom prst="rect">
            <a:avLst/>
          </a:prstGeom>
        </p:spPr>
      </p:pic>
      <p:sp>
        <p:nvSpPr>
          <p:cNvPr id="4" name="TextBox 3">
            <a:extLst>
              <a:ext uri="{FF2B5EF4-FFF2-40B4-BE49-F238E27FC236}">
                <a16:creationId xmlns:a16="http://schemas.microsoft.com/office/drawing/2014/main" id="{B0CFF30E-4D76-C250-E13E-2DFF6D371094}"/>
              </a:ext>
            </a:extLst>
          </p:cNvPr>
          <p:cNvSpPr txBox="1"/>
          <p:nvPr/>
        </p:nvSpPr>
        <p:spPr>
          <a:xfrm>
            <a:off x="7247174" y="4594425"/>
            <a:ext cx="6119445" cy="748795"/>
          </a:xfrm>
          <a:prstGeom prst="rect">
            <a:avLst/>
          </a:prstGeom>
          <a:noFill/>
        </p:spPr>
        <p:txBody>
          <a:bodyPr wrap="square">
            <a:spAutoFit/>
          </a:bodyPr>
          <a:lstStyle/>
          <a:p>
            <a:pPr defTabSz="609630">
              <a:buClr>
                <a:srgbClr val="000000"/>
              </a:buClr>
            </a:pPr>
            <a:r>
              <a:rPr lang="en-US" sz="2133" kern="0" dirty="0">
                <a:solidFill>
                  <a:srgbClr val="8C52FF"/>
                </a:solidFill>
                <a:latin typeface="Arial"/>
                <a:cs typeface="Arial"/>
                <a:sym typeface="Arial"/>
              </a:rPr>
              <a:t>Do I know that variable? 1</a:t>
            </a:r>
          </a:p>
          <a:p>
            <a:pPr defTabSz="609630">
              <a:buClr>
                <a:srgbClr val="000000"/>
              </a:buClr>
            </a:pPr>
            <a:r>
              <a:rPr lang="en-US" sz="2133" kern="0" dirty="0">
                <a:solidFill>
                  <a:srgbClr val="8C52FF"/>
                </a:solidFill>
                <a:latin typeface="Arial"/>
                <a:cs typeface="Arial"/>
                <a:sym typeface="Arial"/>
              </a:rPr>
              <a:t>1</a:t>
            </a:r>
            <a:endParaRPr lang="en-US" sz="2133" kern="0" dirty="0">
              <a:solidFill>
                <a:srgbClr val="8C52FF"/>
              </a:solidFill>
              <a:latin typeface="Open Sans" panose="020B0606030504020204" pitchFamily="34" charset="0"/>
              <a:cs typeface="Arial"/>
              <a:sym typeface="Arial"/>
            </a:endParaRPr>
          </a:p>
        </p:txBody>
      </p:sp>
    </p:spTree>
    <p:extLst>
      <p:ext uri="{BB962C8B-B14F-4D97-AF65-F5344CB8AC3E}">
        <p14:creationId xmlns:p14="http://schemas.microsoft.com/office/powerpoint/2010/main" val="2393221529"/>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24042" y="217287"/>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a:solidFill>
            <a:schemeClr val="accent1"/>
          </a:solidFill>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59"/>
            <a:ext cx="10326008" cy="812530"/>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4400" kern="0" dirty="0">
                <a:solidFill>
                  <a:srgbClr val="FFFFFF"/>
                </a:solidFill>
                <a:latin typeface="Courier"/>
                <a:cs typeface="Arial"/>
                <a:sym typeface="Courier"/>
              </a:rPr>
              <a:t>Function and Scopes</a:t>
            </a:r>
            <a:endParaRPr sz="4400"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4" name="TextBox 3">
            <a:extLst>
              <a:ext uri="{FF2B5EF4-FFF2-40B4-BE49-F238E27FC236}">
                <a16:creationId xmlns:a16="http://schemas.microsoft.com/office/drawing/2014/main" id="{B0CFF30E-4D76-C250-E13E-2DFF6D371094}"/>
              </a:ext>
            </a:extLst>
          </p:cNvPr>
          <p:cNvSpPr txBox="1"/>
          <p:nvPr/>
        </p:nvSpPr>
        <p:spPr>
          <a:xfrm>
            <a:off x="6520344" y="4411204"/>
            <a:ext cx="6119445" cy="748795"/>
          </a:xfrm>
          <a:prstGeom prst="rect">
            <a:avLst/>
          </a:prstGeom>
          <a:noFill/>
        </p:spPr>
        <p:txBody>
          <a:bodyPr wrap="square">
            <a:spAutoFit/>
          </a:bodyPr>
          <a:lstStyle/>
          <a:p>
            <a:pPr defTabSz="609630">
              <a:buClr>
                <a:srgbClr val="000000"/>
              </a:buClr>
            </a:pPr>
            <a:r>
              <a:rPr lang="en-US" sz="2133" kern="0" dirty="0">
                <a:solidFill>
                  <a:srgbClr val="8C52FF"/>
                </a:solidFill>
                <a:latin typeface="Arial"/>
                <a:cs typeface="Arial"/>
                <a:sym typeface="Arial"/>
              </a:rPr>
              <a:t>Do I know that variable? 2</a:t>
            </a:r>
          </a:p>
          <a:p>
            <a:pPr defTabSz="609630">
              <a:buClr>
                <a:srgbClr val="000000"/>
              </a:buClr>
            </a:pPr>
            <a:r>
              <a:rPr lang="en-US" sz="2133" kern="0" dirty="0">
                <a:solidFill>
                  <a:srgbClr val="8C52FF"/>
                </a:solidFill>
                <a:latin typeface="Arial"/>
                <a:cs typeface="Arial"/>
                <a:sym typeface="Arial"/>
              </a:rPr>
              <a:t>1</a:t>
            </a:r>
            <a:endParaRPr lang="en-US" sz="2133" kern="0" dirty="0">
              <a:solidFill>
                <a:srgbClr val="8C52FF"/>
              </a:solidFill>
              <a:latin typeface="Open Sans" panose="020B0606030504020204" pitchFamily="34" charset="0"/>
              <a:cs typeface="Arial"/>
              <a:sym typeface="Arial"/>
            </a:endParaRPr>
          </a:p>
        </p:txBody>
      </p:sp>
      <p:pic>
        <p:nvPicPr>
          <p:cNvPr id="7" name="Picture 6" descr="A screenshot of a computer program&#10;&#10;Description automatically generated">
            <a:extLst>
              <a:ext uri="{FF2B5EF4-FFF2-40B4-BE49-F238E27FC236}">
                <a16:creationId xmlns:a16="http://schemas.microsoft.com/office/drawing/2014/main" id="{7B89C935-5CB7-FD70-9B55-AF2B6BE761E7}"/>
              </a:ext>
            </a:extLst>
          </p:cNvPr>
          <p:cNvPicPr>
            <a:picLocks noChangeAspect="1"/>
          </p:cNvPicPr>
          <p:nvPr/>
        </p:nvPicPr>
        <p:blipFill>
          <a:blip r:embed="rId3"/>
          <a:stretch>
            <a:fillRect/>
          </a:stretch>
        </p:blipFill>
        <p:spPr>
          <a:xfrm>
            <a:off x="837087" y="3327400"/>
            <a:ext cx="5460732" cy="2885752"/>
          </a:xfrm>
          <a:prstGeom prst="rect">
            <a:avLst/>
          </a:prstGeom>
        </p:spPr>
      </p:pic>
    </p:spTree>
    <p:extLst>
      <p:ext uri="{BB962C8B-B14F-4D97-AF65-F5344CB8AC3E}">
        <p14:creationId xmlns:p14="http://schemas.microsoft.com/office/powerpoint/2010/main" val="2226648733"/>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24042" y="217287"/>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a:solidFill>
            <a:schemeClr val="accent1"/>
          </a:solidFill>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59"/>
            <a:ext cx="10326008" cy="812530"/>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4400" kern="0" dirty="0">
                <a:solidFill>
                  <a:srgbClr val="FFFFFF"/>
                </a:solidFill>
                <a:latin typeface="Courier"/>
                <a:cs typeface="Arial"/>
                <a:sym typeface="Courier"/>
              </a:rPr>
              <a:t>Function and Scopes</a:t>
            </a:r>
            <a:endParaRPr sz="4400"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3" name="TextBox 2">
            <a:extLst>
              <a:ext uri="{FF2B5EF4-FFF2-40B4-BE49-F238E27FC236}">
                <a16:creationId xmlns:a16="http://schemas.microsoft.com/office/drawing/2014/main" id="{6F8EC0E4-49E1-37AB-65E4-73DEABA58CB2}"/>
              </a:ext>
            </a:extLst>
          </p:cNvPr>
          <p:cNvSpPr txBox="1"/>
          <p:nvPr/>
        </p:nvSpPr>
        <p:spPr>
          <a:xfrm>
            <a:off x="997460" y="2484243"/>
            <a:ext cx="10251248" cy="2390911"/>
          </a:xfrm>
          <a:prstGeom prst="rect">
            <a:avLst/>
          </a:prstGeom>
          <a:noFill/>
        </p:spPr>
        <p:txBody>
          <a:bodyPr wrap="square">
            <a:spAutoFit/>
          </a:bodyPr>
          <a:lstStyle/>
          <a:p>
            <a:pPr marL="304815" indent="-304815" defTabSz="609630">
              <a:buClr>
                <a:srgbClr val="FFFFFF"/>
              </a:buClr>
              <a:buFont typeface="Arial" panose="020B0604020202020204" pitchFamily="34" charset="0"/>
              <a:buChar char="•"/>
            </a:pPr>
            <a:r>
              <a:rPr lang="en-US" sz="1867" kern="0" dirty="0">
                <a:solidFill>
                  <a:srgbClr val="8C52FF"/>
                </a:solidFill>
                <a:latin typeface="Roboto Mono" panose="00000009000000000000" pitchFamily="49" charset="0"/>
                <a:ea typeface="Roboto Mono" panose="00000009000000000000" pitchFamily="49" charset="0"/>
                <a:cs typeface="Arial"/>
                <a:sym typeface="Arial"/>
              </a:rPr>
              <a:t>A variable existing outside a function has a scope inside the functions' bodies, excluding those of them which define a variable of the same name.</a:t>
            </a:r>
          </a:p>
          <a:p>
            <a:pPr marL="304815" indent="-304815" defTabSz="609630">
              <a:buClr>
                <a:srgbClr val="FFFFFF"/>
              </a:buClr>
              <a:buFont typeface="Arial" panose="020B0604020202020204" pitchFamily="34" charset="0"/>
              <a:buChar char="•"/>
            </a:pPr>
            <a:endParaRPr lang="en-US" sz="1867" kern="0" dirty="0">
              <a:solidFill>
                <a:srgbClr val="FFFFFF"/>
              </a:solidFill>
              <a:latin typeface="Roboto Mono" panose="00000009000000000000" pitchFamily="49" charset="0"/>
              <a:ea typeface="Roboto Mono" panose="00000009000000000000" pitchFamily="49" charset="0"/>
              <a:cs typeface="Arial"/>
              <a:sym typeface="Arial"/>
            </a:endParaRPr>
          </a:p>
          <a:p>
            <a:pPr marL="304815" indent="-304815" defTabSz="609630">
              <a:buClr>
                <a:srgbClr val="FFFFFF"/>
              </a:buClr>
              <a:buFont typeface="Arial" panose="020B0604020202020204" pitchFamily="34" charset="0"/>
              <a:buChar char="•"/>
            </a:pPr>
            <a:r>
              <a:rPr lang="en-US" sz="1867" kern="0" dirty="0">
                <a:solidFill>
                  <a:srgbClr val="FFFFFF"/>
                </a:solidFill>
                <a:latin typeface="Roboto Mono" panose="00000009000000000000" pitchFamily="49" charset="0"/>
                <a:ea typeface="Roboto Mono" panose="00000009000000000000" pitchFamily="49" charset="0"/>
                <a:cs typeface="Arial"/>
                <a:sym typeface="Arial"/>
              </a:rPr>
              <a:t>It also means that the </a:t>
            </a:r>
            <a:r>
              <a:rPr lang="en-US" sz="1867" kern="0" dirty="0">
                <a:solidFill>
                  <a:srgbClr val="8C52FF"/>
                </a:solidFill>
                <a:latin typeface="Roboto Mono" panose="00000009000000000000" pitchFamily="49" charset="0"/>
                <a:ea typeface="Roboto Mono" panose="00000009000000000000" pitchFamily="49" charset="0"/>
                <a:cs typeface="Arial"/>
                <a:sym typeface="Arial"/>
              </a:rPr>
              <a:t>scope of a variable existing outside a function is supported only when getting its value</a:t>
            </a:r>
            <a:r>
              <a:rPr lang="en-US" sz="1867" kern="0" dirty="0">
                <a:solidFill>
                  <a:srgbClr val="FFFFFF"/>
                </a:solidFill>
                <a:latin typeface="Roboto Mono" panose="00000009000000000000" pitchFamily="49" charset="0"/>
                <a:ea typeface="Roboto Mono" panose="00000009000000000000" pitchFamily="49" charset="0"/>
                <a:cs typeface="Arial"/>
                <a:sym typeface="Arial"/>
              </a:rPr>
              <a:t> (reading). Assigning a value forces the creation of the function's own variable.</a:t>
            </a:r>
          </a:p>
        </p:txBody>
      </p:sp>
    </p:spTree>
    <p:extLst>
      <p:ext uri="{BB962C8B-B14F-4D97-AF65-F5344CB8AC3E}">
        <p14:creationId xmlns:p14="http://schemas.microsoft.com/office/powerpoint/2010/main" val="642839320"/>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24042" y="217287"/>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a:solidFill>
            <a:schemeClr val="accent1"/>
          </a:solidFill>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59"/>
            <a:ext cx="10326008" cy="812530"/>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4400" kern="0" dirty="0">
                <a:solidFill>
                  <a:srgbClr val="FFFFFF"/>
                </a:solidFill>
                <a:latin typeface="Courier"/>
                <a:cs typeface="Arial"/>
                <a:sym typeface="Courier"/>
              </a:rPr>
              <a:t>Function and Scopes: global</a:t>
            </a:r>
            <a:endParaRPr sz="4400"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3" name="TextBox 2">
            <a:extLst>
              <a:ext uri="{FF2B5EF4-FFF2-40B4-BE49-F238E27FC236}">
                <a16:creationId xmlns:a16="http://schemas.microsoft.com/office/drawing/2014/main" id="{6F8EC0E4-49E1-37AB-65E4-73DEABA58CB2}"/>
              </a:ext>
            </a:extLst>
          </p:cNvPr>
          <p:cNvSpPr txBox="1"/>
          <p:nvPr/>
        </p:nvSpPr>
        <p:spPr>
          <a:xfrm>
            <a:off x="1071976" y="2494419"/>
            <a:ext cx="10251248" cy="1528945"/>
          </a:xfrm>
          <a:prstGeom prst="rect">
            <a:avLst/>
          </a:prstGeom>
          <a:noFill/>
        </p:spPr>
        <p:txBody>
          <a:bodyPr wrap="square">
            <a:spAutoFit/>
          </a:bodyPr>
          <a:lstStyle/>
          <a:p>
            <a:pPr marL="304815" indent="-304815" defTabSz="609630">
              <a:buClr>
                <a:srgbClr val="FFFFFF"/>
              </a:buClr>
              <a:buFont typeface="Arial" panose="020B0604020202020204" pitchFamily="34" charset="0"/>
              <a:buChar char="•"/>
            </a:pPr>
            <a:r>
              <a:rPr lang="en-US" sz="1867" kern="0" dirty="0">
                <a:solidFill>
                  <a:srgbClr val="FFFFFF"/>
                </a:solidFill>
                <a:latin typeface="Roboto Mono" panose="00000009000000000000" pitchFamily="49" charset="0"/>
                <a:ea typeface="Roboto Mono" panose="00000009000000000000" pitchFamily="49" charset="0"/>
                <a:cs typeface="Arial"/>
                <a:sym typeface="Arial"/>
              </a:rPr>
              <a:t>here's a special Python method which can </a:t>
            </a:r>
            <a:r>
              <a:rPr lang="en-US" sz="1867" kern="0" dirty="0">
                <a:solidFill>
                  <a:srgbClr val="8C52FF"/>
                </a:solidFill>
                <a:latin typeface="Roboto Mono" panose="00000009000000000000" pitchFamily="49" charset="0"/>
                <a:ea typeface="Roboto Mono" panose="00000009000000000000" pitchFamily="49" charset="0"/>
                <a:cs typeface="Arial"/>
                <a:sym typeface="Arial"/>
              </a:rPr>
              <a:t>extend a variable's scope in a way which includes the functions' bodies</a:t>
            </a:r>
            <a:r>
              <a:rPr lang="en-US" sz="1867" kern="0" dirty="0">
                <a:solidFill>
                  <a:srgbClr val="FFFFFF"/>
                </a:solidFill>
                <a:latin typeface="Roboto Mono" panose="00000009000000000000" pitchFamily="49" charset="0"/>
                <a:ea typeface="Roboto Mono" panose="00000009000000000000" pitchFamily="49" charset="0"/>
                <a:cs typeface="Arial"/>
                <a:sym typeface="Arial"/>
              </a:rPr>
              <a:t> (even if you want not only to read the values, but also to modify them).</a:t>
            </a:r>
          </a:p>
          <a:p>
            <a:pPr marL="304815" indent="-304815" defTabSz="609630">
              <a:buClr>
                <a:srgbClr val="FFFFFF"/>
              </a:buClr>
              <a:buFont typeface="Arial" panose="020B0604020202020204" pitchFamily="34" charset="0"/>
              <a:buChar char="•"/>
            </a:pPr>
            <a:endParaRPr lang="en-US" sz="1867" kern="0" dirty="0">
              <a:solidFill>
                <a:srgbClr val="FFFFFF"/>
              </a:solidFill>
              <a:latin typeface="Roboto Mono" panose="00000009000000000000" pitchFamily="49" charset="0"/>
              <a:ea typeface="Roboto Mono" panose="00000009000000000000" pitchFamily="49" charset="0"/>
              <a:cs typeface="Arial"/>
              <a:sym typeface="Arial"/>
            </a:endParaRPr>
          </a:p>
          <a:p>
            <a:pPr marL="304815" indent="-304815" defTabSz="609630">
              <a:buClr>
                <a:srgbClr val="FFFFFF"/>
              </a:buClr>
              <a:buFont typeface="Arial" panose="020B0604020202020204" pitchFamily="34" charset="0"/>
              <a:buChar char="•"/>
            </a:pPr>
            <a:r>
              <a:rPr lang="en-US" sz="1867" kern="0" dirty="0">
                <a:solidFill>
                  <a:srgbClr val="FFFFFF"/>
                </a:solidFill>
                <a:latin typeface="Roboto Mono" panose="00000009000000000000" pitchFamily="49" charset="0"/>
                <a:ea typeface="Roboto Mono" panose="00000009000000000000" pitchFamily="49" charset="0"/>
                <a:cs typeface="Arial"/>
                <a:sym typeface="Arial"/>
              </a:rPr>
              <a:t>Such an effect is caused by a keyword named </a:t>
            </a:r>
            <a:r>
              <a:rPr lang="en-US" sz="1867" kern="0" dirty="0">
                <a:solidFill>
                  <a:srgbClr val="8C52FF"/>
                </a:solidFill>
                <a:latin typeface="Roboto Mono" panose="00000009000000000000" pitchFamily="49" charset="0"/>
                <a:ea typeface="Roboto Mono" panose="00000009000000000000" pitchFamily="49" charset="0"/>
                <a:cs typeface="Arial"/>
                <a:sym typeface="Arial"/>
              </a:rPr>
              <a:t>global</a:t>
            </a:r>
            <a:r>
              <a:rPr lang="en-US" sz="1867" kern="0" dirty="0">
                <a:solidFill>
                  <a:srgbClr val="FFFFFF"/>
                </a:solidFill>
                <a:latin typeface="Roboto Mono" panose="00000009000000000000" pitchFamily="49" charset="0"/>
                <a:ea typeface="Roboto Mono" panose="00000009000000000000" pitchFamily="49" charset="0"/>
                <a:cs typeface="Arial"/>
                <a:sym typeface="Arial"/>
              </a:rPr>
              <a:t> </a:t>
            </a:r>
          </a:p>
        </p:txBody>
      </p:sp>
      <p:sp>
        <p:nvSpPr>
          <p:cNvPr id="4" name="Rectangle 1">
            <a:extLst>
              <a:ext uri="{FF2B5EF4-FFF2-40B4-BE49-F238E27FC236}">
                <a16:creationId xmlns:a16="http://schemas.microsoft.com/office/drawing/2014/main" id="{DBB23E9B-BC55-2D7E-318E-CFBF079E4D53}"/>
              </a:ext>
            </a:extLst>
          </p:cNvPr>
          <p:cNvSpPr>
            <a:spLocks noChangeArrowheads="1"/>
          </p:cNvSpPr>
          <p:nvPr/>
        </p:nvSpPr>
        <p:spPr bwMode="auto">
          <a:xfrm>
            <a:off x="0" y="-112882"/>
            <a:ext cx="2324034" cy="22576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r>
              <a:rPr lang="en-US" altLang="en-US" sz="667" kern="0">
                <a:solidFill>
                  <a:srgbClr val="222222"/>
                </a:solidFill>
                <a:latin typeface="Open Sans" panose="020B0606030504020204" pitchFamily="34" charset="0"/>
                <a:cs typeface="Open Sans" panose="020B0606030504020204" pitchFamily="34" charset="0"/>
                <a:sym typeface="Arial"/>
              </a:rPr>
              <a:t>Such an effect is caused by a keyword named </a:t>
            </a:r>
            <a:r>
              <a:rPr lang="en-US" altLang="en-US" sz="667" kern="0">
                <a:solidFill>
                  <a:srgbClr val="333333"/>
                </a:solidFill>
                <a:latin typeface="Courier New" panose="02070309020205020404" pitchFamily="49" charset="0"/>
                <a:cs typeface="Courier New" panose="02070309020205020404" pitchFamily="49" charset="0"/>
                <a:sym typeface="Arial"/>
              </a:rPr>
              <a:t>global</a:t>
            </a:r>
            <a:r>
              <a:rPr lang="en-US" altLang="en-US" sz="667" kern="0">
                <a:solidFill>
                  <a:srgbClr val="222222"/>
                </a:solidFill>
                <a:latin typeface="Open Sans" panose="020B0606030504020204" pitchFamily="34" charset="0"/>
                <a:cs typeface="Open Sans" panose="020B0606030504020204" pitchFamily="34" charset="0"/>
                <a:sym typeface="Arial"/>
              </a:rPr>
              <a:t>:</a:t>
            </a:r>
            <a:r>
              <a:rPr lang="en-US" altLang="en-US" sz="1067" kern="0">
                <a:solidFill>
                  <a:srgbClr val="000000"/>
                </a:solidFill>
                <a:cs typeface="Arial"/>
                <a:sym typeface="Arial"/>
              </a:rPr>
              <a:t> </a:t>
            </a:r>
            <a:endParaRPr lang="en-US" altLang="en-US" sz="1200" kern="0">
              <a:solidFill>
                <a:srgbClr val="000000"/>
              </a:solidFill>
              <a:cs typeface="Arial"/>
              <a:sym typeface="Arial"/>
            </a:endParaRPr>
          </a:p>
        </p:txBody>
      </p:sp>
    </p:spTree>
    <p:extLst>
      <p:ext uri="{BB962C8B-B14F-4D97-AF65-F5344CB8AC3E}">
        <p14:creationId xmlns:p14="http://schemas.microsoft.com/office/powerpoint/2010/main" val="663961808"/>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24042" y="217287"/>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a:solidFill>
            <a:schemeClr val="accent1"/>
          </a:solidFill>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59"/>
            <a:ext cx="10326008" cy="812530"/>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4400" kern="0" dirty="0">
                <a:solidFill>
                  <a:srgbClr val="FFFFFF"/>
                </a:solidFill>
                <a:latin typeface="Courier"/>
                <a:cs typeface="Arial"/>
                <a:sym typeface="Courier"/>
              </a:rPr>
              <a:t>Function and Scopes: global</a:t>
            </a:r>
            <a:endParaRPr sz="4400"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3" name="TextBox 2">
            <a:extLst>
              <a:ext uri="{FF2B5EF4-FFF2-40B4-BE49-F238E27FC236}">
                <a16:creationId xmlns:a16="http://schemas.microsoft.com/office/drawing/2014/main" id="{6F8EC0E4-49E1-37AB-65E4-73DEABA58CB2}"/>
              </a:ext>
            </a:extLst>
          </p:cNvPr>
          <p:cNvSpPr txBox="1"/>
          <p:nvPr/>
        </p:nvSpPr>
        <p:spPr>
          <a:xfrm>
            <a:off x="1071976" y="2494419"/>
            <a:ext cx="10251248" cy="1528945"/>
          </a:xfrm>
          <a:prstGeom prst="rect">
            <a:avLst/>
          </a:prstGeom>
          <a:noFill/>
        </p:spPr>
        <p:txBody>
          <a:bodyPr wrap="square">
            <a:spAutoFit/>
          </a:bodyPr>
          <a:lstStyle/>
          <a:p>
            <a:pPr marL="304815" indent="-304815" defTabSz="609630">
              <a:buClr>
                <a:srgbClr val="FFFFFF"/>
              </a:buClr>
              <a:buFont typeface="Arial" panose="020B0604020202020204" pitchFamily="34" charset="0"/>
              <a:buChar char="•"/>
            </a:pPr>
            <a:r>
              <a:rPr lang="en-US" sz="1867" kern="0" dirty="0">
                <a:solidFill>
                  <a:srgbClr val="FFFFFF"/>
                </a:solidFill>
                <a:latin typeface="Roboto Mono" panose="00000009000000000000" pitchFamily="49" charset="0"/>
                <a:ea typeface="Roboto Mono" panose="00000009000000000000" pitchFamily="49" charset="0"/>
                <a:cs typeface="Arial"/>
                <a:sym typeface="Arial"/>
              </a:rPr>
              <a:t>here's a special Python method which can </a:t>
            </a:r>
            <a:r>
              <a:rPr lang="en-US" sz="1867" kern="0" dirty="0">
                <a:solidFill>
                  <a:srgbClr val="8C52FF"/>
                </a:solidFill>
                <a:latin typeface="Roboto Mono" panose="00000009000000000000" pitchFamily="49" charset="0"/>
                <a:ea typeface="Roboto Mono" panose="00000009000000000000" pitchFamily="49" charset="0"/>
                <a:cs typeface="Arial"/>
                <a:sym typeface="Arial"/>
              </a:rPr>
              <a:t>extend a variable's scope in a way which includes the functions' bodies</a:t>
            </a:r>
            <a:r>
              <a:rPr lang="en-US" sz="1867" kern="0" dirty="0">
                <a:solidFill>
                  <a:srgbClr val="FFFFFF"/>
                </a:solidFill>
                <a:latin typeface="Roboto Mono" panose="00000009000000000000" pitchFamily="49" charset="0"/>
                <a:ea typeface="Roboto Mono" panose="00000009000000000000" pitchFamily="49" charset="0"/>
                <a:cs typeface="Arial"/>
                <a:sym typeface="Arial"/>
              </a:rPr>
              <a:t> (even if you want not only to read the values, but also to modify them).</a:t>
            </a:r>
          </a:p>
          <a:p>
            <a:pPr marL="304815" indent="-304815" defTabSz="609630">
              <a:buClr>
                <a:srgbClr val="FFFFFF"/>
              </a:buClr>
              <a:buFont typeface="Arial" panose="020B0604020202020204" pitchFamily="34" charset="0"/>
              <a:buChar char="•"/>
            </a:pPr>
            <a:endParaRPr lang="en-US" sz="1867" kern="0" dirty="0">
              <a:solidFill>
                <a:srgbClr val="FFFFFF"/>
              </a:solidFill>
              <a:latin typeface="Roboto Mono" panose="00000009000000000000" pitchFamily="49" charset="0"/>
              <a:ea typeface="Roboto Mono" panose="00000009000000000000" pitchFamily="49" charset="0"/>
              <a:cs typeface="Arial"/>
              <a:sym typeface="Arial"/>
            </a:endParaRPr>
          </a:p>
          <a:p>
            <a:pPr marL="304815" indent="-304815" defTabSz="609630">
              <a:buClr>
                <a:srgbClr val="FFFFFF"/>
              </a:buClr>
              <a:buFont typeface="Arial" panose="020B0604020202020204" pitchFamily="34" charset="0"/>
              <a:buChar char="•"/>
            </a:pPr>
            <a:r>
              <a:rPr lang="en-US" sz="1867" kern="0" dirty="0">
                <a:solidFill>
                  <a:srgbClr val="FFFFFF"/>
                </a:solidFill>
                <a:latin typeface="Roboto Mono" panose="00000009000000000000" pitchFamily="49" charset="0"/>
                <a:ea typeface="Roboto Mono" panose="00000009000000000000" pitchFamily="49" charset="0"/>
                <a:cs typeface="Arial"/>
                <a:sym typeface="Arial"/>
              </a:rPr>
              <a:t>Such an effect is caused by a keyword named </a:t>
            </a:r>
            <a:r>
              <a:rPr lang="en-US" sz="1867" kern="0" dirty="0">
                <a:solidFill>
                  <a:srgbClr val="8C52FF"/>
                </a:solidFill>
                <a:latin typeface="Roboto Mono" panose="00000009000000000000" pitchFamily="49" charset="0"/>
                <a:ea typeface="Roboto Mono" panose="00000009000000000000" pitchFamily="49" charset="0"/>
                <a:cs typeface="Arial"/>
                <a:sym typeface="Arial"/>
              </a:rPr>
              <a:t>global</a:t>
            </a:r>
            <a:r>
              <a:rPr lang="en-US" sz="1867" kern="0" dirty="0">
                <a:solidFill>
                  <a:srgbClr val="FFFFFF"/>
                </a:solidFill>
                <a:latin typeface="Roboto Mono" panose="00000009000000000000" pitchFamily="49" charset="0"/>
                <a:ea typeface="Roboto Mono" panose="00000009000000000000" pitchFamily="49" charset="0"/>
                <a:cs typeface="Arial"/>
                <a:sym typeface="Arial"/>
              </a:rPr>
              <a:t> </a:t>
            </a:r>
          </a:p>
        </p:txBody>
      </p:sp>
      <p:sp>
        <p:nvSpPr>
          <p:cNvPr id="4" name="Rectangle 1">
            <a:extLst>
              <a:ext uri="{FF2B5EF4-FFF2-40B4-BE49-F238E27FC236}">
                <a16:creationId xmlns:a16="http://schemas.microsoft.com/office/drawing/2014/main" id="{DBB23E9B-BC55-2D7E-318E-CFBF079E4D53}"/>
              </a:ext>
            </a:extLst>
          </p:cNvPr>
          <p:cNvSpPr>
            <a:spLocks noChangeArrowheads="1"/>
          </p:cNvSpPr>
          <p:nvPr/>
        </p:nvSpPr>
        <p:spPr bwMode="auto">
          <a:xfrm>
            <a:off x="0" y="-112882"/>
            <a:ext cx="2324034" cy="22576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r>
              <a:rPr lang="en-US" altLang="en-US" sz="667" kern="0">
                <a:solidFill>
                  <a:srgbClr val="222222"/>
                </a:solidFill>
                <a:latin typeface="Open Sans" panose="020B0606030504020204" pitchFamily="34" charset="0"/>
                <a:cs typeface="Open Sans" panose="020B0606030504020204" pitchFamily="34" charset="0"/>
                <a:sym typeface="Arial"/>
              </a:rPr>
              <a:t>Such an effect is caused by a keyword named </a:t>
            </a:r>
            <a:r>
              <a:rPr lang="en-US" altLang="en-US" sz="667" kern="0">
                <a:solidFill>
                  <a:srgbClr val="333333"/>
                </a:solidFill>
                <a:latin typeface="Courier New" panose="02070309020205020404" pitchFamily="49" charset="0"/>
                <a:cs typeface="Courier New" panose="02070309020205020404" pitchFamily="49" charset="0"/>
                <a:sym typeface="Arial"/>
              </a:rPr>
              <a:t>global</a:t>
            </a:r>
            <a:r>
              <a:rPr lang="en-US" altLang="en-US" sz="667" kern="0">
                <a:solidFill>
                  <a:srgbClr val="222222"/>
                </a:solidFill>
                <a:latin typeface="Open Sans" panose="020B0606030504020204" pitchFamily="34" charset="0"/>
                <a:cs typeface="Open Sans" panose="020B0606030504020204" pitchFamily="34" charset="0"/>
                <a:sym typeface="Arial"/>
              </a:rPr>
              <a:t>:</a:t>
            </a:r>
            <a:r>
              <a:rPr lang="en-US" altLang="en-US" sz="1067" kern="0">
                <a:solidFill>
                  <a:srgbClr val="000000"/>
                </a:solidFill>
                <a:cs typeface="Arial"/>
                <a:sym typeface="Arial"/>
              </a:rPr>
              <a:t> </a:t>
            </a:r>
            <a:endParaRPr lang="en-US" altLang="en-US" sz="1200" kern="0">
              <a:solidFill>
                <a:srgbClr val="000000"/>
              </a:solidFill>
              <a:cs typeface="Arial"/>
              <a:sym typeface="Arial"/>
            </a:endParaRPr>
          </a:p>
        </p:txBody>
      </p:sp>
      <p:pic>
        <p:nvPicPr>
          <p:cNvPr id="6" name="Picture 5" descr="A screen shot of a computer&#10;&#10;Description automatically generated">
            <a:extLst>
              <a:ext uri="{FF2B5EF4-FFF2-40B4-BE49-F238E27FC236}">
                <a16:creationId xmlns:a16="http://schemas.microsoft.com/office/drawing/2014/main" id="{3BC6424B-F6D2-9359-4EED-E67C6082D011}"/>
              </a:ext>
            </a:extLst>
          </p:cNvPr>
          <p:cNvPicPr>
            <a:picLocks noChangeAspect="1"/>
          </p:cNvPicPr>
          <p:nvPr/>
        </p:nvPicPr>
        <p:blipFill>
          <a:blip r:embed="rId3"/>
          <a:stretch>
            <a:fillRect/>
          </a:stretch>
        </p:blipFill>
        <p:spPr>
          <a:xfrm>
            <a:off x="1528107" y="4265846"/>
            <a:ext cx="4669493" cy="1936131"/>
          </a:xfrm>
          <a:prstGeom prst="rect">
            <a:avLst/>
          </a:prstGeom>
        </p:spPr>
      </p:pic>
      <p:sp>
        <p:nvSpPr>
          <p:cNvPr id="8" name="TextBox 7">
            <a:extLst>
              <a:ext uri="{FF2B5EF4-FFF2-40B4-BE49-F238E27FC236}">
                <a16:creationId xmlns:a16="http://schemas.microsoft.com/office/drawing/2014/main" id="{B8544D9B-3616-0DF8-D8D7-416C4DEB5B8B}"/>
              </a:ext>
            </a:extLst>
          </p:cNvPr>
          <p:cNvSpPr txBox="1"/>
          <p:nvPr/>
        </p:nvSpPr>
        <p:spPr>
          <a:xfrm>
            <a:off x="6290046" y="4732993"/>
            <a:ext cx="6096000" cy="995016"/>
          </a:xfrm>
          <a:prstGeom prst="rect">
            <a:avLst/>
          </a:prstGeom>
          <a:noFill/>
        </p:spPr>
        <p:txBody>
          <a:bodyPr wrap="square">
            <a:spAutoFit/>
          </a:bodyPr>
          <a:lstStyle/>
          <a:p>
            <a:pPr defTabSz="609630">
              <a:buClr>
                <a:srgbClr val="000000"/>
              </a:buClr>
            </a:pPr>
            <a:r>
              <a:rPr lang="en-US" sz="2933" kern="0" dirty="0">
                <a:solidFill>
                  <a:srgbClr val="8C52FF"/>
                </a:solidFill>
                <a:latin typeface="Arial"/>
                <a:cs typeface="Arial"/>
                <a:sym typeface="Arial"/>
              </a:rPr>
              <a:t>Do I know that variable? 2</a:t>
            </a:r>
          </a:p>
          <a:p>
            <a:pPr defTabSz="609630">
              <a:buClr>
                <a:srgbClr val="000000"/>
              </a:buClr>
            </a:pPr>
            <a:r>
              <a:rPr lang="en-US" sz="2933" kern="0" dirty="0">
                <a:solidFill>
                  <a:srgbClr val="8C52FF"/>
                </a:solidFill>
                <a:latin typeface="Open Sans" panose="020B0606030504020204" pitchFamily="34" charset="0"/>
                <a:cs typeface="Arial"/>
                <a:sym typeface="Arial"/>
              </a:rPr>
              <a:t>2</a:t>
            </a:r>
          </a:p>
        </p:txBody>
      </p:sp>
    </p:spTree>
    <p:extLst>
      <p:ext uri="{BB962C8B-B14F-4D97-AF65-F5344CB8AC3E}">
        <p14:creationId xmlns:p14="http://schemas.microsoft.com/office/powerpoint/2010/main" val="1834279992"/>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Shape 624">
          <a:extLst>
            <a:ext uri="{FF2B5EF4-FFF2-40B4-BE49-F238E27FC236}">
              <a16:creationId xmlns:a16="http://schemas.microsoft.com/office/drawing/2014/main" id="{C182B437-7B19-4B32-A651-E86DC930B090}"/>
            </a:ext>
          </a:extLst>
        </p:cNvPr>
        <p:cNvGrpSpPr/>
        <p:nvPr/>
      </p:nvGrpSpPr>
      <p:grpSpPr>
        <a:xfrm>
          <a:off x="0" y="0"/>
          <a:ext cx="0" cy="0"/>
          <a:chOff x="0" y="0"/>
          <a:chExt cx="0" cy="0"/>
        </a:xfrm>
      </p:grpSpPr>
      <p:grpSp>
        <p:nvGrpSpPr>
          <p:cNvPr id="625" name="Google Shape;625;p14">
            <a:extLst>
              <a:ext uri="{FF2B5EF4-FFF2-40B4-BE49-F238E27FC236}">
                <a16:creationId xmlns:a16="http://schemas.microsoft.com/office/drawing/2014/main" id="{C777F4F9-3B9B-E219-A339-C114A966EBC1}"/>
              </a:ext>
            </a:extLst>
          </p:cNvPr>
          <p:cNvGrpSpPr/>
          <p:nvPr/>
        </p:nvGrpSpPr>
        <p:grpSpPr>
          <a:xfrm>
            <a:off x="324042" y="217287"/>
            <a:ext cx="11543917" cy="6302879"/>
            <a:chOff x="0" y="-241102"/>
            <a:chExt cx="23087835" cy="12605759"/>
          </a:xfrm>
        </p:grpSpPr>
        <p:grpSp>
          <p:nvGrpSpPr>
            <p:cNvPr id="626" name="Google Shape;626;p14">
              <a:extLst>
                <a:ext uri="{FF2B5EF4-FFF2-40B4-BE49-F238E27FC236}">
                  <a16:creationId xmlns:a16="http://schemas.microsoft.com/office/drawing/2014/main" id="{E16FA50C-BCB1-28C7-4147-1983AD881850}"/>
                </a:ext>
              </a:extLst>
            </p:cNvPr>
            <p:cNvGrpSpPr/>
            <p:nvPr/>
          </p:nvGrpSpPr>
          <p:grpSpPr>
            <a:xfrm>
              <a:off x="0" y="-241102"/>
              <a:ext cx="23069216" cy="12605759"/>
              <a:chOff x="0" y="-47625"/>
              <a:chExt cx="4556882" cy="2490026"/>
            </a:xfrm>
          </p:grpSpPr>
          <p:sp>
            <p:nvSpPr>
              <p:cNvPr id="627" name="Google Shape;627;p14">
                <a:extLst>
                  <a:ext uri="{FF2B5EF4-FFF2-40B4-BE49-F238E27FC236}">
                    <a16:creationId xmlns:a16="http://schemas.microsoft.com/office/drawing/2014/main" id="{0B6D2211-4EF8-357A-7F66-D7B1DE72E1B4}"/>
                  </a:ext>
                </a:extLst>
              </p:cNvPr>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a:extLst>
                  <a:ext uri="{FF2B5EF4-FFF2-40B4-BE49-F238E27FC236}">
                    <a16:creationId xmlns:a16="http://schemas.microsoft.com/office/drawing/2014/main" id="{4EC1D1EB-C43D-C3CF-01FF-4A6419155A70}"/>
                  </a:ext>
                </a:extLst>
              </p:cNvPr>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a:extLst>
                <a:ext uri="{FF2B5EF4-FFF2-40B4-BE49-F238E27FC236}">
                  <a16:creationId xmlns:a16="http://schemas.microsoft.com/office/drawing/2014/main" id="{AECBC541-BBBB-A3A8-CF3E-6F4608229C0F}"/>
                </a:ext>
              </a:extLst>
            </p:cNvPr>
            <p:cNvGrpSpPr/>
            <p:nvPr/>
          </p:nvGrpSpPr>
          <p:grpSpPr>
            <a:xfrm>
              <a:off x="18619" y="-241102"/>
              <a:ext cx="23069216" cy="12605759"/>
              <a:chOff x="0" y="-47625"/>
              <a:chExt cx="4556882" cy="2490026"/>
            </a:xfrm>
          </p:grpSpPr>
          <p:sp>
            <p:nvSpPr>
              <p:cNvPr id="630" name="Google Shape;630;p14">
                <a:extLst>
                  <a:ext uri="{FF2B5EF4-FFF2-40B4-BE49-F238E27FC236}">
                    <a16:creationId xmlns:a16="http://schemas.microsoft.com/office/drawing/2014/main" id="{7E749C96-708D-AC0B-6CA6-5CF44AD1C9FB}"/>
                  </a:ext>
                </a:extLst>
              </p:cNvPr>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a:extLst>
                  <a:ext uri="{FF2B5EF4-FFF2-40B4-BE49-F238E27FC236}">
                    <a16:creationId xmlns:a16="http://schemas.microsoft.com/office/drawing/2014/main" id="{78DFE7AB-E8A3-4506-BDCE-F194ACA85776}"/>
                  </a:ext>
                </a:extLst>
              </p:cNvPr>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a:extLst>
                <a:ext uri="{FF2B5EF4-FFF2-40B4-BE49-F238E27FC236}">
                  <a16:creationId xmlns:a16="http://schemas.microsoft.com/office/drawing/2014/main" id="{08D6EAC7-656A-E3EF-2C62-0365A4764B4A}"/>
                </a:ext>
              </a:extLst>
            </p:cNvPr>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a:extLst>
                <a:ext uri="{FF2B5EF4-FFF2-40B4-BE49-F238E27FC236}">
                  <a16:creationId xmlns:a16="http://schemas.microsoft.com/office/drawing/2014/main" id="{5FE1B1E5-735A-F084-F550-BF202D108716}"/>
                </a:ext>
              </a:extLst>
            </p:cNvPr>
            <p:cNvGrpSpPr/>
            <p:nvPr/>
          </p:nvGrpSpPr>
          <p:grpSpPr>
            <a:xfrm>
              <a:off x="318466" y="201915"/>
              <a:ext cx="394763" cy="394763"/>
              <a:chOff x="0" y="0"/>
              <a:chExt cx="812800" cy="812800"/>
            </a:xfrm>
          </p:grpSpPr>
          <p:sp>
            <p:nvSpPr>
              <p:cNvPr id="634" name="Google Shape;634;p14">
                <a:extLst>
                  <a:ext uri="{FF2B5EF4-FFF2-40B4-BE49-F238E27FC236}">
                    <a16:creationId xmlns:a16="http://schemas.microsoft.com/office/drawing/2014/main" id="{20C15A50-4A7A-B501-87B4-52567949E62B}"/>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a:extLst>
                  <a:ext uri="{FF2B5EF4-FFF2-40B4-BE49-F238E27FC236}">
                    <a16:creationId xmlns:a16="http://schemas.microsoft.com/office/drawing/2014/main" id="{12B5D1AA-86C0-7E82-9318-FDE276A9D404}"/>
                  </a:ext>
                </a:extLst>
              </p:cNvPr>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a:extLst>
                <a:ext uri="{FF2B5EF4-FFF2-40B4-BE49-F238E27FC236}">
                  <a16:creationId xmlns:a16="http://schemas.microsoft.com/office/drawing/2014/main" id="{47EF9B0C-7874-D2C8-F6C0-DA7EB0846059}"/>
                </a:ext>
              </a:extLst>
            </p:cNvPr>
            <p:cNvGrpSpPr/>
            <p:nvPr/>
          </p:nvGrpSpPr>
          <p:grpSpPr>
            <a:xfrm>
              <a:off x="989083" y="201915"/>
              <a:ext cx="394763" cy="394763"/>
              <a:chOff x="0" y="0"/>
              <a:chExt cx="812800" cy="812800"/>
            </a:xfrm>
          </p:grpSpPr>
          <p:sp>
            <p:nvSpPr>
              <p:cNvPr id="637" name="Google Shape;637;p14">
                <a:extLst>
                  <a:ext uri="{FF2B5EF4-FFF2-40B4-BE49-F238E27FC236}">
                    <a16:creationId xmlns:a16="http://schemas.microsoft.com/office/drawing/2014/main" id="{79446F66-CD69-5A15-B19A-3CD152B45107}"/>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a:extLst>
                  <a:ext uri="{FF2B5EF4-FFF2-40B4-BE49-F238E27FC236}">
                    <a16:creationId xmlns:a16="http://schemas.microsoft.com/office/drawing/2014/main" id="{F83E66E6-6A9B-6F2D-7915-1EDC628035E1}"/>
                  </a:ext>
                </a:extLst>
              </p:cNvPr>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a:extLst>
                <a:ext uri="{FF2B5EF4-FFF2-40B4-BE49-F238E27FC236}">
                  <a16:creationId xmlns:a16="http://schemas.microsoft.com/office/drawing/2014/main" id="{FAA34AAB-F398-D247-05DF-CE1834A393C2}"/>
                </a:ext>
              </a:extLst>
            </p:cNvPr>
            <p:cNvGrpSpPr/>
            <p:nvPr/>
          </p:nvGrpSpPr>
          <p:grpSpPr>
            <a:xfrm>
              <a:off x="1663247" y="201915"/>
              <a:ext cx="394763" cy="394763"/>
              <a:chOff x="0" y="0"/>
              <a:chExt cx="812800" cy="812800"/>
            </a:xfrm>
          </p:grpSpPr>
          <p:sp>
            <p:nvSpPr>
              <p:cNvPr id="640" name="Google Shape;640;p14">
                <a:extLst>
                  <a:ext uri="{FF2B5EF4-FFF2-40B4-BE49-F238E27FC236}">
                    <a16:creationId xmlns:a16="http://schemas.microsoft.com/office/drawing/2014/main" id="{D92C7E23-F199-96DA-91AD-0CE5E3C55263}"/>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a:extLst>
                  <a:ext uri="{FF2B5EF4-FFF2-40B4-BE49-F238E27FC236}">
                    <a16:creationId xmlns:a16="http://schemas.microsoft.com/office/drawing/2014/main" id="{6FF8E5C3-D34A-610E-11A1-0CFDA27A86E2}"/>
                  </a:ext>
                </a:extLst>
              </p:cNvPr>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a:extLst>
              <a:ext uri="{FF2B5EF4-FFF2-40B4-BE49-F238E27FC236}">
                <a16:creationId xmlns:a16="http://schemas.microsoft.com/office/drawing/2014/main" id="{424D46D7-CDCB-6F4C-2F2E-7E9009DB04B6}"/>
              </a:ext>
            </a:extLst>
          </p:cNvPr>
          <p:cNvGrpSpPr/>
          <p:nvPr/>
        </p:nvGrpSpPr>
        <p:grpSpPr>
          <a:xfrm>
            <a:off x="685800" y="879048"/>
            <a:ext cx="10562908" cy="1109071"/>
            <a:chOff x="0" y="-47625"/>
            <a:chExt cx="4517902" cy="474365"/>
          </a:xfrm>
          <a:solidFill>
            <a:schemeClr val="accent1"/>
          </a:solidFill>
        </p:grpSpPr>
        <p:sp>
          <p:nvSpPr>
            <p:cNvPr id="643" name="Google Shape;643;p14">
              <a:extLst>
                <a:ext uri="{FF2B5EF4-FFF2-40B4-BE49-F238E27FC236}">
                  <a16:creationId xmlns:a16="http://schemas.microsoft.com/office/drawing/2014/main" id="{C48B3991-5C6D-C818-9E4E-AE5208CA2339}"/>
                </a:ext>
              </a:extLst>
            </p:cNvPr>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a:extLst>
                <a:ext uri="{FF2B5EF4-FFF2-40B4-BE49-F238E27FC236}">
                  <a16:creationId xmlns:a16="http://schemas.microsoft.com/office/drawing/2014/main" id="{15939BF9-F76E-83D1-976D-2E0654231B9A}"/>
                </a:ext>
              </a:extLst>
            </p:cNvPr>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a:extLst>
              <a:ext uri="{FF2B5EF4-FFF2-40B4-BE49-F238E27FC236}">
                <a16:creationId xmlns:a16="http://schemas.microsoft.com/office/drawing/2014/main" id="{A93228BD-AD48-8EB3-F993-5549BA9B029F}"/>
              </a:ext>
            </a:extLst>
          </p:cNvPr>
          <p:cNvGrpSpPr/>
          <p:nvPr/>
        </p:nvGrpSpPr>
        <p:grpSpPr>
          <a:xfrm>
            <a:off x="1008592" y="1041878"/>
            <a:ext cx="10562908" cy="1109071"/>
            <a:chOff x="0" y="-47625"/>
            <a:chExt cx="4517902" cy="474365"/>
          </a:xfrm>
        </p:grpSpPr>
        <p:sp>
          <p:nvSpPr>
            <p:cNvPr id="646" name="Google Shape;646;p14">
              <a:extLst>
                <a:ext uri="{FF2B5EF4-FFF2-40B4-BE49-F238E27FC236}">
                  <a16:creationId xmlns:a16="http://schemas.microsoft.com/office/drawing/2014/main" id="{7286FA09-C7EA-5810-C9C1-17EC26FEF345}"/>
                </a:ext>
              </a:extLst>
            </p:cNvPr>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a:extLst>
                <a:ext uri="{FF2B5EF4-FFF2-40B4-BE49-F238E27FC236}">
                  <a16:creationId xmlns:a16="http://schemas.microsoft.com/office/drawing/2014/main" id="{F8BC6AFA-5299-455E-BA32-4B92C9605322}"/>
                </a:ext>
              </a:extLst>
            </p:cNvPr>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a:extLst>
              <a:ext uri="{FF2B5EF4-FFF2-40B4-BE49-F238E27FC236}">
                <a16:creationId xmlns:a16="http://schemas.microsoft.com/office/drawing/2014/main" id="{F2C9098E-8EFA-4EB3-59E9-F5C8B81A4819}"/>
              </a:ext>
            </a:extLst>
          </p:cNvPr>
          <p:cNvSpPr txBox="1"/>
          <p:nvPr/>
        </p:nvSpPr>
        <p:spPr>
          <a:xfrm>
            <a:off x="1127042" y="1162459"/>
            <a:ext cx="10326008" cy="812530"/>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4400" kern="0" dirty="0">
                <a:solidFill>
                  <a:srgbClr val="FFFFFF"/>
                </a:solidFill>
                <a:latin typeface="Courier"/>
                <a:cs typeface="Arial"/>
                <a:sym typeface="Courier"/>
              </a:rPr>
              <a:t>Function Inside Function</a:t>
            </a:r>
            <a:endParaRPr sz="4400"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22934319-54AF-D767-0050-4503BDACA2FF}"/>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3" name="TextBox 2">
            <a:extLst>
              <a:ext uri="{FF2B5EF4-FFF2-40B4-BE49-F238E27FC236}">
                <a16:creationId xmlns:a16="http://schemas.microsoft.com/office/drawing/2014/main" id="{B14C26A8-660B-36B8-BCE3-E4ADD583F504}"/>
              </a:ext>
            </a:extLst>
          </p:cNvPr>
          <p:cNvSpPr txBox="1"/>
          <p:nvPr/>
        </p:nvSpPr>
        <p:spPr>
          <a:xfrm>
            <a:off x="1071976" y="2494419"/>
            <a:ext cx="10251248" cy="1241622"/>
          </a:xfrm>
          <a:prstGeom prst="rect">
            <a:avLst/>
          </a:prstGeom>
          <a:noFill/>
        </p:spPr>
        <p:txBody>
          <a:bodyPr wrap="square">
            <a:spAutoFit/>
          </a:bodyPr>
          <a:lstStyle/>
          <a:p>
            <a:pPr marL="304815" indent="-304815" defTabSz="609630">
              <a:buClr>
                <a:srgbClr val="FFFFFF"/>
              </a:buClr>
              <a:buFont typeface="Arial" panose="020B0604020202020204" pitchFamily="34" charset="0"/>
              <a:buChar char="•"/>
            </a:pPr>
            <a:r>
              <a:rPr lang="en-US" sz="1867" kern="0" dirty="0">
                <a:solidFill>
                  <a:srgbClr val="FFFFFF"/>
                </a:solidFill>
                <a:latin typeface="Roboto Mono" panose="00000009000000000000" pitchFamily="49" charset="0"/>
                <a:ea typeface="Roboto Mono" panose="00000009000000000000" pitchFamily="49" charset="0"/>
                <a:cs typeface="Arial"/>
                <a:sym typeface="Arial"/>
              </a:rPr>
              <a:t>In Python, you can define a function inside another function. These are sometimes called nested functions or inner functions.</a:t>
            </a:r>
          </a:p>
          <a:p>
            <a:pPr marL="304815" indent="-304815" defTabSz="609630">
              <a:buClr>
                <a:srgbClr val="FFFFFF"/>
              </a:buClr>
              <a:buFont typeface="Arial" panose="020B0604020202020204" pitchFamily="34" charset="0"/>
              <a:buChar char="•"/>
            </a:pPr>
            <a:r>
              <a:rPr lang="en-US" sz="1867" b="1" kern="0" dirty="0">
                <a:solidFill>
                  <a:srgbClr val="FFFFFF"/>
                </a:solidFill>
                <a:latin typeface="Roboto Mono" panose="00000009000000000000" pitchFamily="49" charset="0"/>
                <a:ea typeface="Roboto Mono" panose="00000009000000000000" pitchFamily="49" charset="0"/>
                <a:cs typeface="Arial"/>
                <a:sym typeface="Arial"/>
              </a:rPr>
              <a:t>Note: </a:t>
            </a:r>
            <a:r>
              <a:rPr lang="en-US" sz="1867" b="1" kern="0" dirty="0" err="1">
                <a:solidFill>
                  <a:srgbClr val="FFFFFF"/>
                </a:solidFill>
                <a:latin typeface="Roboto Mono" panose="00000009000000000000" pitchFamily="49" charset="0"/>
                <a:ea typeface="Roboto Mono" panose="00000009000000000000" pitchFamily="49" charset="0"/>
                <a:cs typeface="Arial"/>
                <a:sym typeface="Arial"/>
              </a:rPr>
              <a:t>inner_function</a:t>
            </a:r>
            <a:r>
              <a:rPr lang="en-US" sz="1867" b="1" kern="0" dirty="0">
                <a:solidFill>
                  <a:srgbClr val="FFFFFF"/>
                </a:solidFill>
                <a:latin typeface="Roboto Mono" panose="00000009000000000000" pitchFamily="49" charset="0"/>
                <a:ea typeface="Roboto Mono" panose="00000009000000000000" pitchFamily="49" charset="0"/>
                <a:cs typeface="Arial"/>
                <a:sym typeface="Arial"/>
              </a:rPr>
              <a:t>() is not accessible outside of </a:t>
            </a:r>
            <a:r>
              <a:rPr lang="en-US" sz="1867" b="1" kern="0" dirty="0" err="1">
                <a:solidFill>
                  <a:srgbClr val="FFFFFF"/>
                </a:solidFill>
                <a:latin typeface="Roboto Mono" panose="00000009000000000000" pitchFamily="49" charset="0"/>
                <a:ea typeface="Roboto Mono" panose="00000009000000000000" pitchFamily="49" charset="0"/>
                <a:cs typeface="Arial"/>
                <a:sym typeface="Arial"/>
              </a:rPr>
              <a:t>outer_function</a:t>
            </a:r>
            <a:r>
              <a:rPr lang="en-US" sz="1867" b="1" kern="0" dirty="0">
                <a:solidFill>
                  <a:srgbClr val="FFFFFF"/>
                </a:solidFill>
                <a:latin typeface="Roboto Mono" panose="00000009000000000000" pitchFamily="49" charset="0"/>
                <a:ea typeface="Roboto Mono" panose="00000009000000000000" pitchFamily="49" charset="0"/>
                <a:cs typeface="Arial"/>
                <a:sym typeface="Arial"/>
              </a:rPr>
              <a:t>(). </a:t>
            </a:r>
          </a:p>
        </p:txBody>
      </p:sp>
      <p:sp>
        <p:nvSpPr>
          <p:cNvPr id="4" name="Rectangle 1">
            <a:extLst>
              <a:ext uri="{FF2B5EF4-FFF2-40B4-BE49-F238E27FC236}">
                <a16:creationId xmlns:a16="http://schemas.microsoft.com/office/drawing/2014/main" id="{4D69C586-E439-1476-2DF4-7D2ECC1488D5}"/>
              </a:ext>
            </a:extLst>
          </p:cNvPr>
          <p:cNvSpPr>
            <a:spLocks noChangeArrowheads="1"/>
          </p:cNvSpPr>
          <p:nvPr/>
        </p:nvSpPr>
        <p:spPr bwMode="auto">
          <a:xfrm>
            <a:off x="0" y="-112882"/>
            <a:ext cx="2324034" cy="22576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r>
              <a:rPr lang="en-US" altLang="en-US" sz="667" kern="0">
                <a:solidFill>
                  <a:srgbClr val="222222"/>
                </a:solidFill>
                <a:latin typeface="Open Sans" panose="020B0606030504020204" pitchFamily="34" charset="0"/>
                <a:cs typeface="Open Sans" panose="020B0606030504020204" pitchFamily="34" charset="0"/>
                <a:sym typeface="Arial"/>
              </a:rPr>
              <a:t>Such an effect is caused by a keyword named </a:t>
            </a:r>
            <a:r>
              <a:rPr lang="en-US" altLang="en-US" sz="667" kern="0">
                <a:solidFill>
                  <a:srgbClr val="333333"/>
                </a:solidFill>
                <a:latin typeface="Courier New" panose="02070309020205020404" pitchFamily="49" charset="0"/>
                <a:cs typeface="Courier New" panose="02070309020205020404" pitchFamily="49" charset="0"/>
                <a:sym typeface="Arial"/>
              </a:rPr>
              <a:t>global</a:t>
            </a:r>
            <a:r>
              <a:rPr lang="en-US" altLang="en-US" sz="667" kern="0">
                <a:solidFill>
                  <a:srgbClr val="222222"/>
                </a:solidFill>
                <a:latin typeface="Open Sans" panose="020B0606030504020204" pitchFamily="34" charset="0"/>
                <a:cs typeface="Open Sans" panose="020B0606030504020204" pitchFamily="34" charset="0"/>
                <a:sym typeface="Arial"/>
              </a:rPr>
              <a:t>:</a:t>
            </a:r>
            <a:r>
              <a:rPr lang="en-US" altLang="en-US" sz="1067" kern="0">
                <a:solidFill>
                  <a:srgbClr val="000000"/>
                </a:solidFill>
                <a:cs typeface="Arial"/>
                <a:sym typeface="Arial"/>
              </a:rPr>
              <a:t> </a:t>
            </a:r>
            <a:endParaRPr lang="en-US" altLang="en-US" sz="1200" kern="0">
              <a:solidFill>
                <a:srgbClr val="000000"/>
              </a:solidFill>
              <a:cs typeface="Arial"/>
              <a:sym typeface="Arial"/>
            </a:endParaRPr>
          </a:p>
        </p:txBody>
      </p:sp>
      <p:sp>
        <p:nvSpPr>
          <p:cNvPr id="8" name="TextBox 7">
            <a:extLst>
              <a:ext uri="{FF2B5EF4-FFF2-40B4-BE49-F238E27FC236}">
                <a16:creationId xmlns:a16="http://schemas.microsoft.com/office/drawing/2014/main" id="{C30B88C2-69F4-5904-5CDD-3AE87BBB9DE8}"/>
              </a:ext>
            </a:extLst>
          </p:cNvPr>
          <p:cNvSpPr txBox="1"/>
          <p:nvPr/>
        </p:nvSpPr>
        <p:spPr>
          <a:xfrm>
            <a:off x="6197600" y="4117440"/>
            <a:ext cx="6096000" cy="1446358"/>
          </a:xfrm>
          <a:prstGeom prst="rect">
            <a:avLst/>
          </a:prstGeom>
          <a:noFill/>
        </p:spPr>
        <p:txBody>
          <a:bodyPr wrap="square">
            <a:spAutoFit/>
          </a:bodyPr>
          <a:lstStyle/>
          <a:p>
            <a:pPr defTabSz="609630">
              <a:buClr>
                <a:srgbClr val="000000"/>
              </a:buClr>
            </a:pPr>
            <a:r>
              <a:rPr lang="en-US" sz="2933" kern="0" dirty="0">
                <a:solidFill>
                  <a:srgbClr val="8C52FF"/>
                </a:solidFill>
                <a:latin typeface="Arial"/>
                <a:cs typeface="Arial"/>
                <a:sym typeface="Arial"/>
              </a:rPr>
              <a:t>Calling the inner function from outer:</a:t>
            </a:r>
          </a:p>
          <a:p>
            <a:pPr defTabSz="609630">
              <a:buClr>
                <a:srgbClr val="000000"/>
              </a:buClr>
            </a:pPr>
            <a:r>
              <a:rPr lang="en-US" sz="2933" kern="0" dirty="0">
                <a:solidFill>
                  <a:srgbClr val="8C52FF"/>
                </a:solidFill>
                <a:latin typeface="Arial"/>
                <a:cs typeface="Arial"/>
                <a:sym typeface="Arial"/>
              </a:rPr>
              <a:t>Hello from the inner function!</a:t>
            </a:r>
            <a:endParaRPr lang="en-US" sz="2933" kern="0" dirty="0">
              <a:solidFill>
                <a:srgbClr val="8C52FF"/>
              </a:solidFill>
              <a:latin typeface="Open Sans" panose="020B0606030504020204" pitchFamily="34" charset="0"/>
              <a:cs typeface="Arial"/>
              <a:sym typeface="Arial"/>
            </a:endParaRPr>
          </a:p>
        </p:txBody>
      </p:sp>
      <p:pic>
        <p:nvPicPr>
          <p:cNvPr id="7" name="Picture 6">
            <a:extLst>
              <a:ext uri="{FF2B5EF4-FFF2-40B4-BE49-F238E27FC236}">
                <a16:creationId xmlns:a16="http://schemas.microsoft.com/office/drawing/2014/main" id="{818071E8-CA29-463A-8DD0-D74DBA672267}"/>
              </a:ext>
            </a:extLst>
          </p:cNvPr>
          <p:cNvPicPr>
            <a:picLocks noChangeAspect="1"/>
          </p:cNvPicPr>
          <p:nvPr/>
        </p:nvPicPr>
        <p:blipFill>
          <a:blip r:embed="rId3"/>
          <a:stretch>
            <a:fillRect/>
          </a:stretch>
        </p:blipFill>
        <p:spPr>
          <a:xfrm>
            <a:off x="997460" y="3694480"/>
            <a:ext cx="4808566" cy="2393645"/>
          </a:xfrm>
          <a:prstGeom prst="rect">
            <a:avLst/>
          </a:prstGeom>
        </p:spPr>
      </p:pic>
    </p:spTree>
    <p:extLst>
      <p:ext uri="{BB962C8B-B14F-4D97-AF65-F5344CB8AC3E}">
        <p14:creationId xmlns:p14="http://schemas.microsoft.com/office/powerpoint/2010/main" val="3853631107"/>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Shape 624">
          <a:extLst>
            <a:ext uri="{FF2B5EF4-FFF2-40B4-BE49-F238E27FC236}">
              <a16:creationId xmlns:a16="http://schemas.microsoft.com/office/drawing/2014/main" id="{AA314A06-E38A-2079-2B85-B3FEBCDEBDC2}"/>
            </a:ext>
          </a:extLst>
        </p:cNvPr>
        <p:cNvGrpSpPr/>
        <p:nvPr/>
      </p:nvGrpSpPr>
      <p:grpSpPr>
        <a:xfrm>
          <a:off x="0" y="0"/>
          <a:ext cx="0" cy="0"/>
          <a:chOff x="0" y="0"/>
          <a:chExt cx="0" cy="0"/>
        </a:xfrm>
      </p:grpSpPr>
      <p:grpSp>
        <p:nvGrpSpPr>
          <p:cNvPr id="625" name="Google Shape;625;p14">
            <a:extLst>
              <a:ext uri="{FF2B5EF4-FFF2-40B4-BE49-F238E27FC236}">
                <a16:creationId xmlns:a16="http://schemas.microsoft.com/office/drawing/2014/main" id="{E9DC0B80-9CD3-C75E-66E4-DD21914C4D91}"/>
              </a:ext>
            </a:extLst>
          </p:cNvPr>
          <p:cNvGrpSpPr/>
          <p:nvPr/>
        </p:nvGrpSpPr>
        <p:grpSpPr>
          <a:xfrm>
            <a:off x="324042" y="217287"/>
            <a:ext cx="11543917" cy="6302879"/>
            <a:chOff x="0" y="-241102"/>
            <a:chExt cx="23087835" cy="12605759"/>
          </a:xfrm>
        </p:grpSpPr>
        <p:grpSp>
          <p:nvGrpSpPr>
            <p:cNvPr id="626" name="Google Shape;626;p14">
              <a:extLst>
                <a:ext uri="{FF2B5EF4-FFF2-40B4-BE49-F238E27FC236}">
                  <a16:creationId xmlns:a16="http://schemas.microsoft.com/office/drawing/2014/main" id="{2BC82C30-986C-D2E0-2ED4-E40FAACC0B52}"/>
                </a:ext>
              </a:extLst>
            </p:cNvPr>
            <p:cNvGrpSpPr/>
            <p:nvPr/>
          </p:nvGrpSpPr>
          <p:grpSpPr>
            <a:xfrm>
              <a:off x="0" y="-241102"/>
              <a:ext cx="23069216" cy="12605759"/>
              <a:chOff x="0" y="-47625"/>
              <a:chExt cx="4556882" cy="2490026"/>
            </a:xfrm>
          </p:grpSpPr>
          <p:sp>
            <p:nvSpPr>
              <p:cNvPr id="627" name="Google Shape;627;p14">
                <a:extLst>
                  <a:ext uri="{FF2B5EF4-FFF2-40B4-BE49-F238E27FC236}">
                    <a16:creationId xmlns:a16="http://schemas.microsoft.com/office/drawing/2014/main" id="{CA7EEA60-DE36-7814-CFF2-014A1176D94C}"/>
                  </a:ext>
                </a:extLst>
              </p:cNvPr>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a:extLst>
                  <a:ext uri="{FF2B5EF4-FFF2-40B4-BE49-F238E27FC236}">
                    <a16:creationId xmlns:a16="http://schemas.microsoft.com/office/drawing/2014/main" id="{8FF38B28-0165-086B-E3FC-B325AADFF664}"/>
                  </a:ext>
                </a:extLst>
              </p:cNvPr>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a:extLst>
                <a:ext uri="{FF2B5EF4-FFF2-40B4-BE49-F238E27FC236}">
                  <a16:creationId xmlns:a16="http://schemas.microsoft.com/office/drawing/2014/main" id="{4D7E3823-539C-5751-21A0-D043595ACEB6}"/>
                </a:ext>
              </a:extLst>
            </p:cNvPr>
            <p:cNvGrpSpPr/>
            <p:nvPr/>
          </p:nvGrpSpPr>
          <p:grpSpPr>
            <a:xfrm>
              <a:off x="18619" y="-241102"/>
              <a:ext cx="23069216" cy="12605759"/>
              <a:chOff x="0" y="-47625"/>
              <a:chExt cx="4556882" cy="2490026"/>
            </a:xfrm>
          </p:grpSpPr>
          <p:sp>
            <p:nvSpPr>
              <p:cNvPr id="630" name="Google Shape;630;p14">
                <a:extLst>
                  <a:ext uri="{FF2B5EF4-FFF2-40B4-BE49-F238E27FC236}">
                    <a16:creationId xmlns:a16="http://schemas.microsoft.com/office/drawing/2014/main" id="{C0BFD57F-C4A2-E447-4F5F-FABAB24793CA}"/>
                  </a:ext>
                </a:extLst>
              </p:cNvPr>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a:extLst>
                  <a:ext uri="{FF2B5EF4-FFF2-40B4-BE49-F238E27FC236}">
                    <a16:creationId xmlns:a16="http://schemas.microsoft.com/office/drawing/2014/main" id="{82C043A6-3460-5502-F848-546187C43D5E}"/>
                  </a:ext>
                </a:extLst>
              </p:cNvPr>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a:extLst>
                <a:ext uri="{FF2B5EF4-FFF2-40B4-BE49-F238E27FC236}">
                  <a16:creationId xmlns:a16="http://schemas.microsoft.com/office/drawing/2014/main" id="{F33C4CB0-2301-3975-2276-2D6B9AE7607A}"/>
                </a:ext>
              </a:extLst>
            </p:cNvPr>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a:extLst>
                <a:ext uri="{FF2B5EF4-FFF2-40B4-BE49-F238E27FC236}">
                  <a16:creationId xmlns:a16="http://schemas.microsoft.com/office/drawing/2014/main" id="{A4DE750E-F0A9-67C1-DD86-5FBCC37DB957}"/>
                </a:ext>
              </a:extLst>
            </p:cNvPr>
            <p:cNvGrpSpPr/>
            <p:nvPr/>
          </p:nvGrpSpPr>
          <p:grpSpPr>
            <a:xfrm>
              <a:off x="318466" y="201915"/>
              <a:ext cx="394763" cy="394763"/>
              <a:chOff x="0" y="0"/>
              <a:chExt cx="812800" cy="812800"/>
            </a:xfrm>
          </p:grpSpPr>
          <p:sp>
            <p:nvSpPr>
              <p:cNvPr id="634" name="Google Shape;634;p14">
                <a:extLst>
                  <a:ext uri="{FF2B5EF4-FFF2-40B4-BE49-F238E27FC236}">
                    <a16:creationId xmlns:a16="http://schemas.microsoft.com/office/drawing/2014/main" id="{75DD2ED0-0724-B509-7128-BB345D75B61E}"/>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a:extLst>
                  <a:ext uri="{FF2B5EF4-FFF2-40B4-BE49-F238E27FC236}">
                    <a16:creationId xmlns:a16="http://schemas.microsoft.com/office/drawing/2014/main" id="{E1761B04-F7FE-ADBB-FF8C-7E4F49728EB3}"/>
                  </a:ext>
                </a:extLst>
              </p:cNvPr>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a:extLst>
                <a:ext uri="{FF2B5EF4-FFF2-40B4-BE49-F238E27FC236}">
                  <a16:creationId xmlns:a16="http://schemas.microsoft.com/office/drawing/2014/main" id="{BA54059D-EAEA-3946-8CD2-E4850274EDA1}"/>
                </a:ext>
              </a:extLst>
            </p:cNvPr>
            <p:cNvGrpSpPr/>
            <p:nvPr/>
          </p:nvGrpSpPr>
          <p:grpSpPr>
            <a:xfrm>
              <a:off x="989083" y="201915"/>
              <a:ext cx="394763" cy="394763"/>
              <a:chOff x="0" y="0"/>
              <a:chExt cx="812800" cy="812800"/>
            </a:xfrm>
          </p:grpSpPr>
          <p:sp>
            <p:nvSpPr>
              <p:cNvPr id="637" name="Google Shape;637;p14">
                <a:extLst>
                  <a:ext uri="{FF2B5EF4-FFF2-40B4-BE49-F238E27FC236}">
                    <a16:creationId xmlns:a16="http://schemas.microsoft.com/office/drawing/2014/main" id="{48C16C4C-CD6C-DF1E-3D96-8B09B91E129D}"/>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a:extLst>
                  <a:ext uri="{FF2B5EF4-FFF2-40B4-BE49-F238E27FC236}">
                    <a16:creationId xmlns:a16="http://schemas.microsoft.com/office/drawing/2014/main" id="{23F12CA6-B899-8AF2-B664-81A4B955EAE0}"/>
                  </a:ext>
                </a:extLst>
              </p:cNvPr>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a:extLst>
                <a:ext uri="{FF2B5EF4-FFF2-40B4-BE49-F238E27FC236}">
                  <a16:creationId xmlns:a16="http://schemas.microsoft.com/office/drawing/2014/main" id="{508E533B-ECC4-2264-384A-BDFEE3BEC50F}"/>
                </a:ext>
              </a:extLst>
            </p:cNvPr>
            <p:cNvGrpSpPr/>
            <p:nvPr/>
          </p:nvGrpSpPr>
          <p:grpSpPr>
            <a:xfrm>
              <a:off x="1663247" y="201915"/>
              <a:ext cx="394763" cy="394763"/>
              <a:chOff x="0" y="0"/>
              <a:chExt cx="812800" cy="812800"/>
            </a:xfrm>
          </p:grpSpPr>
          <p:sp>
            <p:nvSpPr>
              <p:cNvPr id="640" name="Google Shape;640;p14">
                <a:extLst>
                  <a:ext uri="{FF2B5EF4-FFF2-40B4-BE49-F238E27FC236}">
                    <a16:creationId xmlns:a16="http://schemas.microsoft.com/office/drawing/2014/main" id="{278A7F93-7F0B-72E1-7C1E-3AE9667B2665}"/>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a:extLst>
                  <a:ext uri="{FF2B5EF4-FFF2-40B4-BE49-F238E27FC236}">
                    <a16:creationId xmlns:a16="http://schemas.microsoft.com/office/drawing/2014/main" id="{B34DD9E9-B812-F77C-6347-06126B0B5895}"/>
                  </a:ext>
                </a:extLst>
              </p:cNvPr>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a:extLst>
              <a:ext uri="{FF2B5EF4-FFF2-40B4-BE49-F238E27FC236}">
                <a16:creationId xmlns:a16="http://schemas.microsoft.com/office/drawing/2014/main" id="{6782199F-3F1C-CEBE-396A-ED48D0167CCD}"/>
              </a:ext>
            </a:extLst>
          </p:cNvPr>
          <p:cNvGrpSpPr/>
          <p:nvPr/>
        </p:nvGrpSpPr>
        <p:grpSpPr>
          <a:xfrm>
            <a:off x="685800" y="879048"/>
            <a:ext cx="10562908" cy="1109071"/>
            <a:chOff x="0" y="-47625"/>
            <a:chExt cx="4517902" cy="474365"/>
          </a:xfrm>
          <a:solidFill>
            <a:schemeClr val="accent1"/>
          </a:solidFill>
        </p:grpSpPr>
        <p:sp>
          <p:nvSpPr>
            <p:cNvPr id="643" name="Google Shape;643;p14">
              <a:extLst>
                <a:ext uri="{FF2B5EF4-FFF2-40B4-BE49-F238E27FC236}">
                  <a16:creationId xmlns:a16="http://schemas.microsoft.com/office/drawing/2014/main" id="{26821B79-BB86-5FBE-7BCE-E76BCC9BBC0B}"/>
                </a:ext>
              </a:extLst>
            </p:cNvPr>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a:extLst>
                <a:ext uri="{FF2B5EF4-FFF2-40B4-BE49-F238E27FC236}">
                  <a16:creationId xmlns:a16="http://schemas.microsoft.com/office/drawing/2014/main" id="{3BCBA3B2-97BA-C4DC-CBFE-9C2E00CEEC6F}"/>
                </a:ext>
              </a:extLst>
            </p:cNvPr>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a:extLst>
              <a:ext uri="{FF2B5EF4-FFF2-40B4-BE49-F238E27FC236}">
                <a16:creationId xmlns:a16="http://schemas.microsoft.com/office/drawing/2014/main" id="{7E7F100E-FD25-F0C4-7E59-25BFBD18BC86}"/>
              </a:ext>
            </a:extLst>
          </p:cNvPr>
          <p:cNvGrpSpPr/>
          <p:nvPr/>
        </p:nvGrpSpPr>
        <p:grpSpPr>
          <a:xfrm>
            <a:off x="1008592" y="1041878"/>
            <a:ext cx="10562908" cy="1109071"/>
            <a:chOff x="0" y="-47625"/>
            <a:chExt cx="4517902" cy="474365"/>
          </a:xfrm>
        </p:grpSpPr>
        <p:sp>
          <p:nvSpPr>
            <p:cNvPr id="646" name="Google Shape;646;p14">
              <a:extLst>
                <a:ext uri="{FF2B5EF4-FFF2-40B4-BE49-F238E27FC236}">
                  <a16:creationId xmlns:a16="http://schemas.microsoft.com/office/drawing/2014/main" id="{71FBE428-6E46-D700-2502-7F52C34C1E51}"/>
                </a:ext>
              </a:extLst>
            </p:cNvPr>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a:extLst>
                <a:ext uri="{FF2B5EF4-FFF2-40B4-BE49-F238E27FC236}">
                  <a16:creationId xmlns:a16="http://schemas.microsoft.com/office/drawing/2014/main" id="{6775A23B-65B5-5868-6785-0EC666AE2EE2}"/>
                </a:ext>
              </a:extLst>
            </p:cNvPr>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a:extLst>
              <a:ext uri="{FF2B5EF4-FFF2-40B4-BE49-F238E27FC236}">
                <a16:creationId xmlns:a16="http://schemas.microsoft.com/office/drawing/2014/main" id="{6B1B3558-0FDD-8AE9-6FAB-EBD46A4643A2}"/>
              </a:ext>
            </a:extLst>
          </p:cNvPr>
          <p:cNvSpPr txBox="1"/>
          <p:nvPr/>
        </p:nvSpPr>
        <p:spPr>
          <a:xfrm>
            <a:off x="1127042" y="1162459"/>
            <a:ext cx="10326008" cy="812530"/>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4400" kern="0" dirty="0">
                <a:solidFill>
                  <a:srgbClr val="FFFFFF"/>
                </a:solidFill>
                <a:latin typeface="Courier"/>
                <a:cs typeface="Arial"/>
                <a:sym typeface="Courier"/>
              </a:rPr>
              <a:t>Function Inside Function</a:t>
            </a:r>
            <a:endParaRPr sz="4400"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23948CC9-7C24-343B-CB66-5C9C1AB1F71A}"/>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3" name="TextBox 2">
            <a:extLst>
              <a:ext uri="{FF2B5EF4-FFF2-40B4-BE49-F238E27FC236}">
                <a16:creationId xmlns:a16="http://schemas.microsoft.com/office/drawing/2014/main" id="{3F950364-054C-C8FB-71A1-C5EDFCFFAD37}"/>
              </a:ext>
            </a:extLst>
          </p:cNvPr>
          <p:cNvSpPr txBox="1"/>
          <p:nvPr/>
        </p:nvSpPr>
        <p:spPr>
          <a:xfrm>
            <a:off x="1071976" y="2494419"/>
            <a:ext cx="10251248" cy="1241622"/>
          </a:xfrm>
          <a:prstGeom prst="rect">
            <a:avLst/>
          </a:prstGeom>
          <a:noFill/>
        </p:spPr>
        <p:txBody>
          <a:bodyPr wrap="square">
            <a:spAutoFit/>
          </a:bodyPr>
          <a:lstStyle/>
          <a:p>
            <a:pPr marL="304815" indent="-304815" defTabSz="609630">
              <a:buClr>
                <a:srgbClr val="FFFFFF"/>
              </a:buClr>
              <a:buFont typeface="Arial" panose="020B0604020202020204" pitchFamily="34" charset="0"/>
              <a:buChar char="•"/>
            </a:pPr>
            <a:r>
              <a:rPr lang="en-US" sz="1867" kern="0" dirty="0">
                <a:solidFill>
                  <a:srgbClr val="FFFFFF"/>
                </a:solidFill>
                <a:latin typeface="Roboto Mono" panose="00000009000000000000" pitchFamily="49" charset="0"/>
                <a:ea typeface="Roboto Mono" panose="00000009000000000000" pitchFamily="49" charset="0"/>
                <a:cs typeface="Arial"/>
                <a:sym typeface="Arial"/>
              </a:rPr>
              <a:t>The inner function has access to variables in the outer function’s scope.</a:t>
            </a:r>
          </a:p>
          <a:p>
            <a:pPr marL="304815" indent="-304815" defTabSz="609630">
              <a:buClr>
                <a:srgbClr val="FFFFFF"/>
              </a:buClr>
              <a:buFont typeface="Arial" panose="020B0604020202020204" pitchFamily="34" charset="0"/>
              <a:buChar char="•"/>
            </a:pPr>
            <a:r>
              <a:rPr lang="en-US" sz="1867" kern="0" dirty="0">
                <a:solidFill>
                  <a:srgbClr val="FFFFFF"/>
                </a:solidFill>
                <a:latin typeface="Roboto Mono" panose="00000009000000000000" pitchFamily="49" charset="0"/>
                <a:ea typeface="Roboto Mono" panose="00000009000000000000" pitchFamily="49" charset="0"/>
                <a:cs typeface="Arial"/>
                <a:sym typeface="Arial"/>
              </a:rPr>
              <a:t>But the outer function cannot access variables inside the inner function</a:t>
            </a:r>
          </a:p>
        </p:txBody>
      </p:sp>
      <p:sp>
        <p:nvSpPr>
          <p:cNvPr id="4" name="Rectangle 1">
            <a:extLst>
              <a:ext uri="{FF2B5EF4-FFF2-40B4-BE49-F238E27FC236}">
                <a16:creationId xmlns:a16="http://schemas.microsoft.com/office/drawing/2014/main" id="{EC40A147-4752-CC7B-DA07-448C0B61920F}"/>
              </a:ext>
            </a:extLst>
          </p:cNvPr>
          <p:cNvSpPr>
            <a:spLocks noChangeArrowheads="1"/>
          </p:cNvSpPr>
          <p:nvPr/>
        </p:nvSpPr>
        <p:spPr bwMode="auto">
          <a:xfrm>
            <a:off x="0" y="-112882"/>
            <a:ext cx="2324034" cy="22576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r>
              <a:rPr lang="en-US" altLang="en-US" sz="667" kern="0">
                <a:solidFill>
                  <a:srgbClr val="222222"/>
                </a:solidFill>
                <a:latin typeface="Open Sans" panose="020B0606030504020204" pitchFamily="34" charset="0"/>
                <a:cs typeface="Open Sans" panose="020B0606030504020204" pitchFamily="34" charset="0"/>
                <a:sym typeface="Arial"/>
              </a:rPr>
              <a:t>Such an effect is caused by a keyword named </a:t>
            </a:r>
            <a:r>
              <a:rPr lang="en-US" altLang="en-US" sz="667" kern="0">
                <a:solidFill>
                  <a:srgbClr val="333333"/>
                </a:solidFill>
                <a:latin typeface="Courier New" panose="02070309020205020404" pitchFamily="49" charset="0"/>
                <a:cs typeface="Courier New" panose="02070309020205020404" pitchFamily="49" charset="0"/>
                <a:sym typeface="Arial"/>
              </a:rPr>
              <a:t>global</a:t>
            </a:r>
            <a:r>
              <a:rPr lang="en-US" altLang="en-US" sz="667" kern="0">
                <a:solidFill>
                  <a:srgbClr val="222222"/>
                </a:solidFill>
                <a:latin typeface="Open Sans" panose="020B0606030504020204" pitchFamily="34" charset="0"/>
                <a:cs typeface="Open Sans" panose="020B0606030504020204" pitchFamily="34" charset="0"/>
                <a:sym typeface="Arial"/>
              </a:rPr>
              <a:t>:</a:t>
            </a:r>
            <a:r>
              <a:rPr lang="en-US" altLang="en-US" sz="1067" kern="0">
                <a:solidFill>
                  <a:srgbClr val="000000"/>
                </a:solidFill>
                <a:cs typeface="Arial"/>
                <a:sym typeface="Arial"/>
              </a:rPr>
              <a:t> </a:t>
            </a:r>
            <a:endParaRPr lang="en-US" altLang="en-US" sz="1200" kern="0">
              <a:solidFill>
                <a:srgbClr val="000000"/>
              </a:solidFill>
              <a:cs typeface="Arial"/>
              <a:sym typeface="Arial"/>
            </a:endParaRPr>
          </a:p>
        </p:txBody>
      </p:sp>
      <p:pic>
        <p:nvPicPr>
          <p:cNvPr id="9" name="Picture 8">
            <a:extLst>
              <a:ext uri="{FF2B5EF4-FFF2-40B4-BE49-F238E27FC236}">
                <a16:creationId xmlns:a16="http://schemas.microsoft.com/office/drawing/2014/main" id="{81ED5E2A-F17E-4391-7C79-AEE4F7D284AA}"/>
              </a:ext>
            </a:extLst>
          </p:cNvPr>
          <p:cNvPicPr>
            <a:picLocks noChangeAspect="1"/>
          </p:cNvPicPr>
          <p:nvPr/>
        </p:nvPicPr>
        <p:blipFill>
          <a:blip r:embed="rId3"/>
          <a:stretch>
            <a:fillRect/>
          </a:stretch>
        </p:blipFill>
        <p:spPr>
          <a:xfrm>
            <a:off x="4311947" y="3829545"/>
            <a:ext cx="3568107" cy="2543356"/>
          </a:xfrm>
          <a:prstGeom prst="rect">
            <a:avLst/>
          </a:prstGeom>
        </p:spPr>
      </p:pic>
    </p:spTree>
    <p:extLst>
      <p:ext uri="{BB962C8B-B14F-4D97-AF65-F5344CB8AC3E}">
        <p14:creationId xmlns:p14="http://schemas.microsoft.com/office/powerpoint/2010/main" val="2106285564"/>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Shape 624">
          <a:extLst>
            <a:ext uri="{FF2B5EF4-FFF2-40B4-BE49-F238E27FC236}">
              <a16:creationId xmlns:a16="http://schemas.microsoft.com/office/drawing/2014/main" id="{25E6F8B7-D45B-D470-AC2F-A8A29258368B}"/>
            </a:ext>
          </a:extLst>
        </p:cNvPr>
        <p:cNvGrpSpPr/>
        <p:nvPr/>
      </p:nvGrpSpPr>
      <p:grpSpPr>
        <a:xfrm>
          <a:off x="0" y="0"/>
          <a:ext cx="0" cy="0"/>
          <a:chOff x="0" y="0"/>
          <a:chExt cx="0" cy="0"/>
        </a:xfrm>
      </p:grpSpPr>
      <p:grpSp>
        <p:nvGrpSpPr>
          <p:cNvPr id="625" name="Google Shape;625;p14">
            <a:extLst>
              <a:ext uri="{FF2B5EF4-FFF2-40B4-BE49-F238E27FC236}">
                <a16:creationId xmlns:a16="http://schemas.microsoft.com/office/drawing/2014/main" id="{8EE18CAA-41F3-9ABE-E337-AAFF90DAF6A4}"/>
              </a:ext>
            </a:extLst>
          </p:cNvPr>
          <p:cNvGrpSpPr/>
          <p:nvPr/>
        </p:nvGrpSpPr>
        <p:grpSpPr>
          <a:xfrm>
            <a:off x="324042" y="217287"/>
            <a:ext cx="11543917" cy="6302879"/>
            <a:chOff x="0" y="-241102"/>
            <a:chExt cx="23087835" cy="12605759"/>
          </a:xfrm>
        </p:grpSpPr>
        <p:grpSp>
          <p:nvGrpSpPr>
            <p:cNvPr id="626" name="Google Shape;626;p14">
              <a:extLst>
                <a:ext uri="{FF2B5EF4-FFF2-40B4-BE49-F238E27FC236}">
                  <a16:creationId xmlns:a16="http://schemas.microsoft.com/office/drawing/2014/main" id="{BD3CB5E4-AC31-F1CA-E714-FE35EB4D8F1E}"/>
                </a:ext>
              </a:extLst>
            </p:cNvPr>
            <p:cNvGrpSpPr/>
            <p:nvPr/>
          </p:nvGrpSpPr>
          <p:grpSpPr>
            <a:xfrm>
              <a:off x="0" y="-241102"/>
              <a:ext cx="23069216" cy="12605759"/>
              <a:chOff x="0" y="-47625"/>
              <a:chExt cx="4556882" cy="2490026"/>
            </a:xfrm>
          </p:grpSpPr>
          <p:sp>
            <p:nvSpPr>
              <p:cNvPr id="627" name="Google Shape;627;p14">
                <a:extLst>
                  <a:ext uri="{FF2B5EF4-FFF2-40B4-BE49-F238E27FC236}">
                    <a16:creationId xmlns:a16="http://schemas.microsoft.com/office/drawing/2014/main" id="{FBB02BE4-5188-4A11-E84B-8F24E2991043}"/>
                  </a:ext>
                </a:extLst>
              </p:cNvPr>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a:extLst>
                  <a:ext uri="{FF2B5EF4-FFF2-40B4-BE49-F238E27FC236}">
                    <a16:creationId xmlns:a16="http://schemas.microsoft.com/office/drawing/2014/main" id="{DA932F32-E861-A03D-A7A0-74B8D3A13532}"/>
                  </a:ext>
                </a:extLst>
              </p:cNvPr>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a:extLst>
                <a:ext uri="{FF2B5EF4-FFF2-40B4-BE49-F238E27FC236}">
                  <a16:creationId xmlns:a16="http://schemas.microsoft.com/office/drawing/2014/main" id="{4D4D35B8-3DEB-D9C9-1871-60A4DFCFF284}"/>
                </a:ext>
              </a:extLst>
            </p:cNvPr>
            <p:cNvGrpSpPr/>
            <p:nvPr/>
          </p:nvGrpSpPr>
          <p:grpSpPr>
            <a:xfrm>
              <a:off x="18619" y="-241102"/>
              <a:ext cx="23069216" cy="12605759"/>
              <a:chOff x="0" y="-47625"/>
              <a:chExt cx="4556882" cy="2490026"/>
            </a:xfrm>
          </p:grpSpPr>
          <p:sp>
            <p:nvSpPr>
              <p:cNvPr id="630" name="Google Shape;630;p14">
                <a:extLst>
                  <a:ext uri="{FF2B5EF4-FFF2-40B4-BE49-F238E27FC236}">
                    <a16:creationId xmlns:a16="http://schemas.microsoft.com/office/drawing/2014/main" id="{7090109A-FF43-0271-EFF9-3F353A64D5F4}"/>
                  </a:ext>
                </a:extLst>
              </p:cNvPr>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a:extLst>
                  <a:ext uri="{FF2B5EF4-FFF2-40B4-BE49-F238E27FC236}">
                    <a16:creationId xmlns:a16="http://schemas.microsoft.com/office/drawing/2014/main" id="{9C955D55-A043-F8C8-67D7-AE879EE64433}"/>
                  </a:ext>
                </a:extLst>
              </p:cNvPr>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a:extLst>
                <a:ext uri="{FF2B5EF4-FFF2-40B4-BE49-F238E27FC236}">
                  <a16:creationId xmlns:a16="http://schemas.microsoft.com/office/drawing/2014/main" id="{4118E2B3-558F-F760-B3A1-4D95E5D44FC1}"/>
                </a:ext>
              </a:extLst>
            </p:cNvPr>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a:extLst>
                <a:ext uri="{FF2B5EF4-FFF2-40B4-BE49-F238E27FC236}">
                  <a16:creationId xmlns:a16="http://schemas.microsoft.com/office/drawing/2014/main" id="{1319A9BD-83A1-4657-4279-E71F6CB30723}"/>
                </a:ext>
              </a:extLst>
            </p:cNvPr>
            <p:cNvGrpSpPr/>
            <p:nvPr/>
          </p:nvGrpSpPr>
          <p:grpSpPr>
            <a:xfrm>
              <a:off x="318466" y="201915"/>
              <a:ext cx="394763" cy="394763"/>
              <a:chOff x="0" y="0"/>
              <a:chExt cx="812800" cy="812800"/>
            </a:xfrm>
          </p:grpSpPr>
          <p:sp>
            <p:nvSpPr>
              <p:cNvPr id="634" name="Google Shape;634;p14">
                <a:extLst>
                  <a:ext uri="{FF2B5EF4-FFF2-40B4-BE49-F238E27FC236}">
                    <a16:creationId xmlns:a16="http://schemas.microsoft.com/office/drawing/2014/main" id="{2A45C0BA-904D-DF72-2181-BC99975CE830}"/>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a:extLst>
                  <a:ext uri="{FF2B5EF4-FFF2-40B4-BE49-F238E27FC236}">
                    <a16:creationId xmlns:a16="http://schemas.microsoft.com/office/drawing/2014/main" id="{038D552E-0F88-C972-BAEE-C223C7C50410}"/>
                  </a:ext>
                </a:extLst>
              </p:cNvPr>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a:extLst>
                <a:ext uri="{FF2B5EF4-FFF2-40B4-BE49-F238E27FC236}">
                  <a16:creationId xmlns:a16="http://schemas.microsoft.com/office/drawing/2014/main" id="{A8C35BAD-0376-F14D-927E-0619B343B64A}"/>
                </a:ext>
              </a:extLst>
            </p:cNvPr>
            <p:cNvGrpSpPr/>
            <p:nvPr/>
          </p:nvGrpSpPr>
          <p:grpSpPr>
            <a:xfrm>
              <a:off x="989083" y="201915"/>
              <a:ext cx="394763" cy="394763"/>
              <a:chOff x="0" y="0"/>
              <a:chExt cx="812800" cy="812800"/>
            </a:xfrm>
          </p:grpSpPr>
          <p:sp>
            <p:nvSpPr>
              <p:cNvPr id="637" name="Google Shape;637;p14">
                <a:extLst>
                  <a:ext uri="{FF2B5EF4-FFF2-40B4-BE49-F238E27FC236}">
                    <a16:creationId xmlns:a16="http://schemas.microsoft.com/office/drawing/2014/main" id="{71D13C8D-ABBD-F3EE-BFA2-B966FF5FDD62}"/>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a:extLst>
                  <a:ext uri="{FF2B5EF4-FFF2-40B4-BE49-F238E27FC236}">
                    <a16:creationId xmlns:a16="http://schemas.microsoft.com/office/drawing/2014/main" id="{20C31196-1C9C-6A8C-78D7-46C21359E360}"/>
                  </a:ext>
                </a:extLst>
              </p:cNvPr>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a:extLst>
                <a:ext uri="{FF2B5EF4-FFF2-40B4-BE49-F238E27FC236}">
                  <a16:creationId xmlns:a16="http://schemas.microsoft.com/office/drawing/2014/main" id="{E5401280-86A6-7119-FD62-2A9D99FD3400}"/>
                </a:ext>
              </a:extLst>
            </p:cNvPr>
            <p:cNvGrpSpPr/>
            <p:nvPr/>
          </p:nvGrpSpPr>
          <p:grpSpPr>
            <a:xfrm>
              <a:off x="1663247" y="201915"/>
              <a:ext cx="394763" cy="394763"/>
              <a:chOff x="0" y="0"/>
              <a:chExt cx="812800" cy="812800"/>
            </a:xfrm>
          </p:grpSpPr>
          <p:sp>
            <p:nvSpPr>
              <p:cNvPr id="640" name="Google Shape;640;p14">
                <a:extLst>
                  <a:ext uri="{FF2B5EF4-FFF2-40B4-BE49-F238E27FC236}">
                    <a16:creationId xmlns:a16="http://schemas.microsoft.com/office/drawing/2014/main" id="{F9ED3DA0-4FC8-4DE9-9691-F6E38217745E}"/>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a:extLst>
                  <a:ext uri="{FF2B5EF4-FFF2-40B4-BE49-F238E27FC236}">
                    <a16:creationId xmlns:a16="http://schemas.microsoft.com/office/drawing/2014/main" id="{C1C030E3-03D2-80F5-FA04-4E8D11E11EC6}"/>
                  </a:ext>
                </a:extLst>
              </p:cNvPr>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a:extLst>
              <a:ext uri="{FF2B5EF4-FFF2-40B4-BE49-F238E27FC236}">
                <a16:creationId xmlns:a16="http://schemas.microsoft.com/office/drawing/2014/main" id="{D69EA83A-EC97-395F-AA90-6BD4BE6B4EBC}"/>
              </a:ext>
            </a:extLst>
          </p:cNvPr>
          <p:cNvGrpSpPr/>
          <p:nvPr/>
        </p:nvGrpSpPr>
        <p:grpSpPr>
          <a:xfrm>
            <a:off x="685800" y="879048"/>
            <a:ext cx="10562908" cy="1109071"/>
            <a:chOff x="0" y="-47625"/>
            <a:chExt cx="4517902" cy="474365"/>
          </a:xfrm>
          <a:solidFill>
            <a:schemeClr val="accent1"/>
          </a:solidFill>
        </p:grpSpPr>
        <p:sp>
          <p:nvSpPr>
            <p:cNvPr id="643" name="Google Shape;643;p14">
              <a:extLst>
                <a:ext uri="{FF2B5EF4-FFF2-40B4-BE49-F238E27FC236}">
                  <a16:creationId xmlns:a16="http://schemas.microsoft.com/office/drawing/2014/main" id="{137E7A62-C90D-E27C-E241-52EA19E39906}"/>
                </a:ext>
              </a:extLst>
            </p:cNvPr>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a:extLst>
                <a:ext uri="{FF2B5EF4-FFF2-40B4-BE49-F238E27FC236}">
                  <a16:creationId xmlns:a16="http://schemas.microsoft.com/office/drawing/2014/main" id="{BE85DBB7-3732-8162-4FF3-4A504B93CB0A}"/>
                </a:ext>
              </a:extLst>
            </p:cNvPr>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a:extLst>
              <a:ext uri="{FF2B5EF4-FFF2-40B4-BE49-F238E27FC236}">
                <a16:creationId xmlns:a16="http://schemas.microsoft.com/office/drawing/2014/main" id="{5E3E6420-5969-8D56-376B-278F0134F125}"/>
              </a:ext>
            </a:extLst>
          </p:cNvPr>
          <p:cNvGrpSpPr/>
          <p:nvPr/>
        </p:nvGrpSpPr>
        <p:grpSpPr>
          <a:xfrm>
            <a:off x="1008592" y="1041878"/>
            <a:ext cx="10562908" cy="1109071"/>
            <a:chOff x="0" y="-47625"/>
            <a:chExt cx="4517902" cy="474365"/>
          </a:xfrm>
        </p:grpSpPr>
        <p:sp>
          <p:nvSpPr>
            <p:cNvPr id="646" name="Google Shape;646;p14">
              <a:extLst>
                <a:ext uri="{FF2B5EF4-FFF2-40B4-BE49-F238E27FC236}">
                  <a16:creationId xmlns:a16="http://schemas.microsoft.com/office/drawing/2014/main" id="{82FBB18F-7114-96D5-4FAB-B414C26A340C}"/>
                </a:ext>
              </a:extLst>
            </p:cNvPr>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a:extLst>
                <a:ext uri="{FF2B5EF4-FFF2-40B4-BE49-F238E27FC236}">
                  <a16:creationId xmlns:a16="http://schemas.microsoft.com/office/drawing/2014/main" id="{B0749738-FC5F-FEC6-910E-B1436589EB78}"/>
                </a:ext>
              </a:extLst>
            </p:cNvPr>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a:extLst>
              <a:ext uri="{FF2B5EF4-FFF2-40B4-BE49-F238E27FC236}">
                <a16:creationId xmlns:a16="http://schemas.microsoft.com/office/drawing/2014/main" id="{E536CCD2-217C-9340-A1C2-D3709E00FF2E}"/>
              </a:ext>
            </a:extLst>
          </p:cNvPr>
          <p:cNvSpPr txBox="1"/>
          <p:nvPr/>
        </p:nvSpPr>
        <p:spPr>
          <a:xfrm>
            <a:off x="1127042" y="1162459"/>
            <a:ext cx="10326008" cy="812530"/>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4400" kern="0" dirty="0">
                <a:solidFill>
                  <a:srgbClr val="FFFFFF"/>
                </a:solidFill>
                <a:latin typeface="Courier"/>
                <a:cs typeface="Arial"/>
                <a:sym typeface="Courier"/>
              </a:rPr>
              <a:t>Function as parameters</a:t>
            </a:r>
            <a:endParaRPr sz="4400"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60F4E4D5-D306-24A9-0431-6DAF8B8454A4}"/>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3" name="TextBox 2">
            <a:extLst>
              <a:ext uri="{FF2B5EF4-FFF2-40B4-BE49-F238E27FC236}">
                <a16:creationId xmlns:a16="http://schemas.microsoft.com/office/drawing/2014/main" id="{0B9430BD-BBF5-6C4D-91AD-CBA4ABF7C836}"/>
              </a:ext>
            </a:extLst>
          </p:cNvPr>
          <p:cNvSpPr txBox="1"/>
          <p:nvPr/>
        </p:nvSpPr>
        <p:spPr>
          <a:xfrm>
            <a:off x="1071976" y="2494419"/>
            <a:ext cx="10251248" cy="1241622"/>
          </a:xfrm>
          <a:prstGeom prst="rect">
            <a:avLst/>
          </a:prstGeom>
          <a:noFill/>
        </p:spPr>
        <p:txBody>
          <a:bodyPr wrap="square">
            <a:spAutoFit/>
          </a:bodyPr>
          <a:lstStyle/>
          <a:p>
            <a:pPr defTabSz="609630">
              <a:buClr>
                <a:srgbClr val="FFFFFF"/>
              </a:buClr>
            </a:pPr>
            <a:r>
              <a:rPr lang="en-US" sz="1867" kern="0" dirty="0">
                <a:solidFill>
                  <a:srgbClr val="FFFFFF"/>
                </a:solidFill>
                <a:latin typeface="Roboto Mono" panose="00000009000000000000" pitchFamily="49" charset="0"/>
                <a:ea typeface="Roboto Mono" panose="00000009000000000000" pitchFamily="49" charset="0"/>
                <a:cs typeface="Arial"/>
                <a:sym typeface="Arial"/>
              </a:rPr>
              <a:t>In Python, functions are first-class objects. This means:</a:t>
            </a:r>
          </a:p>
          <a:p>
            <a:pPr marL="304815" indent="-304815" defTabSz="609630">
              <a:buClr>
                <a:srgbClr val="FFFFFF"/>
              </a:buClr>
              <a:buFont typeface="Arial" panose="020B0604020202020204" pitchFamily="34" charset="0"/>
              <a:buChar char="•"/>
            </a:pPr>
            <a:r>
              <a:rPr lang="en-US" sz="1867" kern="0" dirty="0">
                <a:solidFill>
                  <a:srgbClr val="FFFFFF"/>
                </a:solidFill>
                <a:latin typeface="Roboto Mono" panose="00000009000000000000" pitchFamily="49" charset="0"/>
                <a:ea typeface="Roboto Mono" panose="00000009000000000000" pitchFamily="49" charset="0"/>
                <a:cs typeface="Arial"/>
                <a:sym typeface="Arial"/>
              </a:rPr>
              <a:t>You can pass functions as arguments to other functions,</a:t>
            </a:r>
          </a:p>
          <a:p>
            <a:pPr marL="304815" indent="-304815" defTabSz="609630">
              <a:buClr>
                <a:srgbClr val="FFFFFF"/>
              </a:buClr>
              <a:buFont typeface="Arial" panose="020B0604020202020204" pitchFamily="34" charset="0"/>
              <a:buChar char="•"/>
            </a:pPr>
            <a:r>
              <a:rPr lang="en-US" sz="1867" kern="0" dirty="0">
                <a:solidFill>
                  <a:srgbClr val="FFFFFF"/>
                </a:solidFill>
                <a:latin typeface="Roboto Mono" panose="00000009000000000000" pitchFamily="49" charset="0"/>
                <a:ea typeface="Roboto Mono" panose="00000009000000000000" pitchFamily="49" charset="0"/>
                <a:cs typeface="Arial"/>
                <a:sym typeface="Arial"/>
              </a:rPr>
              <a:t>Return them from functions,</a:t>
            </a:r>
          </a:p>
          <a:p>
            <a:pPr marL="304815" indent="-304815" defTabSz="609630">
              <a:buClr>
                <a:srgbClr val="FFFFFF"/>
              </a:buClr>
              <a:buFont typeface="Arial" panose="020B0604020202020204" pitchFamily="34" charset="0"/>
              <a:buChar char="•"/>
            </a:pPr>
            <a:r>
              <a:rPr lang="en-US" sz="1867" kern="0" dirty="0">
                <a:solidFill>
                  <a:srgbClr val="FFFFFF"/>
                </a:solidFill>
                <a:latin typeface="Roboto Mono" panose="00000009000000000000" pitchFamily="49" charset="0"/>
                <a:ea typeface="Roboto Mono" panose="00000009000000000000" pitchFamily="49" charset="0"/>
                <a:cs typeface="Arial"/>
                <a:sym typeface="Arial"/>
              </a:rPr>
              <a:t>Store them in variables or data structures.</a:t>
            </a:r>
          </a:p>
        </p:txBody>
      </p:sp>
      <p:sp>
        <p:nvSpPr>
          <p:cNvPr id="4" name="Rectangle 1">
            <a:extLst>
              <a:ext uri="{FF2B5EF4-FFF2-40B4-BE49-F238E27FC236}">
                <a16:creationId xmlns:a16="http://schemas.microsoft.com/office/drawing/2014/main" id="{9B12E958-4A07-C522-D477-A46D5932E52B}"/>
              </a:ext>
            </a:extLst>
          </p:cNvPr>
          <p:cNvSpPr>
            <a:spLocks noChangeArrowheads="1"/>
          </p:cNvSpPr>
          <p:nvPr/>
        </p:nvSpPr>
        <p:spPr bwMode="auto">
          <a:xfrm>
            <a:off x="0" y="-112882"/>
            <a:ext cx="2324034" cy="22576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r>
              <a:rPr lang="en-US" altLang="en-US" sz="667" kern="0">
                <a:solidFill>
                  <a:srgbClr val="222222"/>
                </a:solidFill>
                <a:latin typeface="Open Sans" panose="020B0606030504020204" pitchFamily="34" charset="0"/>
                <a:cs typeface="Open Sans" panose="020B0606030504020204" pitchFamily="34" charset="0"/>
                <a:sym typeface="Arial"/>
              </a:rPr>
              <a:t>Such an effect is caused by a keyword named </a:t>
            </a:r>
            <a:r>
              <a:rPr lang="en-US" altLang="en-US" sz="667" kern="0">
                <a:solidFill>
                  <a:srgbClr val="333333"/>
                </a:solidFill>
                <a:latin typeface="Courier New" panose="02070309020205020404" pitchFamily="49" charset="0"/>
                <a:cs typeface="Courier New" panose="02070309020205020404" pitchFamily="49" charset="0"/>
                <a:sym typeface="Arial"/>
              </a:rPr>
              <a:t>global</a:t>
            </a:r>
            <a:r>
              <a:rPr lang="en-US" altLang="en-US" sz="667" kern="0">
                <a:solidFill>
                  <a:srgbClr val="222222"/>
                </a:solidFill>
                <a:latin typeface="Open Sans" panose="020B0606030504020204" pitchFamily="34" charset="0"/>
                <a:cs typeface="Open Sans" panose="020B0606030504020204" pitchFamily="34" charset="0"/>
                <a:sym typeface="Arial"/>
              </a:rPr>
              <a:t>:</a:t>
            </a:r>
            <a:r>
              <a:rPr lang="en-US" altLang="en-US" sz="1067" kern="0">
                <a:solidFill>
                  <a:srgbClr val="000000"/>
                </a:solidFill>
                <a:cs typeface="Arial"/>
                <a:sym typeface="Arial"/>
              </a:rPr>
              <a:t> </a:t>
            </a:r>
            <a:endParaRPr lang="en-US" altLang="en-US" sz="1200" kern="0">
              <a:solidFill>
                <a:srgbClr val="000000"/>
              </a:solidFill>
              <a:cs typeface="Arial"/>
              <a:sym typeface="Arial"/>
            </a:endParaRPr>
          </a:p>
        </p:txBody>
      </p:sp>
      <p:pic>
        <p:nvPicPr>
          <p:cNvPr id="7" name="Picture 6">
            <a:extLst>
              <a:ext uri="{FF2B5EF4-FFF2-40B4-BE49-F238E27FC236}">
                <a16:creationId xmlns:a16="http://schemas.microsoft.com/office/drawing/2014/main" id="{A2BF55EA-2222-6334-FD4C-1B0B0BAF8B6D}"/>
              </a:ext>
            </a:extLst>
          </p:cNvPr>
          <p:cNvPicPr>
            <a:picLocks noChangeAspect="1"/>
          </p:cNvPicPr>
          <p:nvPr/>
        </p:nvPicPr>
        <p:blipFill>
          <a:blip r:embed="rId3"/>
          <a:stretch>
            <a:fillRect/>
          </a:stretch>
        </p:blipFill>
        <p:spPr>
          <a:xfrm>
            <a:off x="1015965" y="3971012"/>
            <a:ext cx="5935931" cy="2207945"/>
          </a:xfrm>
          <a:prstGeom prst="rect">
            <a:avLst/>
          </a:prstGeom>
        </p:spPr>
      </p:pic>
      <p:sp>
        <p:nvSpPr>
          <p:cNvPr id="8" name="TextBox 7">
            <a:extLst>
              <a:ext uri="{FF2B5EF4-FFF2-40B4-BE49-F238E27FC236}">
                <a16:creationId xmlns:a16="http://schemas.microsoft.com/office/drawing/2014/main" id="{3B062515-41C2-6910-1F91-749C8E98866C}"/>
              </a:ext>
            </a:extLst>
          </p:cNvPr>
          <p:cNvSpPr txBox="1"/>
          <p:nvPr/>
        </p:nvSpPr>
        <p:spPr>
          <a:xfrm>
            <a:off x="8106611" y="4375228"/>
            <a:ext cx="1582821" cy="543675"/>
          </a:xfrm>
          <a:prstGeom prst="rect">
            <a:avLst/>
          </a:prstGeom>
          <a:noFill/>
        </p:spPr>
        <p:txBody>
          <a:bodyPr wrap="square">
            <a:spAutoFit/>
          </a:bodyPr>
          <a:lstStyle/>
          <a:p>
            <a:pPr defTabSz="609630">
              <a:buClr>
                <a:srgbClr val="000000"/>
              </a:buClr>
            </a:pPr>
            <a:r>
              <a:rPr lang="en-US" sz="2933" kern="0" dirty="0">
                <a:solidFill>
                  <a:srgbClr val="8C52FF"/>
                </a:solidFill>
                <a:latin typeface="Arial"/>
                <a:cs typeface="Arial"/>
                <a:sym typeface="Arial"/>
              </a:rPr>
              <a:t>Hello!</a:t>
            </a:r>
            <a:endParaRPr lang="en-US" sz="2933" kern="0" dirty="0">
              <a:solidFill>
                <a:srgbClr val="8C52FF"/>
              </a:solidFill>
              <a:latin typeface="Open Sans" panose="020B0606030504020204" pitchFamily="34" charset="0"/>
              <a:cs typeface="Arial"/>
              <a:sym typeface="Arial"/>
            </a:endParaRPr>
          </a:p>
        </p:txBody>
      </p:sp>
    </p:spTree>
    <p:extLst>
      <p:ext uri="{BB962C8B-B14F-4D97-AF65-F5344CB8AC3E}">
        <p14:creationId xmlns:p14="http://schemas.microsoft.com/office/powerpoint/2010/main" val="1507204998"/>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Shape 624">
          <a:extLst>
            <a:ext uri="{FF2B5EF4-FFF2-40B4-BE49-F238E27FC236}">
              <a16:creationId xmlns:a16="http://schemas.microsoft.com/office/drawing/2014/main" id="{8426CC1B-FEF1-0215-BA4F-5E3DC8BC9319}"/>
            </a:ext>
          </a:extLst>
        </p:cNvPr>
        <p:cNvGrpSpPr/>
        <p:nvPr/>
      </p:nvGrpSpPr>
      <p:grpSpPr>
        <a:xfrm>
          <a:off x="0" y="0"/>
          <a:ext cx="0" cy="0"/>
          <a:chOff x="0" y="0"/>
          <a:chExt cx="0" cy="0"/>
        </a:xfrm>
      </p:grpSpPr>
      <p:grpSp>
        <p:nvGrpSpPr>
          <p:cNvPr id="625" name="Google Shape;625;p14">
            <a:extLst>
              <a:ext uri="{FF2B5EF4-FFF2-40B4-BE49-F238E27FC236}">
                <a16:creationId xmlns:a16="http://schemas.microsoft.com/office/drawing/2014/main" id="{5B4DE5B4-3371-9793-EB80-C35FEA734B86}"/>
              </a:ext>
            </a:extLst>
          </p:cNvPr>
          <p:cNvGrpSpPr/>
          <p:nvPr/>
        </p:nvGrpSpPr>
        <p:grpSpPr>
          <a:xfrm>
            <a:off x="324042" y="217287"/>
            <a:ext cx="11543917" cy="6302879"/>
            <a:chOff x="0" y="-241102"/>
            <a:chExt cx="23087835" cy="12605759"/>
          </a:xfrm>
        </p:grpSpPr>
        <p:grpSp>
          <p:nvGrpSpPr>
            <p:cNvPr id="626" name="Google Shape;626;p14">
              <a:extLst>
                <a:ext uri="{FF2B5EF4-FFF2-40B4-BE49-F238E27FC236}">
                  <a16:creationId xmlns:a16="http://schemas.microsoft.com/office/drawing/2014/main" id="{6F243C84-9386-135C-824E-C36A36B024B5}"/>
                </a:ext>
              </a:extLst>
            </p:cNvPr>
            <p:cNvGrpSpPr/>
            <p:nvPr/>
          </p:nvGrpSpPr>
          <p:grpSpPr>
            <a:xfrm>
              <a:off x="0" y="-241102"/>
              <a:ext cx="23069216" cy="12605759"/>
              <a:chOff x="0" y="-47625"/>
              <a:chExt cx="4556882" cy="2490026"/>
            </a:xfrm>
          </p:grpSpPr>
          <p:sp>
            <p:nvSpPr>
              <p:cNvPr id="627" name="Google Shape;627;p14">
                <a:extLst>
                  <a:ext uri="{FF2B5EF4-FFF2-40B4-BE49-F238E27FC236}">
                    <a16:creationId xmlns:a16="http://schemas.microsoft.com/office/drawing/2014/main" id="{1C2B4CDD-EB16-A468-A554-88AEADD3CB16}"/>
                  </a:ext>
                </a:extLst>
              </p:cNvPr>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a:extLst>
                  <a:ext uri="{FF2B5EF4-FFF2-40B4-BE49-F238E27FC236}">
                    <a16:creationId xmlns:a16="http://schemas.microsoft.com/office/drawing/2014/main" id="{BE3A4C51-440E-1FA1-F5F6-DFEA09ED16D8}"/>
                  </a:ext>
                </a:extLst>
              </p:cNvPr>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a:extLst>
                <a:ext uri="{FF2B5EF4-FFF2-40B4-BE49-F238E27FC236}">
                  <a16:creationId xmlns:a16="http://schemas.microsoft.com/office/drawing/2014/main" id="{A4E982FE-6D23-C723-E0EE-660CBF765A57}"/>
                </a:ext>
              </a:extLst>
            </p:cNvPr>
            <p:cNvGrpSpPr/>
            <p:nvPr/>
          </p:nvGrpSpPr>
          <p:grpSpPr>
            <a:xfrm>
              <a:off x="18619" y="-241102"/>
              <a:ext cx="23069216" cy="12605759"/>
              <a:chOff x="0" y="-47625"/>
              <a:chExt cx="4556882" cy="2490026"/>
            </a:xfrm>
          </p:grpSpPr>
          <p:sp>
            <p:nvSpPr>
              <p:cNvPr id="630" name="Google Shape;630;p14">
                <a:extLst>
                  <a:ext uri="{FF2B5EF4-FFF2-40B4-BE49-F238E27FC236}">
                    <a16:creationId xmlns:a16="http://schemas.microsoft.com/office/drawing/2014/main" id="{C09F9512-B79F-89AC-5E50-B860EB0F6FC7}"/>
                  </a:ext>
                </a:extLst>
              </p:cNvPr>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a:extLst>
                  <a:ext uri="{FF2B5EF4-FFF2-40B4-BE49-F238E27FC236}">
                    <a16:creationId xmlns:a16="http://schemas.microsoft.com/office/drawing/2014/main" id="{54941E13-DA5C-95F8-4379-5C60BFBE6127}"/>
                  </a:ext>
                </a:extLst>
              </p:cNvPr>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a:extLst>
                <a:ext uri="{FF2B5EF4-FFF2-40B4-BE49-F238E27FC236}">
                  <a16:creationId xmlns:a16="http://schemas.microsoft.com/office/drawing/2014/main" id="{8D659D58-5858-4437-B265-BD04844FD662}"/>
                </a:ext>
              </a:extLst>
            </p:cNvPr>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a:extLst>
                <a:ext uri="{FF2B5EF4-FFF2-40B4-BE49-F238E27FC236}">
                  <a16:creationId xmlns:a16="http://schemas.microsoft.com/office/drawing/2014/main" id="{DAEE3B6A-C760-CF58-A86C-17236A01B344}"/>
                </a:ext>
              </a:extLst>
            </p:cNvPr>
            <p:cNvGrpSpPr/>
            <p:nvPr/>
          </p:nvGrpSpPr>
          <p:grpSpPr>
            <a:xfrm>
              <a:off x="318466" y="201915"/>
              <a:ext cx="394763" cy="394763"/>
              <a:chOff x="0" y="0"/>
              <a:chExt cx="812800" cy="812800"/>
            </a:xfrm>
          </p:grpSpPr>
          <p:sp>
            <p:nvSpPr>
              <p:cNvPr id="634" name="Google Shape;634;p14">
                <a:extLst>
                  <a:ext uri="{FF2B5EF4-FFF2-40B4-BE49-F238E27FC236}">
                    <a16:creationId xmlns:a16="http://schemas.microsoft.com/office/drawing/2014/main" id="{4E02588D-FFD4-521C-E356-2030EA703191}"/>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a:extLst>
                  <a:ext uri="{FF2B5EF4-FFF2-40B4-BE49-F238E27FC236}">
                    <a16:creationId xmlns:a16="http://schemas.microsoft.com/office/drawing/2014/main" id="{43C04942-4158-3177-1B44-384AF6FF5DCC}"/>
                  </a:ext>
                </a:extLst>
              </p:cNvPr>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a:extLst>
                <a:ext uri="{FF2B5EF4-FFF2-40B4-BE49-F238E27FC236}">
                  <a16:creationId xmlns:a16="http://schemas.microsoft.com/office/drawing/2014/main" id="{0B72E934-EEB5-FEDA-4F7C-79AEFA1BDA40}"/>
                </a:ext>
              </a:extLst>
            </p:cNvPr>
            <p:cNvGrpSpPr/>
            <p:nvPr/>
          </p:nvGrpSpPr>
          <p:grpSpPr>
            <a:xfrm>
              <a:off x="989083" y="201915"/>
              <a:ext cx="394763" cy="394763"/>
              <a:chOff x="0" y="0"/>
              <a:chExt cx="812800" cy="812800"/>
            </a:xfrm>
          </p:grpSpPr>
          <p:sp>
            <p:nvSpPr>
              <p:cNvPr id="637" name="Google Shape;637;p14">
                <a:extLst>
                  <a:ext uri="{FF2B5EF4-FFF2-40B4-BE49-F238E27FC236}">
                    <a16:creationId xmlns:a16="http://schemas.microsoft.com/office/drawing/2014/main" id="{3306DC41-BDD7-33C1-1A7A-CD96DE9FD833}"/>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a:extLst>
                  <a:ext uri="{FF2B5EF4-FFF2-40B4-BE49-F238E27FC236}">
                    <a16:creationId xmlns:a16="http://schemas.microsoft.com/office/drawing/2014/main" id="{A61A89A6-283F-FB76-1561-9794A945FA90}"/>
                  </a:ext>
                </a:extLst>
              </p:cNvPr>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a:extLst>
                <a:ext uri="{FF2B5EF4-FFF2-40B4-BE49-F238E27FC236}">
                  <a16:creationId xmlns:a16="http://schemas.microsoft.com/office/drawing/2014/main" id="{571CA626-EB42-655F-C06E-6B41CA289A8E}"/>
                </a:ext>
              </a:extLst>
            </p:cNvPr>
            <p:cNvGrpSpPr/>
            <p:nvPr/>
          </p:nvGrpSpPr>
          <p:grpSpPr>
            <a:xfrm>
              <a:off x="1663247" y="201915"/>
              <a:ext cx="394763" cy="394763"/>
              <a:chOff x="0" y="0"/>
              <a:chExt cx="812800" cy="812800"/>
            </a:xfrm>
          </p:grpSpPr>
          <p:sp>
            <p:nvSpPr>
              <p:cNvPr id="640" name="Google Shape;640;p14">
                <a:extLst>
                  <a:ext uri="{FF2B5EF4-FFF2-40B4-BE49-F238E27FC236}">
                    <a16:creationId xmlns:a16="http://schemas.microsoft.com/office/drawing/2014/main" id="{9045D7E7-5A61-243C-ADB8-8A7D7C721AB2}"/>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a:extLst>
                  <a:ext uri="{FF2B5EF4-FFF2-40B4-BE49-F238E27FC236}">
                    <a16:creationId xmlns:a16="http://schemas.microsoft.com/office/drawing/2014/main" id="{3F965FF3-6F70-D904-0AFC-6E02B7661C5C}"/>
                  </a:ext>
                </a:extLst>
              </p:cNvPr>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a:extLst>
              <a:ext uri="{FF2B5EF4-FFF2-40B4-BE49-F238E27FC236}">
                <a16:creationId xmlns:a16="http://schemas.microsoft.com/office/drawing/2014/main" id="{4283421C-B597-AB63-18EE-7625A48C584A}"/>
              </a:ext>
            </a:extLst>
          </p:cNvPr>
          <p:cNvGrpSpPr/>
          <p:nvPr/>
        </p:nvGrpSpPr>
        <p:grpSpPr>
          <a:xfrm>
            <a:off x="685800" y="879048"/>
            <a:ext cx="10562908" cy="1109071"/>
            <a:chOff x="0" y="-47625"/>
            <a:chExt cx="4517902" cy="474365"/>
          </a:xfrm>
          <a:solidFill>
            <a:schemeClr val="accent1"/>
          </a:solidFill>
        </p:grpSpPr>
        <p:sp>
          <p:nvSpPr>
            <p:cNvPr id="643" name="Google Shape;643;p14">
              <a:extLst>
                <a:ext uri="{FF2B5EF4-FFF2-40B4-BE49-F238E27FC236}">
                  <a16:creationId xmlns:a16="http://schemas.microsoft.com/office/drawing/2014/main" id="{1A58ECE7-4F8D-314A-31C0-6DEE66E30D9D}"/>
                </a:ext>
              </a:extLst>
            </p:cNvPr>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a:extLst>
                <a:ext uri="{FF2B5EF4-FFF2-40B4-BE49-F238E27FC236}">
                  <a16:creationId xmlns:a16="http://schemas.microsoft.com/office/drawing/2014/main" id="{702E1F6D-3D67-F46A-EEE6-81010D9063DB}"/>
                </a:ext>
              </a:extLst>
            </p:cNvPr>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a:extLst>
              <a:ext uri="{FF2B5EF4-FFF2-40B4-BE49-F238E27FC236}">
                <a16:creationId xmlns:a16="http://schemas.microsoft.com/office/drawing/2014/main" id="{22E168B4-754A-DD30-1FD5-29A0FC89391F}"/>
              </a:ext>
            </a:extLst>
          </p:cNvPr>
          <p:cNvGrpSpPr/>
          <p:nvPr/>
        </p:nvGrpSpPr>
        <p:grpSpPr>
          <a:xfrm>
            <a:off x="1008592" y="1041878"/>
            <a:ext cx="10562908" cy="1109071"/>
            <a:chOff x="0" y="-47625"/>
            <a:chExt cx="4517902" cy="474365"/>
          </a:xfrm>
        </p:grpSpPr>
        <p:sp>
          <p:nvSpPr>
            <p:cNvPr id="646" name="Google Shape;646;p14">
              <a:extLst>
                <a:ext uri="{FF2B5EF4-FFF2-40B4-BE49-F238E27FC236}">
                  <a16:creationId xmlns:a16="http://schemas.microsoft.com/office/drawing/2014/main" id="{71CEBE19-503D-4993-D26D-A4B6FFFB9F33}"/>
                </a:ext>
              </a:extLst>
            </p:cNvPr>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a:extLst>
                <a:ext uri="{FF2B5EF4-FFF2-40B4-BE49-F238E27FC236}">
                  <a16:creationId xmlns:a16="http://schemas.microsoft.com/office/drawing/2014/main" id="{E170098D-8B65-00F7-FDA7-851E7C71F81D}"/>
                </a:ext>
              </a:extLst>
            </p:cNvPr>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a:extLst>
              <a:ext uri="{FF2B5EF4-FFF2-40B4-BE49-F238E27FC236}">
                <a16:creationId xmlns:a16="http://schemas.microsoft.com/office/drawing/2014/main" id="{91AE2688-A6D2-3C39-E8F6-D18D3A436933}"/>
              </a:ext>
            </a:extLst>
          </p:cNvPr>
          <p:cNvSpPr txBox="1"/>
          <p:nvPr/>
        </p:nvSpPr>
        <p:spPr>
          <a:xfrm>
            <a:off x="1127042" y="1162459"/>
            <a:ext cx="10326008" cy="812530"/>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4400" kern="0" dirty="0">
                <a:solidFill>
                  <a:srgbClr val="FFFFFF"/>
                </a:solidFill>
                <a:latin typeface="Courier"/>
                <a:cs typeface="Arial"/>
                <a:sym typeface="Courier"/>
              </a:rPr>
              <a:t>Function Returning Function</a:t>
            </a:r>
            <a:endParaRPr sz="4400"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C8BBC4DA-3AF3-2C33-D09E-CFB9286DA752}"/>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3" name="TextBox 2">
            <a:extLst>
              <a:ext uri="{FF2B5EF4-FFF2-40B4-BE49-F238E27FC236}">
                <a16:creationId xmlns:a16="http://schemas.microsoft.com/office/drawing/2014/main" id="{05BC73CB-6B8C-8F99-357C-65E2D8C44770}"/>
              </a:ext>
            </a:extLst>
          </p:cNvPr>
          <p:cNvSpPr txBox="1"/>
          <p:nvPr/>
        </p:nvSpPr>
        <p:spPr>
          <a:xfrm>
            <a:off x="1071976" y="2494419"/>
            <a:ext cx="10251248" cy="1528945"/>
          </a:xfrm>
          <a:prstGeom prst="rect">
            <a:avLst/>
          </a:prstGeom>
          <a:noFill/>
        </p:spPr>
        <p:txBody>
          <a:bodyPr wrap="square">
            <a:spAutoFit/>
          </a:bodyPr>
          <a:lstStyle/>
          <a:p>
            <a:pPr marL="304815" indent="-304815" defTabSz="609630">
              <a:buClr>
                <a:srgbClr val="FFFFFF"/>
              </a:buClr>
              <a:buFont typeface="Arial" panose="020B0604020202020204" pitchFamily="34" charset="0"/>
              <a:buChar char="•"/>
            </a:pPr>
            <a:r>
              <a:rPr lang="en-US" sz="1867" kern="0" dirty="0">
                <a:solidFill>
                  <a:srgbClr val="FFFFFF"/>
                </a:solidFill>
                <a:latin typeface="Roboto Mono" panose="00000009000000000000" pitchFamily="49" charset="0"/>
                <a:ea typeface="Roboto Mono" panose="00000009000000000000" pitchFamily="49" charset="0"/>
                <a:cs typeface="Arial"/>
                <a:sym typeface="Arial"/>
              </a:rPr>
              <a:t>outer(x) is a function that defines </a:t>
            </a:r>
            <a:r>
              <a:rPr lang="en-US" sz="1867" kern="0" dirty="0">
                <a:solidFill>
                  <a:srgbClr val="8C52FF"/>
                </a:solidFill>
                <a:latin typeface="Roboto Mono" panose="00000009000000000000" pitchFamily="49" charset="0"/>
                <a:ea typeface="Roboto Mono" panose="00000009000000000000" pitchFamily="49" charset="0"/>
                <a:cs typeface="Arial"/>
                <a:sym typeface="Arial"/>
              </a:rPr>
              <a:t>another function </a:t>
            </a:r>
            <a:r>
              <a:rPr lang="en-US" sz="1867" kern="0" dirty="0">
                <a:solidFill>
                  <a:srgbClr val="FFFFFF"/>
                </a:solidFill>
                <a:latin typeface="Roboto Mono" panose="00000009000000000000" pitchFamily="49" charset="0"/>
                <a:ea typeface="Roboto Mono" panose="00000009000000000000" pitchFamily="49" charset="0"/>
                <a:cs typeface="Arial"/>
                <a:sym typeface="Arial"/>
              </a:rPr>
              <a:t>inside it: inner(y)</a:t>
            </a:r>
          </a:p>
          <a:p>
            <a:pPr marL="304815" indent="-304815" defTabSz="609630">
              <a:buClr>
                <a:srgbClr val="FFFFFF"/>
              </a:buClr>
              <a:buFont typeface="Arial" panose="020B0604020202020204" pitchFamily="34" charset="0"/>
              <a:buChar char="•"/>
            </a:pPr>
            <a:r>
              <a:rPr lang="en-US" sz="1867" kern="0" dirty="0">
                <a:solidFill>
                  <a:srgbClr val="FFFFFF"/>
                </a:solidFill>
                <a:latin typeface="Roboto Mono" panose="00000009000000000000" pitchFamily="49" charset="0"/>
                <a:ea typeface="Roboto Mono" panose="00000009000000000000" pitchFamily="49" charset="0"/>
                <a:cs typeface="Arial"/>
                <a:sym typeface="Arial"/>
              </a:rPr>
              <a:t>Instead of calling inner, it </a:t>
            </a:r>
            <a:r>
              <a:rPr lang="en-US" sz="1867" kern="0" dirty="0">
                <a:solidFill>
                  <a:srgbClr val="8C52FF"/>
                </a:solidFill>
                <a:latin typeface="Roboto Mono" panose="00000009000000000000" pitchFamily="49" charset="0"/>
                <a:ea typeface="Roboto Mono" panose="00000009000000000000" pitchFamily="49" charset="0"/>
                <a:cs typeface="Arial"/>
                <a:sym typeface="Arial"/>
              </a:rPr>
              <a:t>returns the function inner itself</a:t>
            </a:r>
          </a:p>
          <a:p>
            <a:pPr marL="304815" indent="-304815" defTabSz="609630">
              <a:buClr>
                <a:srgbClr val="FFFFFF"/>
              </a:buClr>
              <a:buFont typeface="Arial" panose="020B0604020202020204" pitchFamily="34" charset="0"/>
              <a:buChar char="•"/>
            </a:pPr>
            <a:r>
              <a:rPr lang="en-US" sz="1867" kern="0" dirty="0">
                <a:solidFill>
                  <a:srgbClr val="FFFFFF"/>
                </a:solidFill>
                <a:latin typeface="Roboto Mono" panose="00000009000000000000" pitchFamily="49" charset="0"/>
                <a:ea typeface="Roboto Mono" panose="00000009000000000000" pitchFamily="49" charset="0"/>
                <a:cs typeface="Arial"/>
                <a:sym typeface="Arial"/>
              </a:rPr>
              <a:t>inner has access to the variable x even after outer has finished running — this is called a </a:t>
            </a:r>
            <a:r>
              <a:rPr lang="en-US" sz="1867" kern="0" dirty="0">
                <a:solidFill>
                  <a:srgbClr val="8C52FF"/>
                </a:solidFill>
                <a:latin typeface="Roboto Mono" panose="00000009000000000000" pitchFamily="49" charset="0"/>
                <a:ea typeface="Roboto Mono" panose="00000009000000000000" pitchFamily="49" charset="0"/>
                <a:cs typeface="Arial"/>
                <a:sym typeface="Arial"/>
              </a:rPr>
              <a:t>closure</a:t>
            </a:r>
          </a:p>
        </p:txBody>
      </p:sp>
      <p:sp>
        <p:nvSpPr>
          <p:cNvPr id="4" name="Rectangle 1">
            <a:extLst>
              <a:ext uri="{FF2B5EF4-FFF2-40B4-BE49-F238E27FC236}">
                <a16:creationId xmlns:a16="http://schemas.microsoft.com/office/drawing/2014/main" id="{22C61A2A-DEB6-CB54-DB26-711B9958AAEA}"/>
              </a:ext>
            </a:extLst>
          </p:cNvPr>
          <p:cNvSpPr>
            <a:spLocks noChangeArrowheads="1"/>
          </p:cNvSpPr>
          <p:nvPr/>
        </p:nvSpPr>
        <p:spPr bwMode="auto">
          <a:xfrm>
            <a:off x="0" y="-112882"/>
            <a:ext cx="2324034" cy="22576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r>
              <a:rPr lang="en-US" altLang="en-US" sz="667" kern="0">
                <a:solidFill>
                  <a:srgbClr val="222222"/>
                </a:solidFill>
                <a:latin typeface="Open Sans" panose="020B0606030504020204" pitchFamily="34" charset="0"/>
                <a:cs typeface="Open Sans" panose="020B0606030504020204" pitchFamily="34" charset="0"/>
                <a:sym typeface="Arial"/>
              </a:rPr>
              <a:t>Such an effect is caused by a keyword named </a:t>
            </a:r>
            <a:r>
              <a:rPr lang="en-US" altLang="en-US" sz="667" kern="0">
                <a:solidFill>
                  <a:srgbClr val="333333"/>
                </a:solidFill>
                <a:latin typeface="Courier New" panose="02070309020205020404" pitchFamily="49" charset="0"/>
                <a:cs typeface="Courier New" panose="02070309020205020404" pitchFamily="49" charset="0"/>
                <a:sym typeface="Arial"/>
              </a:rPr>
              <a:t>global</a:t>
            </a:r>
            <a:r>
              <a:rPr lang="en-US" altLang="en-US" sz="667" kern="0">
                <a:solidFill>
                  <a:srgbClr val="222222"/>
                </a:solidFill>
                <a:latin typeface="Open Sans" panose="020B0606030504020204" pitchFamily="34" charset="0"/>
                <a:cs typeface="Open Sans" panose="020B0606030504020204" pitchFamily="34" charset="0"/>
                <a:sym typeface="Arial"/>
              </a:rPr>
              <a:t>:</a:t>
            </a:r>
            <a:r>
              <a:rPr lang="en-US" altLang="en-US" sz="1067" kern="0">
                <a:solidFill>
                  <a:srgbClr val="000000"/>
                </a:solidFill>
                <a:cs typeface="Arial"/>
                <a:sym typeface="Arial"/>
              </a:rPr>
              <a:t> </a:t>
            </a:r>
            <a:endParaRPr lang="en-US" altLang="en-US" sz="1200" kern="0">
              <a:solidFill>
                <a:srgbClr val="000000"/>
              </a:solidFill>
              <a:cs typeface="Arial"/>
              <a:sym typeface="Arial"/>
            </a:endParaRPr>
          </a:p>
        </p:txBody>
      </p:sp>
      <p:pic>
        <p:nvPicPr>
          <p:cNvPr id="6" name="Picture 5">
            <a:extLst>
              <a:ext uri="{FF2B5EF4-FFF2-40B4-BE49-F238E27FC236}">
                <a16:creationId xmlns:a16="http://schemas.microsoft.com/office/drawing/2014/main" id="{ABF0BC75-1C6D-6EFE-110F-165EB9ECF18E}"/>
              </a:ext>
            </a:extLst>
          </p:cNvPr>
          <p:cNvPicPr>
            <a:picLocks noChangeAspect="1"/>
          </p:cNvPicPr>
          <p:nvPr/>
        </p:nvPicPr>
        <p:blipFill>
          <a:blip r:embed="rId3"/>
          <a:stretch>
            <a:fillRect/>
          </a:stretch>
        </p:blipFill>
        <p:spPr>
          <a:xfrm>
            <a:off x="1850228" y="4327325"/>
            <a:ext cx="3357253" cy="1819128"/>
          </a:xfrm>
          <a:prstGeom prst="rect">
            <a:avLst/>
          </a:prstGeom>
        </p:spPr>
      </p:pic>
      <p:pic>
        <p:nvPicPr>
          <p:cNvPr id="11" name="Picture 10">
            <a:extLst>
              <a:ext uri="{FF2B5EF4-FFF2-40B4-BE49-F238E27FC236}">
                <a16:creationId xmlns:a16="http://schemas.microsoft.com/office/drawing/2014/main" id="{F8133C0C-0D5C-A233-5C8B-6CF5893751F2}"/>
              </a:ext>
            </a:extLst>
          </p:cNvPr>
          <p:cNvPicPr>
            <a:picLocks noChangeAspect="1"/>
          </p:cNvPicPr>
          <p:nvPr/>
        </p:nvPicPr>
        <p:blipFill>
          <a:blip r:embed="rId4"/>
          <a:stretch>
            <a:fillRect/>
          </a:stretch>
        </p:blipFill>
        <p:spPr>
          <a:xfrm>
            <a:off x="5504508" y="4825246"/>
            <a:ext cx="5744201" cy="849143"/>
          </a:xfrm>
          <a:prstGeom prst="rect">
            <a:avLst/>
          </a:prstGeom>
        </p:spPr>
      </p:pic>
    </p:spTree>
    <p:extLst>
      <p:ext uri="{BB962C8B-B14F-4D97-AF65-F5344CB8AC3E}">
        <p14:creationId xmlns:p14="http://schemas.microsoft.com/office/powerpoint/2010/main" val="2295902650"/>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Shape 624">
          <a:extLst>
            <a:ext uri="{FF2B5EF4-FFF2-40B4-BE49-F238E27FC236}">
              <a16:creationId xmlns:a16="http://schemas.microsoft.com/office/drawing/2014/main" id="{B9FAFC39-E38D-61C6-7AB1-B403B10145CF}"/>
            </a:ext>
          </a:extLst>
        </p:cNvPr>
        <p:cNvGrpSpPr/>
        <p:nvPr/>
      </p:nvGrpSpPr>
      <p:grpSpPr>
        <a:xfrm>
          <a:off x="0" y="0"/>
          <a:ext cx="0" cy="0"/>
          <a:chOff x="0" y="0"/>
          <a:chExt cx="0" cy="0"/>
        </a:xfrm>
      </p:grpSpPr>
      <p:grpSp>
        <p:nvGrpSpPr>
          <p:cNvPr id="625" name="Google Shape;625;p14">
            <a:extLst>
              <a:ext uri="{FF2B5EF4-FFF2-40B4-BE49-F238E27FC236}">
                <a16:creationId xmlns:a16="http://schemas.microsoft.com/office/drawing/2014/main" id="{C52F9F88-0993-F78A-9A1B-F37E6CC3824E}"/>
              </a:ext>
            </a:extLst>
          </p:cNvPr>
          <p:cNvGrpSpPr/>
          <p:nvPr/>
        </p:nvGrpSpPr>
        <p:grpSpPr>
          <a:xfrm>
            <a:off x="324042" y="217287"/>
            <a:ext cx="11543917" cy="6302879"/>
            <a:chOff x="0" y="-241102"/>
            <a:chExt cx="23087835" cy="12605759"/>
          </a:xfrm>
        </p:grpSpPr>
        <p:grpSp>
          <p:nvGrpSpPr>
            <p:cNvPr id="626" name="Google Shape;626;p14">
              <a:extLst>
                <a:ext uri="{FF2B5EF4-FFF2-40B4-BE49-F238E27FC236}">
                  <a16:creationId xmlns:a16="http://schemas.microsoft.com/office/drawing/2014/main" id="{E480FDC8-D59A-05C0-E677-FBD5254B3433}"/>
                </a:ext>
              </a:extLst>
            </p:cNvPr>
            <p:cNvGrpSpPr/>
            <p:nvPr/>
          </p:nvGrpSpPr>
          <p:grpSpPr>
            <a:xfrm>
              <a:off x="0" y="-241102"/>
              <a:ext cx="23069216" cy="12605759"/>
              <a:chOff x="0" y="-47625"/>
              <a:chExt cx="4556882" cy="2490026"/>
            </a:xfrm>
          </p:grpSpPr>
          <p:sp>
            <p:nvSpPr>
              <p:cNvPr id="627" name="Google Shape;627;p14">
                <a:extLst>
                  <a:ext uri="{FF2B5EF4-FFF2-40B4-BE49-F238E27FC236}">
                    <a16:creationId xmlns:a16="http://schemas.microsoft.com/office/drawing/2014/main" id="{741BEE98-F19F-A3FA-2A8A-9AB9DC111002}"/>
                  </a:ext>
                </a:extLst>
              </p:cNvPr>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a:extLst>
                  <a:ext uri="{FF2B5EF4-FFF2-40B4-BE49-F238E27FC236}">
                    <a16:creationId xmlns:a16="http://schemas.microsoft.com/office/drawing/2014/main" id="{7896FB86-134B-5A09-23C2-CFE3EAB39DA8}"/>
                  </a:ext>
                </a:extLst>
              </p:cNvPr>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a:extLst>
                <a:ext uri="{FF2B5EF4-FFF2-40B4-BE49-F238E27FC236}">
                  <a16:creationId xmlns:a16="http://schemas.microsoft.com/office/drawing/2014/main" id="{8B8114D6-07A8-997F-EAF3-FB8394AEC79E}"/>
                </a:ext>
              </a:extLst>
            </p:cNvPr>
            <p:cNvGrpSpPr/>
            <p:nvPr/>
          </p:nvGrpSpPr>
          <p:grpSpPr>
            <a:xfrm>
              <a:off x="18619" y="-241102"/>
              <a:ext cx="23069216" cy="12605759"/>
              <a:chOff x="0" y="-47625"/>
              <a:chExt cx="4556882" cy="2490026"/>
            </a:xfrm>
          </p:grpSpPr>
          <p:sp>
            <p:nvSpPr>
              <p:cNvPr id="630" name="Google Shape;630;p14">
                <a:extLst>
                  <a:ext uri="{FF2B5EF4-FFF2-40B4-BE49-F238E27FC236}">
                    <a16:creationId xmlns:a16="http://schemas.microsoft.com/office/drawing/2014/main" id="{017754E7-E013-629B-1C20-FCA21118C3BA}"/>
                  </a:ext>
                </a:extLst>
              </p:cNvPr>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a:extLst>
                  <a:ext uri="{FF2B5EF4-FFF2-40B4-BE49-F238E27FC236}">
                    <a16:creationId xmlns:a16="http://schemas.microsoft.com/office/drawing/2014/main" id="{23756671-5CB3-C01E-40A2-1A5C21FB7014}"/>
                  </a:ext>
                </a:extLst>
              </p:cNvPr>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a:extLst>
                <a:ext uri="{FF2B5EF4-FFF2-40B4-BE49-F238E27FC236}">
                  <a16:creationId xmlns:a16="http://schemas.microsoft.com/office/drawing/2014/main" id="{463D6489-A218-B6EA-3BA7-B035496960AB}"/>
                </a:ext>
              </a:extLst>
            </p:cNvPr>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a:extLst>
                <a:ext uri="{FF2B5EF4-FFF2-40B4-BE49-F238E27FC236}">
                  <a16:creationId xmlns:a16="http://schemas.microsoft.com/office/drawing/2014/main" id="{3DC17BBE-9EE7-CA09-ED1C-2444F67DE2F4}"/>
                </a:ext>
              </a:extLst>
            </p:cNvPr>
            <p:cNvGrpSpPr/>
            <p:nvPr/>
          </p:nvGrpSpPr>
          <p:grpSpPr>
            <a:xfrm>
              <a:off x="318466" y="201915"/>
              <a:ext cx="394763" cy="394763"/>
              <a:chOff x="0" y="0"/>
              <a:chExt cx="812800" cy="812800"/>
            </a:xfrm>
          </p:grpSpPr>
          <p:sp>
            <p:nvSpPr>
              <p:cNvPr id="634" name="Google Shape;634;p14">
                <a:extLst>
                  <a:ext uri="{FF2B5EF4-FFF2-40B4-BE49-F238E27FC236}">
                    <a16:creationId xmlns:a16="http://schemas.microsoft.com/office/drawing/2014/main" id="{07EDEDAA-01F1-F13F-4274-392277066F2F}"/>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a:extLst>
                  <a:ext uri="{FF2B5EF4-FFF2-40B4-BE49-F238E27FC236}">
                    <a16:creationId xmlns:a16="http://schemas.microsoft.com/office/drawing/2014/main" id="{D10D5BD3-E8D2-9537-0507-75977861EDDB}"/>
                  </a:ext>
                </a:extLst>
              </p:cNvPr>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a:extLst>
                <a:ext uri="{FF2B5EF4-FFF2-40B4-BE49-F238E27FC236}">
                  <a16:creationId xmlns:a16="http://schemas.microsoft.com/office/drawing/2014/main" id="{A9DD456E-BC4D-3B97-B7D8-DBD364A9868B}"/>
                </a:ext>
              </a:extLst>
            </p:cNvPr>
            <p:cNvGrpSpPr/>
            <p:nvPr/>
          </p:nvGrpSpPr>
          <p:grpSpPr>
            <a:xfrm>
              <a:off x="989083" y="201915"/>
              <a:ext cx="394763" cy="394763"/>
              <a:chOff x="0" y="0"/>
              <a:chExt cx="812800" cy="812800"/>
            </a:xfrm>
          </p:grpSpPr>
          <p:sp>
            <p:nvSpPr>
              <p:cNvPr id="637" name="Google Shape;637;p14">
                <a:extLst>
                  <a:ext uri="{FF2B5EF4-FFF2-40B4-BE49-F238E27FC236}">
                    <a16:creationId xmlns:a16="http://schemas.microsoft.com/office/drawing/2014/main" id="{225580AE-757F-690F-1F97-01FD1D0DA184}"/>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a:extLst>
                  <a:ext uri="{FF2B5EF4-FFF2-40B4-BE49-F238E27FC236}">
                    <a16:creationId xmlns:a16="http://schemas.microsoft.com/office/drawing/2014/main" id="{F2079AF7-9FD2-C946-E691-7CBF4C60012A}"/>
                  </a:ext>
                </a:extLst>
              </p:cNvPr>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a:extLst>
                <a:ext uri="{FF2B5EF4-FFF2-40B4-BE49-F238E27FC236}">
                  <a16:creationId xmlns:a16="http://schemas.microsoft.com/office/drawing/2014/main" id="{24DB0C89-64EF-BC77-0768-8332A6500584}"/>
                </a:ext>
              </a:extLst>
            </p:cNvPr>
            <p:cNvGrpSpPr/>
            <p:nvPr/>
          </p:nvGrpSpPr>
          <p:grpSpPr>
            <a:xfrm>
              <a:off x="1663247" y="201915"/>
              <a:ext cx="394763" cy="394763"/>
              <a:chOff x="0" y="0"/>
              <a:chExt cx="812800" cy="812800"/>
            </a:xfrm>
          </p:grpSpPr>
          <p:sp>
            <p:nvSpPr>
              <p:cNvPr id="640" name="Google Shape;640;p14">
                <a:extLst>
                  <a:ext uri="{FF2B5EF4-FFF2-40B4-BE49-F238E27FC236}">
                    <a16:creationId xmlns:a16="http://schemas.microsoft.com/office/drawing/2014/main" id="{B8048134-EB46-EC9E-E7A8-47E9A01CDC6E}"/>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a:extLst>
                  <a:ext uri="{FF2B5EF4-FFF2-40B4-BE49-F238E27FC236}">
                    <a16:creationId xmlns:a16="http://schemas.microsoft.com/office/drawing/2014/main" id="{CF8600E6-AA72-CC30-C8FD-379A31B0A3DB}"/>
                  </a:ext>
                </a:extLst>
              </p:cNvPr>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a:extLst>
              <a:ext uri="{FF2B5EF4-FFF2-40B4-BE49-F238E27FC236}">
                <a16:creationId xmlns:a16="http://schemas.microsoft.com/office/drawing/2014/main" id="{87AE2B8B-0545-03B8-B831-603B71ABC4AD}"/>
              </a:ext>
            </a:extLst>
          </p:cNvPr>
          <p:cNvGrpSpPr/>
          <p:nvPr/>
        </p:nvGrpSpPr>
        <p:grpSpPr>
          <a:xfrm>
            <a:off x="685800" y="879048"/>
            <a:ext cx="10562908" cy="1109071"/>
            <a:chOff x="0" y="-47625"/>
            <a:chExt cx="4517902" cy="474365"/>
          </a:xfrm>
          <a:solidFill>
            <a:schemeClr val="accent1"/>
          </a:solidFill>
        </p:grpSpPr>
        <p:sp>
          <p:nvSpPr>
            <p:cNvPr id="643" name="Google Shape;643;p14">
              <a:extLst>
                <a:ext uri="{FF2B5EF4-FFF2-40B4-BE49-F238E27FC236}">
                  <a16:creationId xmlns:a16="http://schemas.microsoft.com/office/drawing/2014/main" id="{8E8DEF0A-0036-FC8C-FC0E-DDDF0943358B}"/>
                </a:ext>
              </a:extLst>
            </p:cNvPr>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a:extLst>
                <a:ext uri="{FF2B5EF4-FFF2-40B4-BE49-F238E27FC236}">
                  <a16:creationId xmlns:a16="http://schemas.microsoft.com/office/drawing/2014/main" id="{0ED8790E-567C-7FE2-76B8-78412E15A22F}"/>
                </a:ext>
              </a:extLst>
            </p:cNvPr>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a:extLst>
              <a:ext uri="{FF2B5EF4-FFF2-40B4-BE49-F238E27FC236}">
                <a16:creationId xmlns:a16="http://schemas.microsoft.com/office/drawing/2014/main" id="{96544B5C-75F5-7BD2-6CEA-D0228B7BDE45}"/>
              </a:ext>
            </a:extLst>
          </p:cNvPr>
          <p:cNvGrpSpPr/>
          <p:nvPr/>
        </p:nvGrpSpPr>
        <p:grpSpPr>
          <a:xfrm>
            <a:off x="1008592" y="1041878"/>
            <a:ext cx="10562908" cy="1109071"/>
            <a:chOff x="0" y="-47625"/>
            <a:chExt cx="4517902" cy="474365"/>
          </a:xfrm>
        </p:grpSpPr>
        <p:sp>
          <p:nvSpPr>
            <p:cNvPr id="646" name="Google Shape;646;p14">
              <a:extLst>
                <a:ext uri="{FF2B5EF4-FFF2-40B4-BE49-F238E27FC236}">
                  <a16:creationId xmlns:a16="http://schemas.microsoft.com/office/drawing/2014/main" id="{C732D558-EF94-079F-8AA7-D7F8E18E30E4}"/>
                </a:ext>
              </a:extLst>
            </p:cNvPr>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a:extLst>
                <a:ext uri="{FF2B5EF4-FFF2-40B4-BE49-F238E27FC236}">
                  <a16:creationId xmlns:a16="http://schemas.microsoft.com/office/drawing/2014/main" id="{3D138B78-048A-E110-B68E-2321DCFE403C}"/>
                </a:ext>
              </a:extLst>
            </p:cNvPr>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a:extLst>
              <a:ext uri="{FF2B5EF4-FFF2-40B4-BE49-F238E27FC236}">
                <a16:creationId xmlns:a16="http://schemas.microsoft.com/office/drawing/2014/main" id="{A19995C3-7946-F564-4003-23B8126B04B4}"/>
              </a:ext>
            </a:extLst>
          </p:cNvPr>
          <p:cNvSpPr txBox="1"/>
          <p:nvPr/>
        </p:nvSpPr>
        <p:spPr>
          <a:xfrm>
            <a:off x="1127042" y="1162459"/>
            <a:ext cx="10326008" cy="812530"/>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4400" kern="0" dirty="0">
                <a:solidFill>
                  <a:srgbClr val="FFFFFF"/>
                </a:solidFill>
                <a:latin typeface="Courier"/>
                <a:cs typeface="Arial"/>
                <a:sym typeface="Courier"/>
              </a:rPr>
              <a:t>Function Returning Function</a:t>
            </a:r>
            <a:endParaRPr sz="4400"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E0CC02ED-788A-4CFF-222B-99794690CB00}"/>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4" name="Rectangle 1">
            <a:extLst>
              <a:ext uri="{FF2B5EF4-FFF2-40B4-BE49-F238E27FC236}">
                <a16:creationId xmlns:a16="http://schemas.microsoft.com/office/drawing/2014/main" id="{C4B26B9E-C5FC-4040-5E68-A0AD1CE4CB53}"/>
              </a:ext>
            </a:extLst>
          </p:cNvPr>
          <p:cNvSpPr>
            <a:spLocks noChangeArrowheads="1"/>
          </p:cNvSpPr>
          <p:nvPr/>
        </p:nvSpPr>
        <p:spPr bwMode="auto">
          <a:xfrm>
            <a:off x="0" y="-112882"/>
            <a:ext cx="2324034" cy="22576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r>
              <a:rPr lang="en-US" altLang="en-US" sz="667" kern="0">
                <a:solidFill>
                  <a:srgbClr val="222222"/>
                </a:solidFill>
                <a:latin typeface="Open Sans" panose="020B0606030504020204" pitchFamily="34" charset="0"/>
                <a:cs typeface="Open Sans" panose="020B0606030504020204" pitchFamily="34" charset="0"/>
                <a:sym typeface="Arial"/>
              </a:rPr>
              <a:t>Such an effect is caused by a keyword named </a:t>
            </a:r>
            <a:r>
              <a:rPr lang="en-US" altLang="en-US" sz="667" kern="0">
                <a:solidFill>
                  <a:srgbClr val="333333"/>
                </a:solidFill>
                <a:latin typeface="Courier New" panose="02070309020205020404" pitchFamily="49" charset="0"/>
                <a:cs typeface="Courier New" panose="02070309020205020404" pitchFamily="49" charset="0"/>
                <a:sym typeface="Arial"/>
              </a:rPr>
              <a:t>global</a:t>
            </a:r>
            <a:r>
              <a:rPr lang="en-US" altLang="en-US" sz="667" kern="0">
                <a:solidFill>
                  <a:srgbClr val="222222"/>
                </a:solidFill>
                <a:latin typeface="Open Sans" panose="020B0606030504020204" pitchFamily="34" charset="0"/>
                <a:cs typeface="Open Sans" panose="020B0606030504020204" pitchFamily="34" charset="0"/>
                <a:sym typeface="Arial"/>
              </a:rPr>
              <a:t>:</a:t>
            </a:r>
            <a:r>
              <a:rPr lang="en-US" altLang="en-US" sz="1067" kern="0">
                <a:solidFill>
                  <a:srgbClr val="000000"/>
                </a:solidFill>
                <a:cs typeface="Arial"/>
                <a:sym typeface="Arial"/>
              </a:rPr>
              <a:t> </a:t>
            </a:r>
            <a:endParaRPr lang="en-US" altLang="en-US" sz="1200" kern="0">
              <a:solidFill>
                <a:srgbClr val="000000"/>
              </a:solidFill>
              <a:cs typeface="Arial"/>
              <a:sym typeface="Arial"/>
            </a:endParaRPr>
          </a:p>
        </p:txBody>
      </p:sp>
      <p:pic>
        <p:nvPicPr>
          <p:cNvPr id="7" name="Picture 6">
            <a:extLst>
              <a:ext uri="{FF2B5EF4-FFF2-40B4-BE49-F238E27FC236}">
                <a16:creationId xmlns:a16="http://schemas.microsoft.com/office/drawing/2014/main" id="{2D2D461E-99B2-7BB1-8B0D-74E5C63E89C4}"/>
              </a:ext>
            </a:extLst>
          </p:cNvPr>
          <p:cNvPicPr>
            <a:picLocks noChangeAspect="1"/>
          </p:cNvPicPr>
          <p:nvPr/>
        </p:nvPicPr>
        <p:blipFill>
          <a:blip r:embed="rId3"/>
          <a:stretch>
            <a:fillRect/>
          </a:stretch>
        </p:blipFill>
        <p:spPr>
          <a:xfrm>
            <a:off x="1353046" y="2552991"/>
            <a:ext cx="4204393" cy="3565128"/>
          </a:xfrm>
          <a:prstGeom prst="rect">
            <a:avLst/>
          </a:prstGeom>
        </p:spPr>
      </p:pic>
      <p:sp>
        <p:nvSpPr>
          <p:cNvPr id="8" name="TextBox 7">
            <a:extLst>
              <a:ext uri="{FF2B5EF4-FFF2-40B4-BE49-F238E27FC236}">
                <a16:creationId xmlns:a16="http://schemas.microsoft.com/office/drawing/2014/main" id="{F515A3B5-4424-59EE-5185-B8ABF9E0E572}"/>
              </a:ext>
            </a:extLst>
          </p:cNvPr>
          <p:cNvSpPr txBox="1"/>
          <p:nvPr/>
        </p:nvSpPr>
        <p:spPr>
          <a:xfrm>
            <a:off x="5967255" y="3327400"/>
            <a:ext cx="5651739" cy="1282339"/>
          </a:xfrm>
          <a:prstGeom prst="rect">
            <a:avLst/>
          </a:prstGeom>
          <a:noFill/>
        </p:spPr>
        <p:txBody>
          <a:bodyPr wrap="square">
            <a:spAutoFit/>
          </a:bodyPr>
          <a:lstStyle/>
          <a:p>
            <a:pPr defTabSz="609630">
              <a:buClr>
                <a:srgbClr val="000000"/>
              </a:buClr>
            </a:pPr>
            <a:r>
              <a:rPr lang="en-US" sz="2933" kern="0" dirty="0">
                <a:solidFill>
                  <a:srgbClr val="8C52FF"/>
                </a:solidFill>
                <a:latin typeface="Arial"/>
                <a:cs typeface="Arial"/>
                <a:sym typeface="Arial"/>
              </a:rPr>
              <a:t>Closure!</a:t>
            </a:r>
          </a:p>
          <a:p>
            <a:pPr defTabSz="609630">
              <a:buClr>
                <a:srgbClr val="000000"/>
              </a:buClr>
            </a:pPr>
            <a:r>
              <a:rPr lang="en-US" sz="1600" kern="0" dirty="0">
                <a:solidFill>
                  <a:srgbClr val="8C52FF"/>
                </a:solidFill>
                <a:latin typeface="Arial"/>
                <a:cs typeface="Arial"/>
                <a:sym typeface="Arial"/>
              </a:rPr>
              <a:t>A </a:t>
            </a:r>
            <a:r>
              <a:rPr lang="en-US" sz="1600" b="1" kern="0" dirty="0">
                <a:solidFill>
                  <a:srgbClr val="8C52FF"/>
                </a:solidFill>
                <a:latin typeface="Arial"/>
                <a:cs typeface="Arial"/>
                <a:sym typeface="Arial"/>
              </a:rPr>
              <a:t>closure</a:t>
            </a:r>
            <a:r>
              <a:rPr lang="en-US" sz="1600" kern="0" dirty="0">
                <a:solidFill>
                  <a:srgbClr val="8C52FF"/>
                </a:solidFill>
                <a:latin typeface="Arial"/>
                <a:cs typeface="Arial"/>
                <a:sym typeface="Arial"/>
              </a:rPr>
              <a:t> happens when a nested function "remembers" the values from its enclosing function </a:t>
            </a:r>
            <a:r>
              <a:rPr lang="en-US" sz="1600" b="1" kern="0" dirty="0">
                <a:solidFill>
                  <a:srgbClr val="8C52FF"/>
                </a:solidFill>
                <a:latin typeface="Arial"/>
                <a:cs typeface="Arial"/>
                <a:sym typeface="Arial"/>
              </a:rPr>
              <a:t>even after that function has finished</a:t>
            </a:r>
            <a:r>
              <a:rPr lang="en-US" sz="1600" kern="0" dirty="0">
                <a:solidFill>
                  <a:srgbClr val="8C52FF"/>
                </a:solidFill>
                <a:latin typeface="Arial"/>
                <a:cs typeface="Arial"/>
                <a:sym typeface="Arial"/>
              </a:rPr>
              <a:t>.</a:t>
            </a:r>
            <a:endParaRPr lang="en-US" sz="1600" kern="0" dirty="0">
              <a:solidFill>
                <a:srgbClr val="8C52FF"/>
              </a:solidFill>
              <a:latin typeface="Open Sans" panose="020B0606030504020204" pitchFamily="34" charset="0"/>
              <a:cs typeface="Arial"/>
              <a:sym typeface="Arial"/>
            </a:endParaRPr>
          </a:p>
        </p:txBody>
      </p:sp>
    </p:spTree>
    <p:extLst>
      <p:ext uri="{BB962C8B-B14F-4D97-AF65-F5344CB8AC3E}">
        <p14:creationId xmlns:p14="http://schemas.microsoft.com/office/powerpoint/2010/main" val="3048380126"/>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24042" y="217287"/>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a:solidFill>
            <a:schemeClr val="accent1"/>
          </a:solidFill>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59"/>
            <a:ext cx="10326008" cy="812530"/>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4400" kern="0" dirty="0">
                <a:solidFill>
                  <a:srgbClr val="FFFFFF"/>
                </a:solidFill>
                <a:latin typeface="Courier"/>
                <a:cs typeface="Arial"/>
                <a:sym typeface="Courier"/>
              </a:rPr>
              <a:t>Lambdas Expression</a:t>
            </a:r>
            <a:endParaRPr sz="4400"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3" name="TextBox 2">
            <a:extLst>
              <a:ext uri="{FF2B5EF4-FFF2-40B4-BE49-F238E27FC236}">
                <a16:creationId xmlns:a16="http://schemas.microsoft.com/office/drawing/2014/main" id="{6F8EC0E4-49E1-37AB-65E4-73DEABA58CB2}"/>
              </a:ext>
            </a:extLst>
          </p:cNvPr>
          <p:cNvSpPr txBox="1"/>
          <p:nvPr/>
        </p:nvSpPr>
        <p:spPr>
          <a:xfrm>
            <a:off x="1071976" y="2494419"/>
            <a:ext cx="10251248" cy="666977"/>
          </a:xfrm>
          <a:prstGeom prst="rect">
            <a:avLst/>
          </a:prstGeom>
          <a:noFill/>
        </p:spPr>
        <p:txBody>
          <a:bodyPr wrap="square">
            <a:spAutoFit/>
          </a:bodyPr>
          <a:lstStyle/>
          <a:p>
            <a:pPr marL="304815" indent="-304815" defTabSz="609630">
              <a:buClr>
                <a:srgbClr val="FFFFFF"/>
              </a:buClr>
              <a:buFont typeface="Arial" panose="020B0604020202020204" pitchFamily="34" charset="0"/>
              <a:buChar char="•"/>
            </a:pPr>
            <a:r>
              <a:rPr lang="en-US" sz="1867" kern="0" dirty="0">
                <a:solidFill>
                  <a:srgbClr val="FFFFFF"/>
                </a:solidFill>
                <a:latin typeface="Roboto Mono" panose="00000009000000000000" pitchFamily="49" charset="0"/>
                <a:ea typeface="Roboto Mono" panose="00000009000000000000" pitchFamily="49" charset="0"/>
                <a:cs typeface="Arial"/>
                <a:sym typeface="Arial"/>
              </a:rPr>
              <a:t>Lambda expressions, also known as </a:t>
            </a:r>
            <a:r>
              <a:rPr lang="en-US" sz="1867" kern="0" dirty="0">
                <a:solidFill>
                  <a:srgbClr val="8C52FF"/>
                </a:solidFill>
                <a:latin typeface="Roboto Mono" panose="00000009000000000000" pitchFamily="49" charset="0"/>
                <a:ea typeface="Roboto Mono" panose="00000009000000000000" pitchFamily="49" charset="0"/>
                <a:cs typeface="Arial"/>
                <a:sym typeface="Arial"/>
              </a:rPr>
              <a:t>anonymous functions</a:t>
            </a:r>
            <a:r>
              <a:rPr lang="en-US" sz="1867" kern="0" dirty="0">
                <a:solidFill>
                  <a:srgbClr val="FFFFFF"/>
                </a:solidFill>
                <a:latin typeface="Roboto Mono" panose="00000009000000000000" pitchFamily="49" charset="0"/>
                <a:ea typeface="Roboto Mono" panose="00000009000000000000" pitchFamily="49" charset="0"/>
                <a:cs typeface="Arial"/>
                <a:sym typeface="Arial"/>
              </a:rPr>
              <a:t>, are small, unnamed functions defined using the lambda keyword. </a:t>
            </a:r>
          </a:p>
        </p:txBody>
      </p:sp>
      <p:sp>
        <p:nvSpPr>
          <p:cNvPr id="4" name="Rectangle 1">
            <a:extLst>
              <a:ext uri="{FF2B5EF4-FFF2-40B4-BE49-F238E27FC236}">
                <a16:creationId xmlns:a16="http://schemas.microsoft.com/office/drawing/2014/main" id="{DBB23E9B-BC55-2D7E-318E-CFBF079E4D53}"/>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pic>
        <p:nvPicPr>
          <p:cNvPr id="10" name="Picture 9">
            <a:extLst>
              <a:ext uri="{FF2B5EF4-FFF2-40B4-BE49-F238E27FC236}">
                <a16:creationId xmlns:a16="http://schemas.microsoft.com/office/drawing/2014/main" id="{365BAD8B-727F-7733-D99B-393EE3A563B5}"/>
              </a:ext>
            </a:extLst>
          </p:cNvPr>
          <p:cNvPicPr>
            <a:picLocks noChangeAspect="1"/>
          </p:cNvPicPr>
          <p:nvPr/>
        </p:nvPicPr>
        <p:blipFill>
          <a:blip r:embed="rId3"/>
          <a:stretch>
            <a:fillRect/>
          </a:stretch>
        </p:blipFill>
        <p:spPr>
          <a:xfrm>
            <a:off x="4252372" y="3327400"/>
            <a:ext cx="3484056" cy="2871842"/>
          </a:xfrm>
          <a:prstGeom prst="rect">
            <a:avLst/>
          </a:prstGeom>
        </p:spPr>
      </p:pic>
    </p:spTree>
    <p:extLst>
      <p:ext uri="{BB962C8B-B14F-4D97-AF65-F5344CB8AC3E}">
        <p14:creationId xmlns:p14="http://schemas.microsoft.com/office/powerpoint/2010/main" val="1572706875"/>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24042" y="217287"/>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a:solidFill>
            <a:schemeClr val="accent1"/>
          </a:solidFill>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59"/>
            <a:ext cx="10326008" cy="812530"/>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4400" kern="0" dirty="0">
                <a:solidFill>
                  <a:srgbClr val="FFFFFF"/>
                </a:solidFill>
                <a:latin typeface="Courier"/>
                <a:cs typeface="Arial"/>
                <a:sym typeface="Courier"/>
              </a:rPr>
              <a:t>Lambdas Expression</a:t>
            </a:r>
            <a:endParaRPr sz="4400"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3" name="TextBox 2">
            <a:extLst>
              <a:ext uri="{FF2B5EF4-FFF2-40B4-BE49-F238E27FC236}">
                <a16:creationId xmlns:a16="http://schemas.microsoft.com/office/drawing/2014/main" id="{6F8EC0E4-49E1-37AB-65E4-73DEABA58CB2}"/>
              </a:ext>
            </a:extLst>
          </p:cNvPr>
          <p:cNvSpPr txBox="1"/>
          <p:nvPr/>
        </p:nvSpPr>
        <p:spPr>
          <a:xfrm>
            <a:off x="1071976" y="2494419"/>
            <a:ext cx="10251248" cy="666977"/>
          </a:xfrm>
          <a:prstGeom prst="rect">
            <a:avLst/>
          </a:prstGeom>
          <a:noFill/>
        </p:spPr>
        <p:txBody>
          <a:bodyPr wrap="square">
            <a:spAutoFit/>
          </a:bodyPr>
          <a:lstStyle/>
          <a:p>
            <a:pPr marL="304815" indent="-304815" defTabSz="609630">
              <a:buClr>
                <a:srgbClr val="FFFFFF"/>
              </a:buClr>
              <a:buFont typeface="Arial" panose="020B0604020202020204" pitchFamily="34" charset="0"/>
              <a:buChar char="•"/>
            </a:pPr>
            <a:r>
              <a:rPr lang="en-US" sz="1867" kern="0" dirty="0">
                <a:solidFill>
                  <a:srgbClr val="FFFFFF"/>
                </a:solidFill>
                <a:latin typeface="Roboto Mono" panose="00000009000000000000" pitchFamily="49" charset="0"/>
                <a:ea typeface="Roboto Mono" panose="00000009000000000000" pitchFamily="49" charset="0"/>
                <a:cs typeface="Arial"/>
                <a:sym typeface="Arial"/>
              </a:rPr>
              <a:t>The declaration of the lambda function doesn't resemble a normal function declaration in any way - see for yourself: </a:t>
            </a:r>
          </a:p>
        </p:txBody>
      </p:sp>
      <p:sp>
        <p:nvSpPr>
          <p:cNvPr id="4" name="Rectangle 1">
            <a:extLst>
              <a:ext uri="{FF2B5EF4-FFF2-40B4-BE49-F238E27FC236}">
                <a16:creationId xmlns:a16="http://schemas.microsoft.com/office/drawing/2014/main" id="{DBB23E9B-BC55-2D7E-318E-CFBF079E4D53}"/>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5" name="Rectangle 1">
            <a:extLst>
              <a:ext uri="{FF2B5EF4-FFF2-40B4-BE49-F238E27FC236}">
                <a16:creationId xmlns:a16="http://schemas.microsoft.com/office/drawing/2014/main" id="{A0BC4446-5C6A-7E96-8723-87CA0CFB3967}"/>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pic>
        <p:nvPicPr>
          <p:cNvPr id="7" name="Picture 6">
            <a:extLst>
              <a:ext uri="{FF2B5EF4-FFF2-40B4-BE49-F238E27FC236}">
                <a16:creationId xmlns:a16="http://schemas.microsoft.com/office/drawing/2014/main" id="{53C11927-A9DF-F156-11F4-8F09E9CA634E}"/>
              </a:ext>
            </a:extLst>
          </p:cNvPr>
          <p:cNvPicPr>
            <a:picLocks noChangeAspect="1"/>
          </p:cNvPicPr>
          <p:nvPr/>
        </p:nvPicPr>
        <p:blipFill>
          <a:blip r:embed="rId3"/>
          <a:stretch>
            <a:fillRect/>
          </a:stretch>
        </p:blipFill>
        <p:spPr>
          <a:xfrm>
            <a:off x="2712371" y="3916310"/>
            <a:ext cx="6509767" cy="1109071"/>
          </a:xfrm>
          <a:prstGeom prst="rect">
            <a:avLst/>
          </a:prstGeom>
        </p:spPr>
      </p:pic>
    </p:spTree>
    <p:extLst>
      <p:ext uri="{BB962C8B-B14F-4D97-AF65-F5344CB8AC3E}">
        <p14:creationId xmlns:p14="http://schemas.microsoft.com/office/powerpoint/2010/main" val="2649008517"/>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24042" y="217287"/>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a:solidFill>
            <a:schemeClr val="accent1"/>
          </a:solidFill>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59"/>
            <a:ext cx="10326008" cy="812530"/>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4400" kern="0" dirty="0">
                <a:solidFill>
                  <a:srgbClr val="FFFFFF"/>
                </a:solidFill>
                <a:latin typeface="Courier"/>
                <a:cs typeface="Arial"/>
                <a:sym typeface="Courier"/>
              </a:rPr>
              <a:t>Lambdas Expression</a:t>
            </a:r>
            <a:endParaRPr sz="4400"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3" name="TextBox 2">
            <a:extLst>
              <a:ext uri="{FF2B5EF4-FFF2-40B4-BE49-F238E27FC236}">
                <a16:creationId xmlns:a16="http://schemas.microsoft.com/office/drawing/2014/main" id="{6F8EC0E4-49E1-37AB-65E4-73DEABA58CB2}"/>
              </a:ext>
            </a:extLst>
          </p:cNvPr>
          <p:cNvSpPr txBox="1"/>
          <p:nvPr/>
        </p:nvSpPr>
        <p:spPr>
          <a:xfrm>
            <a:off x="1071976" y="2494419"/>
            <a:ext cx="10251248" cy="666977"/>
          </a:xfrm>
          <a:prstGeom prst="rect">
            <a:avLst/>
          </a:prstGeom>
          <a:noFill/>
        </p:spPr>
        <p:txBody>
          <a:bodyPr wrap="square">
            <a:spAutoFit/>
          </a:bodyPr>
          <a:lstStyle/>
          <a:p>
            <a:pPr marL="304815" indent="-304815" defTabSz="609630">
              <a:buClr>
                <a:srgbClr val="FFFFFF"/>
              </a:buClr>
              <a:buFont typeface="Arial" panose="020B0604020202020204" pitchFamily="34" charset="0"/>
              <a:buChar char="•"/>
            </a:pPr>
            <a:r>
              <a:rPr lang="en-US" sz="1867" kern="0" dirty="0">
                <a:solidFill>
                  <a:srgbClr val="FFFFFF"/>
                </a:solidFill>
                <a:latin typeface="Roboto Mono" panose="00000009000000000000" pitchFamily="49" charset="0"/>
                <a:ea typeface="Roboto Mono" panose="00000009000000000000" pitchFamily="49" charset="0"/>
                <a:cs typeface="Arial"/>
                <a:sym typeface="Arial"/>
              </a:rPr>
              <a:t>The declaration of the lambda function doesn't resemble a normal function declaration in any way - see for yourself: </a:t>
            </a:r>
          </a:p>
        </p:txBody>
      </p:sp>
      <p:sp>
        <p:nvSpPr>
          <p:cNvPr id="4" name="Rectangle 1">
            <a:extLst>
              <a:ext uri="{FF2B5EF4-FFF2-40B4-BE49-F238E27FC236}">
                <a16:creationId xmlns:a16="http://schemas.microsoft.com/office/drawing/2014/main" id="{DBB23E9B-BC55-2D7E-318E-CFBF079E4D53}"/>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5" name="Rectangle 1">
            <a:extLst>
              <a:ext uri="{FF2B5EF4-FFF2-40B4-BE49-F238E27FC236}">
                <a16:creationId xmlns:a16="http://schemas.microsoft.com/office/drawing/2014/main" id="{A0BC4446-5C6A-7E96-8723-87CA0CFB3967}"/>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pic>
        <p:nvPicPr>
          <p:cNvPr id="8" name="Picture 7">
            <a:extLst>
              <a:ext uri="{FF2B5EF4-FFF2-40B4-BE49-F238E27FC236}">
                <a16:creationId xmlns:a16="http://schemas.microsoft.com/office/drawing/2014/main" id="{30DEE842-FB9D-1C77-E9E0-6C9C73E07135}"/>
              </a:ext>
            </a:extLst>
          </p:cNvPr>
          <p:cNvPicPr>
            <a:picLocks noChangeAspect="1"/>
          </p:cNvPicPr>
          <p:nvPr/>
        </p:nvPicPr>
        <p:blipFill>
          <a:blip r:embed="rId3"/>
          <a:stretch>
            <a:fillRect/>
          </a:stretch>
        </p:blipFill>
        <p:spPr>
          <a:xfrm>
            <a:off x="3995594" y="3815660"/>
            <a:ext cx="4200813" cy="2163293"/>
          </a:xfrm>
          <a:prstGeom prst="rect">
            <a:avLst/>
          </a:prstGeom>
        </p:spPr>
      </p:pic>
    </p:spTree>
    <p:extLst>
      <p:ext uri="{BB962C8B-B14F-4D97-AF65-F5344CB8AC3E}">
        <p14:creationId xmlns:p14="http://schemas.microsoft.com/office/powerpoint/2010/main" val="1155102584"/>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24042" y="217287"/>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a:solidFill>
            <a:schemeClr val="accent1"/>
          </a:solidFill>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59"/>
            <a:ext cx="10326008" cy="812530"/>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4400" kern="0" dirty="0">
                <a:solidFill>
                  <a:srgbClr val="FFFFFF"/>
                </a:solidFill>
                <a:latin typeface="Courier"/>
                <a:cs typeface="Arial"/>
                <a:sym typeface="Courier"/>
              </a:rPr>
              <a:t>Lambdas Expression</a:t>
            </a:r>
            <a:endParaRPr sz="4400"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3" name="TextBox 2">
            <a:extLst>
              <a:ext uri="{FF2B5EF4-FFF2-40B4-BE49-F238E27FC236}">
                <a16:creationId xmlns:a16="http://schemas.microsoft.com/office/drawing/2014/main" id="{6F8EC0E4-49E1-37AB-65E4-73DEABA58CB2}"/>
              </a:ext>
            </a:extLst>
          </p:cNvPr>
          <p:cNvSpPr txBox="1"/>
          <p:nvPr/>
        </p:nvSpPr>
        <p:spPr>
          <a:xfrm>
            <a:off x="1071976" y="2494419"/>
            <a:ext cx="10251248" cy="666977"/>
          </a:xfrm>
          <a:prstGeom prst="rect">
            <a:avLst/>
          </a:prstGeom>
          <a:noFill/>
        </p:spPr>
        <p:txBody>
          <a:bodyPr wrap="square">
            <a:spAutoFit/>
          </a:bodyPr>
          <a:lstStyle/>
          <a:p>
            <a:pPr marL="304815" indent="-304815" defTabSz="609630">
              <a:buClr>
                <a:srgbClr val="FFFFFF"/>
              </a:buClr>
              <a:buFont typeface="Arial" panose="020B0604020202020204" pitchFamily="34" charset="0"/>
              <a:buChar char="•"/>
            </a:pPr>
            <a:r>
              <a:rPr lang="en-US" sz="1867" kern="0" dirty="0">
                <a:solidFill>
                  <a:srgbClr val="FFFFFF"/>
                </a:solidFill>
                <a:latin typeface="Roboto Mono" panose="00000009000000000000" pitchFamily="49" charset="0"/>
                <a:ea typeface="Roboto Mono" panose="00000009000000000000" pitchFamily="49" charset="0"/>
                <a:cs typeface="Arial"/>
                <a:sym typeface="Arial"/>
              </a:rPr>
              <a:t>Lambda functions can be particularly useful when used in higher-order functions, such as map(), filter(), and sorted(). </a:t>
            </a:r>
          </a:p>
        </p:txBody>
      </p:sp>
      <p:sp>
        <p:nvSpPr>
          <p:cNvPr id="4" name="Rectangle 1">
            <a:extLst>
              <a:ext uri="{FF2B5EF4-FFF2-40B4-BE49-F238E27FC236}">
                <a16:creationId xmlns:a16="http://schemas.microsoft.com/office/drawing/2014/main" id="{DBB23E9B-BC55-2D7E-318E-CFBF079E4D53}"/>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pic>
        <p:nvPicPr>
          <p:cNvPr id="7" name="Picture 6">
            <a:extLst>
              <a:ext uri="{FF2B5EF4-FFF2-40B4-BE49-F238E27FC236}">
                <a16:creationId xmlns:a16="http://schemas.microsoft.com/office/drawing/2014/main" id="{697B35AE-2380-1524-4E8B-01E29AAB9644}"/>
              </a:ext>
            </a:extLst>
          </p:cNvPr>
          <p:cNvPicPr>
            <a:picLocks noChangeAspect="1"/>
          </p:cNvPicPr>
          <p:nvPr/>
        </p:nvPicPr>
        <p:blipFill>
          <a:blip r:embed="rId3"/>
          <a:stretch>
            <a:fillRect/>
          </a:stretch>
        </p:blipFill>
        <p:spPr>
          <a:xfrm>
            <a:off x="3459437" y="3469672"/>
            <a:ext cx="5273126" cy="1490231"/>
          </a:xfrm>
          <a:prstGeom prst="rect">
            <a:avLst/>
          </a:prstGeom>
        </p:spPr>
      </p:pic>
    </p:spTree>
    <p:extLst>
      <p:ext uri="{BB962C8B-B14F-4D97-AF65-F5344CB8AC3E}">
        <p14:creationId xmlns:p14="http://schemas.microsoft.com/office/powerpoint/2010/main" val="1942187483"/>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24042" y="217287"/>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a:solidFill>
            <a:schemeClr val="accent1"/>
          </a:solidFill>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59"/>
            <a:ext cx="10326008" cy="812530"/>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4400" kern="0" dirty="0">
                <a:solidFill>
                  <a:srgbClr val="FFFFFF"/>
                </a:solidFill>
                <a:latin typeface="Courier"/>
                <a:cs typeface="Arial"/>
                <a:sym typeface="Courier"/>
              </a:rPr>
              <a:t>Generator</a:t>
            </a:r>
            <a:endParaRPr sz="4400"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3" name="TextBox 2">
            <a:extLst>
              <a:ext uri="{FF2B5EF4-FFF2-40B4-BE49-F238E27FC236}">
                <a16:creationId xmlns:a16="http://schemas.microsoft.com/office/drawing/2014/main" id="{6F8EC0E4-49E1-37AB-65E4-73DEABA58CB2}"/>
              </a:ext>
            </a:extLst>
          </p:cNvPr>
          <p:cNvSpPr txBox="1"/>
          <p:nvPr/>
        </p:nvSpPr>
        <p:spPr>
          <a:xfrm>
            <a:off x="1071976" y="2494419"/>
            <a:ext cx="10251248" cy="3252878"/>
          </a:xfrm>
          <a:prstGeom prst="rect">
            <a:avLst/>
          </a:prstGeom>
          <a:noFill/>
        </p:spPr>
        <p:txBody>
          <a:bodyPr wrap="square">
            <a:spAutoFit/>
          </a:bodyPr>
          <a:lstStyle/>
          <a:p>
            <a:pPr marL="304815" indent="-304815" defTabSz="609630">
              <a:buClr>
                <a:srgbClr val="FFFFFF"/>
              </a:buClr>
              <a:buFont typeface="Arial" panose="020B0604020202020204" pitchFamily="34" charset="0"/>
              <a:buChar char="•"/>
            </a:pPr>
            <a:r>
              <a:rPr lang="en-US" sz="1867" kern="0" dirty="0">
                <a:solidFill>
                  <a:srgbClr val="FFFFFF"/>
                </a:solidFill>
                <a:latin typeface="Roboto Mono" panose="00000009000000000000" pitchFamily="49" charset="0"/>
                <a:ea typeface="Roboto Mono" panose="00000009000000000000" pitchFamily="49" charset="0"/>
                <a:cs typeface="Arial"/>
                <a:sym typeface="Arial"/>
              </a:rPr>
              <a:t>It looks strange, doesn't it? It's clear that the for loop has no chance to finish its first execution, as the return will break it irrevocably.</a:t>
            </a:r>
          </a:p>
          <a:p>
            <a:pPr marL="304815" indent="-304815" defTabSz="609630">
              <a:buClr>
                <a:srgbClr val="FFFFFF"/>
              </a:buClr>
              <a:buFont typeface="Arial" panose="020B0604020202020204" pitchFamily="34" charset="0"/>
              <a:buChar char="•"/>
            </a:pPr>
            <a:endParaRPr lang="en-US" sz="1867" kern="0" dirty="0">
              <a:solidFill>
                <a:srgbClr val="FFFFFF"/>
              </a:solidFill>
              <a:latin typeface="Roboto Mono" panose="00000009000000000000" pitchFamily="49" charset="0"/>
              <a:ea typeface="Roboto Mono" panose="00000009000000000000" pitchFamily="49" charset="0"/>
              <a:cs typeface="Arial"/>
              <a:sym typeface="Arial"/>
            </a:endParaRPr>
          </a:p>
          <a:p>
            <a:pPr marL="304815" indent="-304815" defTabSz="609630">
              <a:buClr>
                <a:srgbClr val="FFFFFF"/>
              </a:buClr>
              <a:buFont typeface="Arial" panose="020B0604020202020204" pitchFamily="34" charset="0"/>
              <a:buChar char="•"/>
            </a:pPr>
            <a:r>
              <a:rPr lang="en-US" sz="1867" kern="0" dirty="0">
                <a:solidFill>
                  <a:srgbClr val="FFFFFF"/>
                </a:solidFill>
                <a:latin typeface="Roboto Mono" panose="00000009000000000000" pitchFamily="49" charset="0"/>
                <a:ea typeface="Roboto Mono" panose="00000009000000000000" pitchFamily="49" charset="0"/>
                <a:cs typeface="Arial"/>
                <a:sym typeface="Arial"/>
              </a:rPr>
              <a:t>We can say that such a function is not able to save and restore its state between subsequent invocations.</a:t>
            </a:r>
          </a:p>
          <a:p>
            <a:pPr marL="304815" indent="-304815" defTabSz="609630">
              <a:buClr>
                <a:srgbClr val="FFFFFF"/>
              </a:buClr>
              <a:buFont typeface="Arial" panose="020B0604020202020204" pitchFamily="34" charset="0"/>
              <a:buChar char="•"/>
            </a:pPr>
            <a:endParaRPr lang="en-US" sz="1867" kern="0" dirty="0">
              <a:solidFill>
                <a:srgbClr val="FFFFFF"/>
              </a:solidFill>
              <a:latin typeface="Roboto Mono" panose="00000009000000000000" pitchFamily="49" charset="0"/>
              <a:ea typeface="Roboto Mono" panose="00000009000000000000" pitchFamily="49" charset="0"/>
              <a:cs typeface="Arial"/>
              <a:sym typeface="Arial"/>
            </a:endParaRPr>
          </a:p>
          <a:p>
            <a:pPr marL="304815" indent="-304815" defTabSz="609630">
              <a:buClr>
                <a:srgbClr val="FFFFFF"/>
              </a:buClr>
              <a:buFont typeface="Arial" panose="020B0604020202020204" pitchFamily="34" charset="0"/>
              <a:buChar char="•"/>
            </a:pPr>
            <a:r>
              <a:rPr lang="en-US" sz="1867" kern="0" dirty="0">
                <a:solidFill>
                  <a:srgbClr val="FFFFFF"/>
                </a:solidFill>
                <a:latin typeface="Roboto Mono" panose="00000009000000000000" pitchFamily="49" charset="0"/>
                <a:ea typeface="Roboto Mono" panose="00000009000000000000" pitchFamily="49" charset="0"/>
                <a:cs typeface="Arial"/>
                <a:sym typeface="Arial"/>
              </a:rPr>
              <a:t>This also means that a function like this cannot be used as a generator.</a:t>
            </a:r>
          </a:p>
          <a:p>
            <a:pPr marL="304815" indent="-304815" defTabSz="609630">
              <a:buClr>
                <a:srgbClr val="FFFFFF"/>
              </a:buClr>
              <a:buFont typeface="Arial" panose="020B0604020202020204" pitchFamily="34" charset="0"/>
              <a:buChar char="•"/>
            </a:pPr>
            <a:endParaRPr lang="en-US" sz="1867" kern="0" dirty="0">
              <a:solidFill>
                <a:srgbClr val="FFFFFF"/>
              </a:solidFill>
              <a:latin typeface="Roboto Mono" panose="00000009000000000000" pitchFamily="49" charset="0"/>
              <a:ea typeface="Roboto Mono" panose="00000009000000000000" pitchFamily="49" charset="0"/>
              <a:cs typeface="Arial"/>
              <a:sym typeface="Arial"/>
            </a:endParaRPr>
          </a:p>
          <a:p>
            <a:pPr marL="304815" indent="-304815" defTabSz="609630">
              <a:buClr>
                <a:srgbClr val="FFFFFF"/>
              </a:buClr>
              <a:buFont typeface="Arial" panose="020B0604020202020204" pitchFamily="34" charset="0"/>
              <a:buChar char="•"/>
            </a:pPr>
            <a:endParaRPr lang="en-US" sz="1867" kern="0" dirty="0">
              <a:solidFill>
                <a:srgbClr val="FFFFFF"/>
              </a:solidFill>
              <a:latin typeface="Roboto Mono" panose="00000009000000000000" pitchFamily="49" charset="0"/>
              <a:ea typeface="Roboto Mono" panose="00000009000000000000" pitchFamily="49" charset="0"/>
              <a:cs typeface="Arial"/>
              <a:sym typeface="Arial"/>
            </a:endParaRPr>
          </a:p>
        </p:txBody>
      </p:sp>
      <p:sp>
        <p:nvSpPr>
          <p:cNvPr id="4" name="Rectangle 1">
            <a:extLst>
              <a:ext uri="{FF2B5EF4-FFF2-40B4-BE49-F238E27FC236}">
                <a16:creationId xmlns:a16="http://schemas.microsoft.com/office/drawing/2014/main" id="{DBB23E9B-BC55-2D7E-318E-CFBF079E4D53}"/>
              </a:ext>
            </a:extLst>
          </p:cNvPr>
          <p:cNvSpPr>
            <a:spLocks noChangeArrowheads="1"/>
          </p:cNvSpPr>
          <p:nvPr/>
        </p:nvSpPr>
        <p:spPr bwMode="auto">
          <a:xfrm>
            <a:off x="0" y="-112882"/>
            <a:ext cx="2324034" cy="22576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r>
              <a:rPr lang="en-US" altLang="en-US" sz="667" kern="0">
                <a:solidFill>
                  <a:srgbClr val="222222"/>
                </a:solidFill>
                <a:latin typeface="Open Sans" panose="020B0606030504020204" pitchFamily="34" charset="0"/>
                <a:cs typeface="Open Sans" panose="020B0606030504020204" pitchFamily="34" charset="0"/>
                <a:sym typeface="Arial"/>
              </a:rPr>
              <a:t>Such an effect is caused by a keyword named </a:t>
            </a:r>
            <a:r>
              <a:rPr lang="en-US" altLang="en-US" sz="667" kern="0">
                <a:solidFill>
                  <a:srgbClr val="333333"/>
                </a:solidFill>
                <a:latin typeface="Courier New" panose="02070309020205020404" pitchFamily="49" charset="0"/>
                <a:cs typeface="Courier New" panose="02070309020205020404" pitchFamily="49" charset="0"/>
                <a:sym typeface="Arial"/>
              </a:rPr>
              <a:t>global</a:t>
            </a:r>
            <a:r>
              <a:rPr lang="en-US" altLang="en-US" sz="667" kern="0">
                <a:solidFill>
                  <a:srgbClr val="222222"/>
                </a:solidFill>
                <a:latin typeface="Open Sans" panose="020B0606030504020204" pitchFamily="34" charset="0"/>
                <a:cs typeface="Open Sans" panose="020B0606030504020204" pitchFamily="34" charset="0"/>
                <a:sym typeface="Arial"/>
              </a:rPr>
              <a:t>:</a:t>
            </a:r>
            <a:r>
              <a:rPr lang="en-US" altLang="en-US" sz="1067" kern="0">
                <a:solidFill>
                  <a:srgbClr val="000000"/>
                </a:solidFill>
                <a:cs typeface="Arial"/>
                <a:sym typeface="Arial"/>
              </a:rPr>
              <a:t> </a:t>
            </a:r>
            <a:endParaRPr lang="en-US" altLang="en-US" sz="1200" kern="0">
              <a:solidFill>
                <a:srgbClr val="000000"/>
              </a:solidFill>
              <a:cs typeface="Arial"/>
              <a:sym typeface="Arial"/>
            </a:endParaRPr>
          </a:p>
        </p:txBody>
      </p:sp>
      <p:pic>
        <p:nvPicPr>
          <p:cNvPr id="7" name="Picture 6">
            <a:extLst>
              <a:ext uri="{FF2B5EF4-FFF2-40B4-BE49-F238E27FC236}">
                <a16:creationId xmlns:a16="http://schemas.microsoft.com/office/drawing/2014/main" id="{BC846B75-7D00-1CE6-BAAA-5D3D9DB5DA7D}"/>
              </a:ext>
            </a:extLst>
          </p:cNvPr>
          <p:cNvPicPr>
            <a:picLocks noChangeAspect="1"/>
          </p:cNvPicPr>
          <p:nvPr/>
        </p:nvPicPr>
        <p:blipFill>
          <a:blip r:embed="rId3"/>
          <a:stretch>
            <a:fillRect/>
          </a:stretch>
        </p:blipFill>
        <p:spPr>
          <a:xfrm>
            <a:off x="4011885" y="5032266"/>
            <a:ext cx="3910738" cy="1326550"/>
          </a:xfrm>
          <a:prstGeom prst="rect">
            <a:avLst/>
          </a:prstGeom>
        </p:spPr>
      </p:pic>
      <p:sp>
        <p:nvSpPr>
          <p:cNvPr id="8" name="Rectangle 2">
            <a:extLst>
              <a:ext uri="{FF2B5EF4-FFF2-40B4-BE49-F238E27FC236}">
                <a16:creationId xmlns:a16="http://schemas.microsoft.com/office/drawing/2014/main" id="{952CE91F-0AEA-4F9E-4610-FF0715CAF9A0}"/>
              </a:ext>
            </a:extLst>
          </p:cNvPr>
          <p:cNvSpPr>
            <a:spLocks noChangeArrowheads="1"/>
          </p:cNvSpPr>
          <p:nvPr/>
        </p:nvSpPr>
        <p:spPr bwMode="auto">
          <a:xfrm>
            <a:off x="101600" y="-215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Tree>
    <p:extLst>
      <p:ext uri="{BB962C8B-B14F-4D97-AF65-F5344CB8AC3E}">
        <p14:creationId xmlns:p14="http://schemas.microsoft.com/office/powerpoint/2010/main" val="3564102649"/>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24042" y="217287"/>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a:solidFill>
            <a:schemeClr val="accent1"/>
          </a:solidFill>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59"/>
            <a:ext cx="10326008" cy="812530"/>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4400" kern="0" dirty="0">
                <a:solidFill>
                  <a:srgbClr val="FFFFFF"/>
                </a:solidFill>
                <a:latin typeface="Courier"/>
                <a:cs typeface="Arial"/>
                <a:sym typeface="Courier"/>
              </a:rPr>
              <a:t>Generator</a:t>
            </a:r>
            <a:endParaRPr sz="4400"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3" name="TextBox 2">
            <a:extLst>
              <a:ext uri="{FF2B5EF4-FFF2-40B4-BE49-F238E27FC236}">
                <a16:creationId xmlns:a16="http://schemas.microsoft.com/office/drawing/2014/main" id="{6F8EC0E4-49E1-37AB-65E4-73DEABA58CB2}"/>
              </a:ext>
            </a:extLst>
          </p:cNvPr>
          <p:cNvSpPr txBox="1"/>
          <p:nvPr/>
        </p:nvSpPr>
        <p:spPr>
          <a:xfrm>
            <a:off x="1071976" y="2494419"/>
            <a:ext cx="10251248" cy="1528945"/>
          </a:xfrm>
          <a:prstGeom prst="rect">
            <a:avLst/>
          </a:prstGeom>
          <a:noFill/>
        </p:spPr>
        <p:txBody>
          <a:bodyPr wrap="square">
            <a:spAutoFit/>
          </a:bodyPr>
          <a:lstStyle/>
          <a:p>
            <a:pPr marL="304815" indent="-304815" defTabSz="609630">
              <a:buClr>
                <a:srgbClr val="FFFFFF"/>
              </a:buClr>
              <a:buFont typeface="Arial" panose="020B0604020202020204" pitchFamily="34" charset="0"/>
              <a:buChar char="•"/>
            </a:pPr>
            <a:r>
              <a:rPr lang="en-US" sz="1867" kern="0" dirty="0">
                <a:solidFill>
                  <a:srgbClr val="FFFFFF"/>
                </a:solidFill>
                <a:latin typeface="Roboto Mono" panose="00000009000000000000" pitchFamily="49" charset="0"/>
                <a:ea typeface="Roboto Mono" panose="00000009000000000000" pitchFamily="49" charset="0"/>
                <a:cs typeface="Arial"/>
                <a:sym typeface="Arial"/>
              </a:rPr>
              <a:t>Generator functions allow you to declare a function that behaves like an iterator. They use the yield keyword instead of return to produce a series of values over time, one at a time, and in a lazy fashion.</a:t>
            </a:r>
          </a:p>
          <a:p>
            <a:pPr marL="304815" indent="-304815" defTabSz="609630">
              <a:buClr>
                <a:srgbClr val="FFFFFF"/>
              </a:buClr>
              <a:buFont typeface="Arial" panose="020B0604020202020204" pitchFamily="34" charset="0"/>
              <a:buChar char="•"/>
            </a:pPr>
            <a:r>
              <a:rPr lang="en-US" sz="1867" kern="0" dirty="0">
                <a:solidFill>
                  <a:srgbClr val="FFFFFF"/>
                </a:solidFill>
                <a:latin typeface="Roboto Mono" panose="00000009000000000000" pitchFamily="49" charset="0"/>
                <a:ea typeface="Roboto Mono" panose="00000009000000000000" pitchFamily="49" charset="0"/>
                <a:cs typeface="Arial"/>
                <a:sym typeface="Arial"/>
              </a:rPr>
              <a:t>This little amendment </a:t>
            </a:r>
            <a:r>
              <a:rPr lang="en-US" sz="1867" kern="0" dirty="0">
                <a:solidFill>
                  <a:srgbClr val="8C52FF"/>
                </a:solidFill>
                <a:latin typeface="Roboto Mono" panose="00000009000000000000" pitchFamily="49" charset="0"/>
                <a:ea typeface="Roboto Mono" panose="00000009000000000000" pitchFamily="49" charset="0"/>
                <a:cs typeface="Arial"/>
                <a:sym typeface="Arial"/>
              </a:rPr>
              <a:t>turns the function into a generator</a:t>
            </a:r>
            <a:r>
              <a:rPr lang="en-US" sz="1867" kern="0" dirty="0">
                <a:solidFill>
                  <a:srgbClr val="FFFFFF"/>
                </a:solidFill>
                <a:latin typeface="Roboto Mono" panose="00000009000000000000" pitchFamily="49" charset="0"/>
                <a:ea typeface="Roboto Mono" panose="00000009000000000000" pitchFamily="49" charset="0"/>
                <a:cs typeface="Arial"/>
                <a:sym typeface="Arial"/>
              </a:rPr>
              <a:t>, </a:t>
            </a:r>
          </a:p>
        </p:txBody>
      </p:sp>
      <p:sp>
        <p:nvSpPr>
          <p:cNvPr id="4" name="Rectangle 1">
            <a:extLst>
              <a:ext uri="{FF2B5EF4-FFF2-40B4-BE49-F238E27FC236}">
                <a16:creationId xmlns:a16="http://schemas.microsoft.com/office/drawing/2014/main" id="{DBB23E9B-BC55-2D7E-318E-CFBF079E4D53}"/>
              </a:ext>
            </a:extLst>
          </p:cNvPr>
          <p:cNvSpPr>
            <a:spLocks noChangeArrowheads="1"/>
          </p:cNvSpPr>
          <p:nvPr/>
        </p:nvSpPr>
        <p:spPr bwMode="auto">
          <a:xfrm>
            <a:off x="0" y="-112882"/>
            <a:ext cx="2324034" cy="22576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r>
              <a:rPr lang="en-US" altLang="en-US" sz="667" kern="0">
                <a:solidFill>
                  <a:srgbClr val="222222"/>
                </a:solidFill>
                <a:latin typeface="Open Sans" panose="020B0606030504020204" pitchFamily="34" charset="0"/>
                <a:cs typeface="Open Sans" panose="020B0606030504020204" pitchFamily="34" charset="0"/>
                <a:sym typeface="Arial"/>
              </a:rPr>
              <a:t>Such an effect is caused by a keyword named </a:t>
            </a:r>
            <a:r>
              <a:rPr lang="en-US" altLang="en-US" sz="667" kern="0">
                <a:solidFill>
                  <a:srgbClr val="333333"/>
                </a:solidFill>
                <a:latin typeface="Courier New" panose="02070309020205020404" pitchFamily="49" charset="0"/>
                <a:cs typeface="Courier New" panose="02070309020205020404" pitchFamily="49" charset="0"/>
                <a:sym typeface="Arial"/>
              </a:rPr>
              <a:t>global</a:t>
            </a:r>
            <a:r>
              <a:rPr lang="en-US" altLang="en-US" sz="667" kern="0">
                <a:solidFill>
                  <a:srgbClr val="222222"/>
                </a:solidFill>
                <a:latin typeface="Open Sans" panose="020B0606030504020204" pitchFamily="34" charset="0"/>
                <a:cs typeface="Open Sans" panose="020B0606030504020204" pitchFamily="34" charset="0"/>
                <a:sym typeface="Arial"/>
              </a:rPr>
              <a:t>:</a:t>
            </a:r>
            <a:r>
              <a:rPr lang="en-US" altLang="en-US" sz="1067" kern="0">
                <a:solidFill>
                  <a:srgbClr val="000000"/>
                </a:solidFill>
                <a:cs typeface="Arial"/>
                <a:sym typeface="Arial"/>
              </a:rPr>
              <a:t> </a:t>
            </a:r>
            <a:endParaRPr lang="en-US" altLang="en-US" sz="1200" kern="0">
              <a:solidFill>
                <a:srgbClr val="000000"/>
              </a:solidFill>
              <a:cs typeface="Arial"/>
              <a:sym typeface="Arial"/>
            </a:endParaRPr>
          </a:p>
        </p:txBody>
      </p:sp>
      <p:sp>
        <p:nvSpPr>
          <p:cNvPr id="8" name="Rectangle 2">
            <a:extLst>
              <a:ext uri="{FF2B5EF4-FFF2-40B4-BE49-F238E27FC236}">
                <a16:creationId xmlns:a16="http://schemas.microsoft.com/office/drawing/2014/main" id="{952CE91F-0AEA-4F9E-4610-FF0715CAF9A0}"/>
              </a:ext>
            </a:extLst>
          </p:cNvPr>
          <p:cNvSpPr>
            <a:spLocks noChangeArrowheads="1"/>
          </p:cNvSpPr>
          <p:nvPr/>
        </p:nvSpPr>
        <p:spPr bwMode="auto">
          <a:xfrm>
            <a:off x="101600" y="-215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pic>
        <p:nvPicPr>
          <p:cNvPr id="9" name="Picture 8">
            <a:extLst>
              <a:ext uri="{FF2B5EF4-FFF2-40B4-BE49-F238E27FC236}">
                <a16:creationId xmlns:a16="http://schemas.microsoft.com/office/drawing/2014/main" id="{B49152AD-BFEB-FF0A-91C5-19B10F98721B}"/>
              </a:ext>
            </a:extLst>
          </p:cNvPr>
          <p:cNvPicPr>
            <a:picLocks noChangeAspect="1"/>
          </p:cNvPicPr>
          <p:nvPr/>
        </p:nvPicPr>
        <p:blipFill>
          <a:blip r:embed="rId3"/>
          <a:stretch>
            <a:fillRect/>
          </a:stretch>
        </p:blipFill>
        <p:spPr>
          <a:xfrm>
            <a:off x="4868490" y="4048477"/>
            <a:ext cx="2843112" cy="2178305"/>
          </a:xfrm>
          <a:prstGeom prst="rect">
            <a:avLst/>
          </a:prstGeom>
        </p:spPr>
      </p:pic>
    </p:spTree>
    <p:extLst>
      <p:ext uri="{BB962C8B-B14F-4D97-AF65-F5344CB8AC3E}">
        <p14:creationId xmlns:p14="http://schemas.microsoft.com/office/powerpoint/2010/main" val="991875395"/>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Shape 563"/>
        <p:cNvGrpSpPr/>
        <p:nvPr/>
      </p:nvGrpSpPr>
      <p:grpSpPr>
        <a:xfrm>
          <a:off x="0" y="0"/>
          <a:ext cx="0" cy="0"/>
          <a:chOff x="0" y="0"/>
          <a:chExt cx="0" cy="0"/>
        </a:xfrm>
      </p:grpSpPr>
      <p:grpSp>
        <p:nvGrpSpPr>
          <p:cNvPr id="564" name="Google Shape;564;p13"/>
          <p:cNvGrpSpPr/>
          <p:nvPr/>
        </p:nvGrpSpPr>
        <p:grpSpPr>
          <a:xfrm>
            <a:off x="324042" y="217287"/>
            <a:ext cx="11543917" cy="6302879"/>
            <a:chOff x="0" y="-241102"/>
            <a:chExt cx="23087835" cy="12605759"/>
          </a:xfrm>
        </p:grpSpPr>
        <p:grpSp>
          <p:nvGrpSpPr>
            <p:cNvPr id="565" name="Google Shape;565;p13"/>
            <p:cNvGrpSpPr/>
            <p:nvPr/>
          </p:nvGrpSpPr>
          <p:grpSpPr>
            <a:xfrm>
              <a:off x="0" y="-241102"/>
              <a:ext cx="23069216" cy="12605759"/>
              <a:chOff x="0" y="-47625"/>
              <a:chExt cx="4556882" cy="2490026"/>
            </a:xfrm>
          </p:grpSpPr>
          <p:sp>
            <p:nvSpPr>
              <p:cNvPr id="566" name="Google Shape;566;p13"/>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567" name="Google Shape;567;p13"/>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568" name="Google Shape;568;p13"/>
            <p:cNvGrpSpPr/>
            <p:nvPr/>
          </p:nvGrpSpPr>
          <p:grpSpPr>
            <a:xfrm>
              <a:off x="18619" y="-241102"/>
              <a:ext cx="23069216" cy="12605759"/>
              <a:chOff x="0" y="-47625"/>
              <a:chExt cx="4556882" cy="2490026"/>
            </a:xfrm>
          </p:grpSpPr>
          <p:sp>
            <p:nvSpPr>
              <p:cNvPr id="569" name="Google Shape;569;p13"/>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570" name="Google Shape;570;p13"/>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cxnSp>
          <p:nvCxnSpPr>
            <p:cNvPr id="571" name="Google Shape;571;p13"/>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572" name="Google Shape;572;p13"/>
            <p:cNvGrpSpPr/>
            <p:nvPr/>
          </p:nvGrpSpPr>
          <p:grpSpPr>
            <a:xfrm>
              <a:off x="318466" y="201915"/>
              <a:ext cx="394763" cy="394763"/>
              <a:chOff x="0" y="0"/>
              <a:chExt cx="812800" cy="812800"/>
            </a:xfrm>
          </p:grpSpPr>
          <p:sp>
            <p:nvSpPr>
              <p:cNvPr id="573" name="Google Shape;573;p13"/>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574" name="Google Shape;574;p13"/>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575" name="Google Shape;575;p13"/>
            <p:cNvGrpSpPr/>
            <p:nvPr/>
          </p:nvGrpSpPr>
          <p:grpSpPr>
            <a:xfrm>
              <a:off x="989083" y="201915"/>
              <a:ext cx="394763" cy="394763"/>
              <a:chOff x="0" y="0"/>
              <a:chExt cx="812800" cy="812800"/>
            </a:xfrm>
          </p:grpSpPr>
          <p:sp>
            <p:nvSpPr>
              <p:cNvPr id="576" name="Google Shape;576;p13"/>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577" name="Google Shape;577;p13"/>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578" name="Google Shape;578;p13"/>
            <p:cNvGrpSpPr/>
            <p:nvPr/>
          </p:nvGrpSpPr>
          <p:grpSpPr>
            <a:xfrm>
              <a:off x="1663247" y="201915"/>
              <a:ext cx="394763" cy="394763"/>
              <a:chOff x="0" y="0"/>
              <a:chExt cx="812800" cy="812800"/>
            </a:xfrm>
          </p:grpSpPr>
          <p:sp>
            <p:nvSpPr>
              <p:cNvPr id="579" name="Google Shape;579;p13"/>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580" name="Google Shape;580;p13"/>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sp>
        <p:nvSpPr>
          <p:cNvPr id="581" name="Google Shape;581;p13"/>
          <p:cNvSpPr txBox="1"/>
          <p:nvPr/>
        </p:nvSpPr>
        <p:spPr>
          <a:xfrm>
            <a:off x="739460" y="2467033"/>
            <a:ext cx="6880946" cy="2441566"/>
          </a:xfrm>
          <a:prstGeom prst="rect">
            <a:avLst/>
          </a:prstGeom>
          <a:noFill/>
          <a:ln>
            <a:noFill/>
          </a:ln>
        </p:spPr>
        <p:txBody>
          <a:bodyPr spcFirstLastPara="1" wrap="square" lIns="0" tIns="0" rIns="0" bIns="0" anchor="t" anchorCtr="0">
            <a:spAutoFit/>
          </a:bodyPr>
          <a:lstStyle/>
          <a:p>
            <a:pPr defTabSz="609630">
              <a:lnSpc>
                <a:spcPct val="119997"/>
              </a:lnSpc>
              <a:buClr>
                <a:srgbClr val="000000"/>
              </a:buClr>
            </a:pPr>
            <a:r>
              <a:rPr lang="en-US" sz="6611" kern="0" dirty="0">
                <a:solidFill>
                  <a:srgbClr val="FFFFFF"/>
                </a:solidFill>
                <a:latin typeface="Courier"/>
                <a:ea typeface="Courier"/>
                <a:cs typeface="Courier"/>
                <a:sym typeface="Courier"/>
              </a:rPr>
              <a:t>COLLECTION</a:t>
            </a:r>
          </a:p>
          <a:p>
            <a:pPr defTabSz="609630">
              <a:lnSpc>
                <a:spcPct val="119997"/>
              </a:lnSpc>
              <a:buClr>
                <a:srgbClr val="000000"/>
              </a:buClr>
            </a:pPr>
            <a:r>
              <a:rPr lang="en-US" sz="6611" kern="0" dirty="0">
                <a:solidFill>
                  <a:srgbClr val="FFFFFF"/>
                </a:solidFill>
                <a:latin typeface="Courier"/>
                <a:ea typeface="Courier"/>
                <a:cs typeface="Courier"/>
                <a:sym typeface="Courier"/>
              </a:rPr>
              <a:t>TUPLE</a:t>
            </a:r>
            <a:endParaRPr sz="933" kern="0" dirty="0">
              <a:solidFill>
                <a:srgbClr val="000000"/>
              </a:solidFill>
              <a:latin typeface="Arial"/>
              <a:cs typeface="Arial"/>
              <a:sym typeface="Arial"/>
            </a:endParaRPr>
          </a:p>
        </p:txBody>
      </p:sp>
      <p:grpSp>
        <p:nvGrpSpPr>
          <p:cNvPr id="582" name="Google Shape;582;p13"/>
          <p:cNvGrpSpPr/>
          <p:nvPr/>
        </p:nvGrpSpPr>
        <p:grpSpPr>
          <a:xfrm>
            <a:off x="685801" y="998505"/>
            <a:ext cx="1755951" cy="1109071"/>
            <a:chOff x="0" y="-47625"/>
            <a:chExt cx="751045" cy="474365"/>
          </a:xfrm>
        </p:grpSpPr>
        <p:sp>
          <p:nvSpPr>
            <p:cNvPr id="583" name="Google Shape;583;p13"/>
            <p:cNvSpPr/>
            <p:nvPr/>
          </p:nvSpPr>
          <p:spPr>
            <a:xfrm>
              <a:off x="0" y="0"/>
              <a:ext cx="751045" cy="426740"/>
            </a:xfrm>
            <a:custGeom>
              <a:avLst/>
              <a:gdLst/>
              <a:ahLst/>
              <a:cxnLst/>
              <a:rect l="l" t="t" r="r" b="b"/>
              <a:pathLst>
                <a:path w="751045" h="426740" extrusionOk="0">
                  <a:moveTo>
                    <a:pt x="47029" y="0"/>
                  </a:moveTo>
                  <a:lnTo>
                    <a:pt x="704016" y="0"/>
                  </a:lnTo>
                  <a:cubicBezTo>
                    <a:pt x="729989" y="0"/>
                    <a:pt x="751045" y="21056"/>
                    <a:pt x="751045" y="47029"/>
                  </a:cubicBezTo>
                  <a:lnTo>
                    <a:pt x="751045" y="379711"/>
                  </a:lnTo>
                  <a:cubicBezTo>
                    <a:pt x="751045" y="405685"/>
                    <a:pt x="729989" y="426740"/>
                    <a:pt x="704016" y="426740"/>
                  </a:cubicBezTo>
                  <a:lnTo>
                    <a:pt x="47029" y="426740"/>
                  </a:lnTo>
                  <a:cubicBezTo>
                    <a:pt x="21056" y="426740"/>
                    <a:pt x="0" y="405685"/>
                    <a:pt x="0" y="379711"/>
                  </a:cubicBezTo>
                  <a:lnTo>
                    <a:pt x="0" y="47029"/>
                  </a:lnTo>
                  <a:cubicBezTo>
                    <a:pt x="0" y="21056"/>
                    <a:pt x="21056" y="0"/>
                    <a:pt x="47029" y="0"/>
                  </a:cubicBezTo>
                  <a:close/>
                </a:path>
              </a:pathLst>
            </a:custGeom>
            <a:solidFill>
              <a:srgbClr val="FF66C4"/>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584" name="Google Shape;584;p13"/>
            <p:cNvSpPr txBox="1"/>
            <p:nvPr/>
          </p:nvSpPr>
          <p:spPr>
            <a:xfrm>
              <a:off x="0" y="-47625"/>
              <a:ext cx="751045"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585" name="Google Shape;585;p13"/>
          <p:cNvGrpSpPr/>
          <p:nvPr/>
        </p:nvGrpSpPr>
        <p:grpSpPr>
          <a:xfrm>
            <a:off x="739461" y="1161334"/>
            <a:ext cx="1755951" cy="1109071"/>
            <a:chOff x="0" y="-47625"/>
            <a:chExt cx="751045" cy="474365"/>
          </a:xfrm>
        </p:grpSpPr>
        <p:sp>
          <p:nvSpPr>
            <p:cNvPr id="586" name="Google Shape;586;p13"/>
            <p:cNvSpPr/>
            <p:nvPr/>
          </p:nvSpPr>
          <p:spPr>
            <a:xfrm>
              <a:off x="0" y="0"/>
              <a:ext cx="751045" cy="426740"/>
            </a:xfrm>
            <a:custGeom>
              <a:avLst/>
              <a:gdLst/>
              <a:ahLst/>
              <a:cxnLst/>
              <a:rect l="l" t="t" r="r" b="b"/>
              <a:pathLst>
                <a:path w="751045" h="426740" extrusionOk="0">
                  <a:moveTo>
                    <a:pt x="52908" y="0"/>
                  </a:moveTo>
                  <a:lnTo>
                    <a:pt x="698137" y="0"/>
                  </a:lnTo>
                  <a:cubicBezTo>
                    <a:pt x="727357" y="0"/>
                    <a:pt x="751045" y="23688"/>
                    <a:pt x="751045" y="52908"/>
                  </a:cubicBezTo>
                  <a:lnTo>
                    <a:pt x="751045" y="373833"/>
                  </a:lnTo>
                  <a:cubicBezTo>
                    <a:pt x="751045" y="403053"/>
                    <a:pt x="727357" y="426740"/>
                    <a:pt x="698137" y="426740"/>
                  </a:cubicBezTo>
                  <a:lnTo>
                    <a:pt x="52908" y="426740"/>
                  </a:lnTo>
                  <a:cubicBezTo>
                    <a:pt x="23688" y="426740"/>
                    <a:pt x="0" y="403053"/>
                    <a:pt x="0" y="373833"/>
                  </a:cubicBezTo>
                  <a:lnTo>
                    <a:pt x="0" y="52908"/>
                  </a:lnTo>
                  <a:cubicBezTo>
                    <a:pt x="0" y="23688"/>
                    <a:pt x="23688" y="0"/>
                    <a:pt x="52908"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587" name="Google Shape;587;p13"/>
            <p:cNvSpPr txBox="1"/>
            <p:nvPr/>
          </p:nvSpPr>
          <p:spPr>
            <a:xfrm>
              <a:off x="0" y="-47625"/>
              <a:ext cx="751045"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588" name="Google Shape;588;p13"/>
          <p:cNvSpPr txBox="1"/>
          <p:nvPr/>
        </p:nvSpPr>
        <p:spPr>
          <a:xfrm>
            <a:off x="1039774" y="1310107"/>
            <a:ext cx="1155325" cy="1220783"/>
          </a:xfrm>
          <a:prstGeom prst="rect">
            <a:avLst/>
          </a:prstGeom>
          <a:noFill/>
          <a:ln>
            <a:noFill/>
          </a:ln>
        </p:spPr>
        <p:txBody>
          <a:bodyPr spcFirstLastPara="1" wrap="square" lIns="0" tIns="0" rIns="0" bIns="0" anchor="t" anchorCtr="0">
            <a:spAutoFit/>
          </a:bodyPr>
          <a:lstStyle/>
          <a:p>
            <a:pPr defTabSz="609630">
              <a:lnSpc>
                <a:spcPct val="119997"/>
              </a:lnSpc>
              <a:buClr>
                <a:srgbClr val="000000"/>
              </a:buClr>
            </a:pPr>
            <a:r>
              <a:rPr lang="en-US" sz="6611" kern="0" dirty="0">
                <a:solidFill>
                  <a:srgbClr val="FFFFFF"/>
                </a:solidFill>
                <a:latin typeface="Courier"/>
                <a:ea typeface="Courier"/>
                <a:cs typeface="Courier"/>
                <a:sym typeface="Courier"/>
              </a:rPr>
              <a:t>01</a:t>
            </a:r>
            <a:endParaRPr sz="933" kern="0" dirty="0">
              <a:solidFill>
                <a:srgbClr val="000000"/>
              </a:solidFill>
              <a:latin typeface="Arial"/>
              <a:cs typeface="Arial"/>
              <a:sym typeface="Arial"/>
            </a:endParaRPr>
          </a:p>
        </p:txBody>
      </p:sp>
      <p:grpSp>
        <p:nvGrpSpPr>
          <p:cNvPr id="590" name="Google Shape;590;p13"/>
          <p:cNvGrpSpPr/>
          <p:nvPr/>
        </p:nvGrpSpPr>
        <p:grpSpPr>
          <a:xfrm>
            <a:off x="8158040" y="1005571"/>
            <a:ext cx="3257877" cy="1763065"/>
            <a:chOff x="0" y="-208563"/>
            <a:chExt cx="6515753" cy="3526129"/>
          </a:xfrm>
        </p:grpSpPr>
        <p:grpSp>
          <p:nvGrpSpPr>
            <p:cNvPr id="591" name="Google Shape;591;p13"/>
            <p:cNvGrpSpPr/>
            <p:nvPr/>
          </p:nvGrpSpPr>
          <p:grpSpPr>
            <a:xfrm>
              <a:off x="2956287" y="2617202"/>
              <a:ext cx="3559466" cy="700364"/>
              <a:chOff x="0" y="-47625"/>
              <a:chExt cx="812800" cy="159927"/>
            </a:xfrm>
          </p:grpSpPr>
          <p:sp>
            <p:nvSpPr>
              <p:cNvPr id="592" name="Google Shape;592;p13"/>
              <p:cNvSpPr/>
              <p:nvPr/>
            </p:nvSpPr>
            <p:spPr>
              <a:xfrm>
                <a:off x="0" y="0"/>
                <a:ext cx="812800" cy="112302"/>
              </a:xfrm>
              <a:custGeom>
                <a:avLst/>
                <a:gdLst/>
                <a:ahLst/>
                <a:cxnLst/>
                <a:rect l="l" t="t" r="r" b="b"/>
                <a:pathLst>
                  <a:path w="812800" h="112302" extrusionOk="0">
                    <a:moveTo>
                      <a:pt x="56151" y="0"/>
                    </a:moveTo>
                    <a:lnTo>
                      <a:pt x="756649" y="0"/>
                    </a:lnTo>
                    <a:cubicBezTo>
                      <a:pt x="771541" y="0"/>
                      <a:pt x="785823" y="5916"/>
                      <a:pt x="796354" y="16446"/>
                    </a:cubicBezTo>
                    <a:cubicBezTo>
                      <a:pt x="806884" y="26977"/>
                      <a:pt x="812800" y="41259"/>
                      <a:pt x="812800" y="56151"/>
                    </a:cubicBezTo>
                    <a:lnTo>
                      <a:pt x="812800" y="56151"/>
                    </a:lnTo>
                    <a:cubicBezTo>
                      <a:pt x="812800" y="87162"/>
                      <a:pt x="787660" y="112302"/>
                      <a:pt x="756649" y="112302"/>
                    </a:cubicBezTo>
                    <a:lnTo>
                      <a:pt x="56151" y="112302"/>
                    </a:lnTo>
                    <a:cubicBezTo>
                      <a:pt x="41259" y="112302"/>
                      <a:pt x="26977" y="106386"/>
                      <a:pt x="16446" y="95856"/>
                    </a:cubicBezTo>
                    <a:cubicBezTo>
                      <a:pt x="5916" y="85326"/>
                      <a:pt x="0" y="71043"/>
                      <a:pt x="0" y="56151"/>
                    </a:cubicBezTo>
                    <a:lnTo>
                      <a:pt x="0" y="56151"/>
                    </a:lnTo>
                    <a:cubicBezTo>
                      <a:pt x="0" y="41259"/>
                      <a:pt x="5916" y="26977"/>
                      <a:pt x="16446" y="16446"/>
                    </a:cubicBezTo>
                    <a:cubicBezTo>
                      <a:pt x="26977" y="5916"/>
                      <a:pt x="41259" y="0"/>
                      <a:pt x="56151" y="0"/>
                    </a:cubicBezTo>
                    <a:close/>
                  </a:path>
                </a:pathLst>
              </a:custGeom>
              <a:solidFill>
                <a:srgbClr val="8C52FF"/>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593" name="Google Shape;593;p13"/>
              <p:cNvSpPr txBox="1"/>
              <p:nvPr/>
            </p:nvSpPr>
            <p:spPr>
              <a:xfrm>
                <a:off x="0" y="-47625"/>
                <a:ext cx="812800" cy="159927"/>
              </a:xfrm>
              <a:prstGeom prst="rect">
                <a:avLst/>
              </a:prstGeom>
              <a:noFill/>
              <a:ln>
                <a:noFill/>
              </a:ln>
            </p:spPr>
            <p:txBody>
              <a:bodyPr spcFirstLastPara="1" wrap="square" lIns="33867" tIns="33867" rIns="33867" bIns="33867" anchor="ctr" anchorCtr="0">
                <a:noAutofit/>
              </a:bodyPr>
              <a:lstStyle/>
              <a:p>
                <a:pPr algn="ctr" defTabSz="609630">
                  <a:lnSpc>
                    <a:spcPct val="186666"/>
                  </a:lnSpc>
                  <a:buClr>
                    <a:srgbClr val="000000"/>
                  </a:buClr>
                </a:pPr>
                <a:endParaRPr sz="1200" kern="0">
                  <a:solidFill>
                    <a:srgbClr val="000000"/>
                  </a:solidFill>
                  <a:latin typeface="Calibri"/>
                  <a:ea typeface="Calibri"/>
                  <a:cs typeface="Calibri"/>
                  <a:sym typeface="Calibri"/>
                </a:endParaRPr>
              </a:p>
            </p:txBody>
          </p:sp>
        </p:grpSp>
        <p:grpSp>
          <p:nvGrpSpPr>
            <p:cNvPr id="594" name="Google Shape;594;p13"/>
            <p:cNvGrpSpPr/>
            <p:nvPr/>
          </p:nvGrpSpPr>
          <p:grpSpPr>
            <a:xfrm>
              <a:off x="2500711" y="1675891"/>
              <a:ext cx="4015041" cy="700364"/>
              <a:chOff x="0" y="-47625"/>
              <a:chExt cx="916830" cy="159927"/>
            </a:xfrm>
          </p:grpSpPr>
          <p:sp>
            <p:nvSpPr>
              <p:cNvPr id="595" name="Google Shape;595;p13"/>
              <p:cNvSpPr/>
              <p:nvPr/>
            </p:nvSpPr>
            <p:spPr>
              <a:xfrm>
                <a:off x="0" y="0"/>
                <a:ext cx="916830" cy="112302"/>
              </a:xfrm>
              <a:custGeom>
                <a:avLst/>
                <a:gdLst/>
                <a:ahLst/>
                <a:cxnLst/>
                <a:rect l="l" t="t" r="r" b="b"/>
                <a:pathLst>
                  <a:path w="916830" h="112302" extrusionOk="0">
                    <a:moveTo>
                      <a:pt x="56151" y="0"/>
                    </a:moveTo>
                    <a:lnTo>
                      <a:pt x="860679" y="0"/>
                    </a:lnTo>
                    <a:cubicBezTo>
                      <a:pt x="891690" y="0"/>
                      <a:pt x="916830" y="25140"/>
                      <a:pt x="916830" y="56151"/>
                    </a:cubicBezTo>
                    <a:lnTo>
                      <a:pt x="916830" y="56151"/>
                    </a:lnTo>
                    <a:cubicBezTo>
                      <a:pt x="916830" y="71043"/>
                      <a:pt x="910914" y="85326"/>
                      <a:pt x="900384" y="95856"/>
                    </a:cubicBezTo>
                    <a:cubicBezTo>
                      <a:pt x="889853" y="106386"/>
                      <a:pt x="875571" y="112302"/>
                      <a:pt x="860679" y="112302"/>
                    </a:cubicBezTo>
                    <a:lnTo>
                      <a:pt x="56151" y="112302"/>
                    </a:lnTo>
                    <a:cubicBezTo>
                      <a:pt x="41259" y="112302"/>
                      <a:pt x="26977" y="106386"/>
                      <a:pt x="16446" y="95856"/>
                    </a:cubicBezTo>
                    <a:cubicBezTo>
                      <a:pt x="5916" y="85326"/>
                      <a:pt x="0" y="71043"/>
                      <a:pt x="0" y="56151"/>
                    </a:cubicBezTo>
                    <a:lnTo>
                      <a:pt x="0" y="56151"/>
                    </a:lnTo>
                    <a:cubicBezTo>
                      <a:pt x="0" y="41259"/>
                      <a:pt x="5916" y="26977"/>
                      <a:pt x="16446" y="16446"/>
                    </a:cubicBezTo>
                    <a:cubicBezTo>
                      <a:pt x="26977" y="5916"/>
                      <a:pt x="41259" y="0"/>
                      <a:pt x="56151" y="0"/>
                    </a:cubicBezTo>
                    <a:close/>
                  </a:path>
                </a:pathLst>
              </a:custGeom>
              <a:solidFill>
                <a:srgbClr val="FF66C4"/>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596" name="Google Shape;596;p13"/>
              <p:cNvSpPr txBox="1"/>
              <p:nvPr/>
            </p:nvSpPr>
            <p:spPr>
              <a:xfrm>
                <a:off x="0" y="-47625"/>
                <a:ext cx="916830" cy="159927"/>
              </a:xfrm>
              <a:prstGeom prst="rect">
                <a:avLst/>
              </a:prstGeom>
              <a:noFill/>
              <a:ln>
                <a:noFill/>
              </a:ln>
            </p:spPr>
            <p:txBody>
              <a:bodyPr spcFirstLastPara="1" wrap="square" lIns="33867" tIns="33867" rIns="33867" bIns="33867" anchor="ctr" anchorCtr="0">
                <a:noAutofit/>
              </a:bodyPr>
              <a:lstStyle/>
              <a:p>
                <a:pPr algn="ctr" defTabSz="609630">
                  <a:lnSpc>
                    <a:spcPct val="186666"/>
                  </a:lnSpc>
                  <a:buClr>
                    <a:srgbClr val="000000"/>
                  </a:buClr>
                </a:pPr>
                <a:endParaRPr sz="1200" kern="0">
                  <a:solidFill>
                    <a:srgbClr val="000000"/>
                  </a:solidFill>
                  <a:latin typeface="Calibri"/>
                  <a:ea typeface="Calibri"/>
                  <a:cs typeface="Calibri"/>
                  <a:sym typeface="Calibri"/>
                </a:endParaRPr>
              </a:p>
            </p:txBody>
          </p:sp>
        </p:grpSp>
        <p:grpSp>
          <p:nvGrpSpPr>
            <p:cNvPr id="597" name="Google Shape;597;p13"/>
            <p:cNvGrpSpPr/>
            <p:nvPr/>
          </p:nvGrpSpPr>
          <p:grpSpPr>
            <a:xfrm>
              <a:off x="1587463" y="-208563"/>
              <a:ext cx="2010510" cy="700364"/>
              <a:chOff x="0" y="-47625"/>
              <a:chExt cx="459098" cy="159927"/>
            </a:xfrm>
          </p:grpSpPr>
          <p:sp>
            <p:nvSpPr>
              <p:cNvPr id="598" name="Google Shape;598;p13"/>
              <p:cNvSpPr/>
              <p:nvPr/>
            </p:nvSpPr>
            <p:spPr>
              <a:xfrm>
                <a:off x="0" y="0"/>
                <a:ext cx="459098" cy="112302"/>
              </a:xfrm>
              <a:custGeom>
                <a:avLst/>
                <a:gdLst/>
                <a:ahLst/>
                <a:cxnLst/>
                <a:rect l="l" t="t" r="r" b="b"/>
                <a:pathLst>
                  <a:path w="459098" h="112302" extrusionOk="0">
                    <a:moveTo>
                      <a:pt x="56151" y="0"/>
                    </a:moveTo>
                    <a:lnTo>
                      <a:pt x="402947" y="0"/>
                    </a:lnTo>
                    <a:cubicBezTo>
                      <a:pt x="433958" y="0"/>
                      <a:pt x="459098" y="25140"/>
                      <a:pt x="459098" y="56151"/>
                    </a:cubicBezTo>
                    <a:lnTo>
                      <a:pt x="459098" y="56151"/>
                    </a:lnTo>
                    <a:cubicBezTo>
                      <a:pt x="459098" y="71043"/>
                      <a:pt x="453182" y="85326"/>
                      <a:pt x="442651" y="95856"/>
                    </a:cubicBezTo>
                    <a:cubicBezTo>
                      <a:pt x="432121" y="106386"/>
                      <a:pt x="417839" y="112302"/>
                      <a:pt x="402947" y="112302"/>
                    </a:cubicBezTo>
                    <a:lnTo>
                      <a:pt x="56151" y="112302"/>
                    </a:lnTo>
                    <a:cubicBezTo>
                      <a:pt x="41259" y="112302"/>
                      <a:pt x="26977" y="106386"/>
                      <a:pt x="16446" y="95856"/>
                    </a:cubicBezTo>
                    <a:cubicBezTo>
                      <a:pt x="5916" y="85326"/>
                      <a:pt x="0" y="71043"/>
                      <a:pt x="0" y="56151"/>
                    </a:cubicBezTo>
                    <a:lnTo>
                      <a:pt x="0" y="56151"/>
                    </a:lnTo>
                    <a:cubicBezTo>
                      <a:pt x="0" y="41259"/>
                      <a:pt x="5916" y="26977"/>
                      <a:pt x="16446" y="16446"/>
                    </a:cubicBezTo>
                    <a:cubicBezTo>
                      <a:pt x="26977" y="5916"/>
                      <a:pt x="41259" y="0"/>
                      <a:pt x="56151" y="0"/>
                    </a:cubicBezTo>
                    <a:close/>
                  </a:path>
                </a:pathLst>
              </a:custGeom>
              <a:solidFill>
                <a:srgbClr val="8C52FF"/>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599" name="Google Shape;599;p13"/>
              <p:cNvSpPr txBox="1"/>
              <p:nvPr/>
            </p:nvSpPr>
            <p:spPr>
              <a:xfrm>
                <a:off x="0" y="-47625"/>
                <a:ext cx="459098" cy="159927"/>
              </a:xfrm>
              <a:prstGeom prst="rect">
                <a:avLst/>
              </a:prstGeom>
              <a:noFill/>
              <a:ln>
                <a:noFill/>
              </a:ln>
            </p:spPr>
            <p:txBody>
              <a:bodyPr spcFirstLastPara="1" wrap="square" lIns="33867" tIns="33867" rIns="33867" bIns="33867" anchor="ctr" anchorCtr="0">
                <a:noAutofit/>
              </a:bodyPr>
              <a:lstStyle/>
              <a:p>
                <a:pPr algn="ctr" defTabSz="609630">
                  <a:lnSpc>
                    <a:spcPct val="186666"/>
                  </a:lnSpc>
                  <a:buClr>
                    <a:srgbClr val="000000"/>
                  </a:buClr>
                </a:pPr>
                <a:endParaRPr sz="1200" kern="0">
                  <a:solidFill>
                    <a:srgbClr val="000000"/>
                  </a:solidFill>
                  <a:latin typeface="Calibri"/>
                  <a:ea typeface="Calibri"/>
                  <a:cs typeface="Calibri"/>
                  <a:sym typeface="Calibri"/>
                </a:endParaRPr>
              </a:p>
            </p:txBody>
          </p:sp>
        </p:grpSp>
        <p:grpSp>
          <p:nvGrpSpPr>
            <p:cNvPr id="600" name="Google Shape;600;p13"/>
            <p:cNvGrpSpPr/>
            <p:nvPr/>
          </p:nvGrpSpPr>
          <p:grpSpPr>
            <a:xfrm>
              <a:off x="4062684" y="733664"/>
              <a:ext cx="2453069" cy="700364"/>
              <a:chOff x="0" y="-47625"/>
              <a:chExt cx="560156" cy="159927"/>
            </a:xfrm>
          </p:grpSpPr>
          <p:sp>
            <p:nvSpPr>
              <p:cNvPr id="601" name="Google Shape;601;p13"/>
              <p:cNvSpPr/>
              <p:nvPr/>
            </p:nvSpPr>
            <p:spPr>
              <a:xfrm>
                <a:off x="0" y="0"/>
                <a:ext cx="560156" cy="112302"/>
              </a:xfrm>
              <a:custGeom>
                <a:avLst/>
                <a:gdLst/>
                <a:ahLst/>
                <a:cxnLst/>
                <a:rect l="l" t="t" r="r" b="b"/>
                <a:pathLst>
                  <a:path w="560156" h="112302" extrusionOk="0">
                    <a:moveTo>
                      <a:pt x="56151" y="0"/>
                    </a:moveTo>
                    <a:lnTo>
                      <a:pt x="504004" y="0"/>
                    </a:lnTo>
                    <a:cubicBezTo>
                      <a:pt x="518897" y="0"/>
                      <a:pt x="533179" y="5916"/>
                      <a:pt x="543709" y="16446"/>
                    </a:cubicBezTo>
                    <a:cubicBezTo>
                      <a:pt x="554240" y="26977"/>
                      <a:pt x="560156" y="41259"/>
                      <a:pt x="560156" y="56151"/>
                    </a:cubicBezTo>
                    <a:lnTo>
                      <a:pt x="560156" y="56151"/>
                    </a:lnTo>
                    <a:cubicBezTo>
                      <a:pt x="560156" y="87162"/>
                      <a:pt x="535016" y="112302"/>
                      <a:pt x="504004" y="112302"/>
                    </a:cubicBezTo>
                    <a:lnTo>
                      <a:pt x="56151" y="112302"/>
                    </a:lnTo>
                    <a:cubicBezTo>
                      <a:pt x="41259" y="112302"/>
                      <a:pt x="26977" y="106386"/>
                      <a:pt x="16446" y="95856"/>
                    </a:cubicBezTo>
                    <a:cubicBezTo>
                      <a:pt x="5916" y="85326"/>
                      <a:pt x="0" y="71043"/>
                      <a:pt x="0" y="56151"/>
                    </a:cubicBezTo>
                    <a:lnTo>
                      <a:pt x="0" y="56151"/>
                    </a:lnTo>
                    <a:cubicBezTo>
                      <a:pt x="0" y="41259"/>
                      <a:pt x="5916" y="26977"/>
                      <a:pt x="16446" y="16446"/>
                    </a:cubicBezTo>
                    <a:cubicBezTo>
                      <a:pt x="26977" y="5916"/>
                      <a:pt x="41259" y="0"/>
                      <a:pt x="56151" y="0"/>
                    </a:cubicBezTo>
                    <a:close/>
                  </a:path>
                </a:pathLst>
              </a:custGeom>
              <a:solidFill>
                <a:srgbClr val="3B3A3A"/>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02" name="Google Shape;602;p13"/>
              <p:cNvSpPr txBox="1"/>
              <p:nvPr/>
            </p:nvSpPr>
            <p:spPr>
              <a:xfrm>
                <a:off x="0" y="-47625"/>
                <a:ext cx="560156" cy="159927"/>
              </a:xfrm>
              <a:prstGeom prst="rect">
                <a:avLst/>
              </a:prstGeom>
              <a:noFill/>
              <a:ln>
                <a:noFill/>
              </a:ln>
            </p:spPr>
            <p:txBody>
              <a:bodyPr spcFirstLastPara="1" wrap="square" lIns="33867" tIns="33867" rIns="33867" bIns="33867" anchor="ctr" anchorCtr="0">
                <a:noAutofit/>
              </a:bodyPr>
              <a:lstStyle/>
              <a:p>
                <a:pPr algn="ctr" defTabSz="609630">
                  <a:lnSpc>
                    <a:spcPct val="186666"/>
                  </a:lnSpc>
                  <a:buClr>
                    <a:srgbClr val="000000"/>
                  </a:buClr>
                </a:pPr>
                <a:endParaRPr sz="1200" kern="0">
                  <a:solidFill>
                    <a:srgbClr val="000000"/>
                  </a:solidFill>
                  <a:latin typeface="Calibri"/>
                  <a:ea typeface="Calibri"/>
                  <a:cs typeface="Calibri"/>
                  <a:sym typeface="Calibri"/>
                </a:endParaRPr>
              </a:p>
            </p:txBody>
          </p:sp>
        </p:grpSp>
        <p:grpSp>
          <p:nvGrpSpPr>
            <p:cNvPr id="603" name="Google Shape;603;p13"/>
            <p:cNvGrpSpPr/>
            <p:nvPr/>
          </p:nvGrpSpPr>
          <p:grpSpPr>
            <a:xfrm>
              <a:off x="4882719" y="-208563"/>
              <a:ext cx="1633034" cy="700364"/>
              <a:chOff x="0" y="-47625"/>
              <a:chExt cx="372901" cy="159927"/>
            </a:xfrm>
          </p:grpSpPr>
          <p:sp>
            <p:nvSpPr>
              <p:cNvPr id="604" name="Google Shape;604;p13"/>
              <p:cNvSpPr/>
              <p:nvPr/>
            </p:nvSpPr>
            <p:spPr>
              <a:xfrm>
                <a:off x="0" y="0"/>
                <a:ext cx="372901" cy="112302"/>
              </a:xfrm>
              <a:custGeom>
                <a:avLst/>
                <a:gdLst/>
                <a:ahLst/>
                <a:cxnLst/>
                <a:rect l="l" t="t" r="r" b="b"/>
                <a:pathLst>
                  <a:path w="372901" h="112302" extrusionOk="0">
                    <a:moveTo>
                      <a:pt x="56151" y="0"/>
                    </a:moveTo>
                    <a:lnTo>
                      <a:pt x="316750" y="0"/>
                    </a:lnTo>
                    <a:cubicBezTo>
                      <a:pt x="347762" y="0"/>
                      <a:pt x="372901" y="25140"/>
                      <a:pt x="372901" y="56151"/>
                    </a:cubicBezTo>
                    <a:lnTo>
                      <a:pt x="372901" y="56151"/>
                    </a:lnTo>
                    <a:cubicBezTo>
                      <a:pt x="372901" y="71043"/>
                      <a:pt x="366985" y="85326"/>
                      <a:pt x="356455" y="95856"/>
                    </a:cubicBezTo>
                    <a:cubicBezTo>
                      <a:pt x="345925" y="106386"/>
                      <a:pt x="331642" y="112302"/>
                      <a:pt x="316750" y="112302"/>
                    </a:cubicBezTo>
                    <a:lnTo>
                      <a:pt x="56151" y="112302"/>
                    </a:lnTo>
                    <a:cubicBezTo>
                      <a:pt x="41259" y="112302"/>
                      <a:pt x="26977" y="106386"/>
                      <a:pt x="16446" y="95856"/>
                    </a:cubicBezTo>
                    <a:cubicBezTo>
                      <a:pt x="5916" y="85326"/>
                      <a:pt x="0" y="71043"/>
                      <a:pt x="0" y="56151"/>
                    </a:cubicBezTo>
                    <a:lnTo>
                      <a:pt x="0" y="56151"/>
                    </a:lnTo>
                    <a:cubicBezTo>
                      <a:pt x="0" y="41259"/>
                      <a:pt x="5916" y="26977"/>
                      <a:pt x="16446" y="16446"/>
                    </a:cubicBezTo>
                    <a:cubicBezTo>
                      <a:pt x="26977" y="5916"/>
                      <a:pt x="41259" y="0"/>
                      <a:pt x="56151" y="0"/>
                    </a:cubicBezTo>
                    <a:close/>
                  </a:path>
                </a:pathLst>
              </a:custGeom>
              <a:solidFill>
                <a:srgbClr val="3B3A3A"/>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05" name="Google Shape;605;p13"/>
              <p:cNvSpPr txBox="1"/>
              <p:nvPr/>
            </p:nvSpPr>
            <p:spPr>
              <a:xfrm>
                <a:off x="0" y="-47625"/>
                <a:ext cx="372901" cy="159927"/>
              </a:xfrm>
              <a:prstGeom prst="rect">
                <a:avLst/>
              </a:prstGeom>
              <a:noFill/>
              <a:ln>
                <a:noFill/>
              </a:ln>
            </p:spPr>
            <p:txBody>
              <a:bodyPr spcFirstLastPara="1" wrap="square" lIns="33867" tIns="33867" rIns="33867" bIns="33867" anchor="ctr" anchorCtr="0">
                <a:noAutofit/>
              </a:bodyPr>
              <a:lstStyle/>
              <a:p>
                <a:pPr algn="ctr" defTabSz="609630">
                  <a:lnSpc>
                    <a:spcPct val="186666"/>
                  </a:lnSpc>
                  <a:buClr>
                    <a:srgbClr val="000000"/>
                  </a:buClr>
                </a:pPr>
                <a:endParaRPr sz="1200" kern="0">
                  <a:solidFill>
                    <a:srgbClr val="000000"/>
                  </a:solidFill>
                  <a:latin typeface="Calibri"/>
                  <a:ea typeface="Calibri"/>
                  <a:cs typeface="Calibri"/>
                  <a:sym typeface="Calibri"/>
                </a:endParaRPr>
              </a:p>
            </p:txBody>
          </p:sp>
        </p:grpSp>
        <p:grpSp>
          <p:nvGrpSpPr>
            <p:cNvPr id="606" name="Google Shape;606;p13"/>
            <p:cNvGrpSpPr/>
            <p:nvPr/>
          </p:nvGrpSpPr>
          <p:grpSpPr>
            <a:xfrm>
              <a:off x="691427" y="1675891"/>
              <a:ext cx="1633034" cy="700364"/>
              <a:chOff x="0" y="-47625"/>
              <a:chExt cx="372901" cy="159927"/>
            </a:xfrm>
          </p:grpSpPr>
          <p:sp>
            <p:nvSpPr>
              <p:cNvPr id="607" name="Google Shape;607;p13"/>
              <p:cNvSpPr/>
              <p:nvPr/>
            </p:nvSpPr>
            <p:spPr>
              <a:xfrm>
                <a:off x="0" y="0"/>
                <a:ext cx="372901" cy="112302"/>
              </a:xfrm>
              <a:custGeom>
                <a:avLst/>
                <a:gdLst/>
                <a:ahLst/>
                <a:cxnLst/>
                <a:rect l="l" t="t" r="r" b="b"/>
                <a:pathLst>
                  <a:path w="372901" h="112302" extrusionOk="0">
                    <a:moveTo>
                      <a:pt x="56151" y="0"/>
                    </a:moveTo>
                    <a:lnTo>
                      <a:pt x="316750" y="0"/>
                    </a:lnTo>
                    <a:cubicBezTo>
                      <a:pt x="347762" y="0"/>
                      <a:pt x="372901" y="25140"/>
                      <a:pt x="372901" y="56151"/>
                    </a:cubicBezTo>
                    <a:lnTo>
                      <a:pt x="372901" y="56151"/>
                    </a:lnTo>
                    <a:cubicBezTo>
                      <a:pt x="372901" y="71043"/>
                      <a:pt x="366985" y="85326"/>
                      <a:pt x="356455" y="95856"/>
                    </a:cubicBezTo>
                    <a:cubicBezTo>
                      <a:pt x="345925" y="106386"/>
                      <a:pt x="331642" y="112302"/>
                      <a:pt x="316750" y="112302"/>
                    </a:cubicBezTo>
                    <a:lnTo>
                      <a:pt x="56151" y="112302"/>
                    </a:lnTo>
                    <a:cubicBezTo>
                      <a:pt x="41259" y="112302"/>
                      <a:pt x="26977" y="106386"/>
                      <a:pt x="16446" y="95856"/>
                    </a:cubicBezTo>
                    <a:cubicBezTo>
                      <a:pt x="5916" y="85326"/>
                      <a:pt x="0" y="71043"/>
                      <a:pt x="0" y="56151"/>
                    </a:cubicBezTo>
                    <a:lnTo>
                      <a:pt x="0" y="56151"/>
                    </a:lnTo>
                    <a:cubicBezTo>
                      <a:pt x="0" y="41259"/>
                      <a:pt x="5916" y="26977"/>
                      <a:pt x="16446" y="16446"/>
                    </a:cubicBezTo>
                    <a:cubicBezTo>
                      <a:pt x="26977" y="5916"/>
                      <a:pt x="41259" y="0"/>
                      <a:pt x="56151" y="0"/>
                    </a:cubicBezTo>
                    <a:close/>
                  </a:path>
                </a:pathLst>
              </a:custGeom>
              <a:solidFill>
                <a:srgbClr val="7ED957"/>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08" name="Google Shape;608;p13"/>
              <p:cNvSpPr txBox="1"/>
              <p:nvPr/>
            </p:nvSpPr>
            <p:spPr>
              <a:xfrm>
                <a:off x="0" y="-47625"/>
                <a:ext cx="372901" cy="159927"/>
              </a:xfrm>
              <a:prstGeom prst="rect">
                <a:avLst/>
              </a:prstGeom>
              <a:noFill/>
              <a:ln>
                <a:noFill/>
              </a:ln>
            </p:spPr>
            <p:txBody>
              <a:bodyPr spcFirstLastPara="1" wrap="square" lIns="33867" tIns="33867" rIns="33867" bIns="33867" anchor="ctr" anchorCtr="0">
                <a:noAutofit/>
              </a:bodyPr>
              <a:lstStyle/>
              <a:p>
                <a:pPr algn="ctr" defTabSz="609630">
                  <a:lnSpc>
                    <a:spcPct val="186666"/>
                  </a:lnSpc>
                  <a:buClr>
                    <a:srgbClr val="000000"/>
                  </a:buClr>
                </a:pPr>
                <a:endParaRPr sz="1200" kern="0">
                  <a:solidFill>
                    <a:srgbClr val="000000"/>
                  </a:solidFill>
                  <a:latin typeface="Calibri"/>
                  <a:ea typeface="Calibri"/>
                  <a:cs typeface="Calibri"/>
                  <a:sym typeface="Calibri"/>
                </a:endParaRPr>
              </a:p>
            </p:txBody>
          </p:sp>
        </p:grpSp>
        <p:grpSp>
          <p:nvGrpSpPr>
            <p:cNvPr id="609" name="Google Shape;609;p13"/>
            <p:cNvGrpSpPr/>
            <p:nvPr/>
          </p:nvGrpSpPr>
          <p:grpSpPr>
            <a:xfrm>
              <a:off x="1160019" y="2617202"/>
              <a:ext cx="1633034" cy="700364"/>
              <a:chOff x="0" y="-47625"/>
              <a:chExt cx="372901" cy="159927"/>
            </a:xfrm>
          </p:grpSpPr>
          <p:sp>
            <p:nvSpPr>
              <p:cNvPr id="610" name="Google Shape;610;p13"/>
              <p:cNvSpPr/>
              <p:nvPr/>
            </p:nvSpPr>
            <p:spPr>
              <a:xfrm>
                <a:off x="0" y="0"/>
                <a:ext cx="372901" cy="112302"/>
              </a:xfrm>
              <a:custGeom>
                <a:avLst/>
                <a:gdLst/>
                <a:ahLst/>
                <a:cxnLst/>
                <a:rect l="l" t="t" r="r" b="b"/>
                <a:pathLst>
                  <a:path w="372901" h="112302" extrusionOk="0">
                    <a:moveTo>
                      <a:pt x="56151" y="0"/>
                    </a:moveTo>
                    <a:lnTo>
                      <a:pt x="316750" y="0"/>
                    </a:lnTo>
                    <a:cubicBezTo>
                      <a:pt x="347762" y="0"/>
                      <a:pt x="372901" y="25140"/>
                      <a:pt x="372901" y="56151"/>
                    </a:cubicBezTo>
                    <a:lnTo>
                      <a:pt x="372901" y="56151"/>
                    </a:lnTo>
                    <a:cubicBezTo>
                      <a:pt x="372901" y="71043"/>
                      <a:pt x="366985" y="85326"/>
                      <a:pt x="356455" y="95856"/>
                    </a:cubicBezTo>
                    <a:cubicBezTo>
                      <a:pt x="345925" y="106386"/>
                      <a:pt x="331642" y="112302"/>
                      <a:pt x="316750" y="112302"/>
                    </a:cubicBezTo>
                    <a:lnTo>
                      <a:pt x="56151" y="112302"/>
                    </a:lnTo>
                    <a:cubicBezTo>
                      <a:pt x="41259" y="112302"/>
                      <a:pt x="26977" y="106386"/>
                      <a:pt x="16446" y="95856"/>
                    </a:cubicBezTo>
                    <a:cubicBezTo>
                      <a:pt x="5916" y="85326"/>
                      <a:pt x="0" y="71043"/>
                      <a:pt x="0" y="56151"/>
                    </a:cubicBezTo>
                    <a:lnTo>
                      <a:pt x="0" y="56151"/>
                    </a:lnTo>
                    <a:cubicBezTo>
                      <a:pt x="0" y="41259"/>
                      <a:pt x="5916" y="26977"/>
                      <a:pt x="16446" y="16446"/>
                    </a:cubicBezTo>
                    <a:cubicBezTo>
                      <a:pt x="26977" y="5916"/>
                      <a:pt x="41259" y="0"/>
                      <a:pt x="56151" y="0"/>
                    </a:cubicBezTo>
                    <a:close/>
                  </a:path>
                </a:pathLst>
              </a:custGeom>
              <a:solidFill>
                <a:srgbClr val="7ED957"/>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11" name="Google Shape;611;p13"/>
              <p:cNvSpPr txBox="1"/>
              <p:nvPr/>
            </p:nvSpPr>
            <p:spPr>
              <a:xfrm>
                <a:off x="0" y="-47625"/>
                <a:ext cx="372901" cy="159927"/>
              </a:xfrm>
              <a:prstGeom prst="rect">
                <a:avLst/>
              </a:prstGeom>
              <a:noFill/>
              <a:ln>
                <a:noFill/>
              </a:ln>
            </p:spPr>
            <p:txBody>
              <a:bodyPr spcFirstLastPara="1" wrap="square" lIns="33867" tIns="33867" rIns="33867" bIns="33867" anchor="ctr" anchorCtr="0">
                <a:noAutofit/>
              </a:bodyPr>
              <a:lstStyle/>
              <a:p>
                <a:pPr algn="ctr" defTabSz="609630">
                  <a:lnSpc>
                    <a:spcPct val="186666"/>
                  </a:lnSpc>
                  <a:buClr>
                    <a:srgbClr val="000000"/>
                  </a:buClr>
                </a:pPr>
                <a:endParaRPr sz="1200" kern="0">
                  <a:solidFill>
                    <a:srgbClr val="000000"/>
                  </a:solidFill>
                  <a:latin typeface="Calibri"/>
                  <a:ea typeface="Calibri"/>
                  <a:cs typeface="Calibri"/>
                  <a:sym typeface="Calibri"/>
                </a:endParaRPr>
              </a:p>
            </p:txBody>
          </p:sp>
        </p:grpSp>
        <p:grpSp>
          <p:nvGrpSpPr>
            <p:cNvPr id="612" name="Google Shape;612;p13"/>
            <p:cNvGrpSpPr/>
            <p:nvPr/>
          </p:nvGrpSpPr>
          <p:grpSpPr>
            <a:xfrm>
              <a:off x="2956287" y="733664"/>
              <a:ext cx="995228" cy="700364"/>
              <a:chOff x="0" y="-47625"/>
              <a:chExt cx="227259" cy="159927"/>
            </a:xfrm>
          </p:grpSpPr>
          <p:sp>
            <p:nvSpPr>
              <p:cNvPr id="613" name="Google Shape;613;p13"/>
              <p:cNvSpPr/>
              <p:nvPr/>
            </p:nvSpPr>
            <p:spPr>
              <a:xfrm>
                <a:off x="0" y="0"/>
                <a:ext cx="227259" cy="112302"/>
              </a:xfrm>
              <a:custGeom>
                <a:avLst/>
                <a:gdLst/>
                <a:ahLst/>
                <a:cxnLst/>
                <a:rect l="l" t="t" r="r" b="b"/>
                <a:pathLst>
                  <a:path w="227259" h="112302" extrusionOk="0">
                    <a:moveTo>
                      <a:pt x="56151" y="0"/>
                    </a:moveTo>
                    <a:lnTo>
                      <a:pt x="171108" y="0"/>
                    </a:lnTo>
                    <a:cubicBezTo>
                      <a:pt x="186000" y="0"/>
                      <a:pt x="200283" y="5916"/>
                      <a:pt x="210813" y="16446"/>
                    </a:cubicBezTo>
                    <a:cubicBezTo>
                      <a:pt x="221343" y="26977"/>
                      <a:pt x="227259" y="41259"/>
                      <a:pt x="227259" y="56151"/>
                    </a:cubicBezTo>
                    <a:lnTo>
                      <a:pt x="227259" y="56151"/>
                    </a:lnTo>
                    <a:cubicBezTo>
                      <a:pt x="227259" y="87162"/>
                      <a:pt x="202120" y="112302"/>
                      <a:pt x="171108" y="112302"/>
                    </a:cubicBezTo>
                    <a:lnTo>
                      <a:pt x="56151" y="112302"/>
                    </a:lnTo>
                    <a:cubicBezTo>
                      <a:pt x="41259" y="112302"/>
                      <a:pt x="26977" y="106386"/>
                      <a:pt x="16446" y="95856"/>
                    </a:cubicBezTo>
                    <a:cubicBezTo>
                      <a:pt x="5916" y="85326"/>
                      <a:pt x="0" y="71043"/>
                      <a:pt x="0" y="56151"/>
                    </a:cubicBezTo>
                    <a:lnTo>
                      <a:pt x="0" y="56151"/>
                    </a:lnTo>
                    <a:cubicBezTo>
                      <a:pt x="0" y="41259"/>
                      <a:pt x="5916" y="26977"/>
                      <a:pt x="16446" y="16446"/>
                    </a:cubicBezTo>
                    <a:cubicBezTo>
                      <a:pt x="26977" y="5916"/>
                      <a:pt x="41259" y="0"/>
                      <a:pt x="56151" y="0"/>
                    </a:cubicBezTo>
                    <a:close/>
                  </a:path>
                </a:pathLst>
              </a:custGeom>
              <a:solidFill>
                <a:srgbClr val="FFDE59"/>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14" name="Google Shape;614;p13"/>
              <p:cNvSpPr txBox="1"/>
              <p:nvPr/>
            </p:nvSpPr>
            <p:spPr>
              <a:xfrm>
                <a:off x="0" y="-47625"/>
                <a:ext cx="227259" cy="159927"/>
              </a:xfrm>
              <a:prstGeom prst="rect">
                <a:avLst/>
              </a:prstGeom>
              <a:noFill/>
              <a:ln>
                <a:noFill/>
              </a:ln>
            </p:spPr>
            <p:txBody>
              <a:bodyPr spcFirstLastPara="1" wrap="square" lIns="33867" tIns="33867" rIns="33867" bIns="33867" anchor="ctr" anchorCtr="0">
                <a:noAutofit/>
              </a:bodyPr>
              <a:lstStyle/>
              <a:p>
                <a:pPr algn="ctr" defTabSz="609630">
                  <a:lnSpc>
                    <a:spcPct val="186666"/>
                  </a:lnSpc>
                  <a:buClr>
                    <a:srgbClr val="000000"/>
                  </a:buClr>
                </a:pPr>
                <a:endParaRPr sz="1200" kern="0">
                  <a:solidFill>
                    <a:srgbClr val="000000"/>
                  </a:solidFill>
                  <a:latin typeface="Calibri"/>
                  <a:ea typeface="Calibri"/>
                  <a:cs typeface="Calibri"/>
                  <a:sym typeface="Calibri"/>
                </a:endParaRPr>
              </a:p>
            </p:txBody>
          </p:sp>
        </p:grpSp>
        <p:grpSp>
          <p:nvGrpSpPr>
            <p:cNvPr id="615" name="Google Shape;615;p13"/>
            <p:cNvGrpSpPr/>
            <p:nvPr/>
          </p:nvGrpSpPr>
          <p:grpSpPr>
            <a:xfrm>
              <a:off x="0" y="2617202"/>
              <a:ext cx="995228" cy="700364"/>
              <a:chOff x="0" y="-47625"/>
              <a:chExt cx="227259" cy="159927"/>
            </a:xfrm>
          </p:grpSpPr>
          <p:sp>
            <p:nvSpPr>
              <p:cNvPr id="616" name="Google Shape;616;p13"/>
              <p:cNvSpPr/>
              <p:nvPr/>
            </p:nvSpPr>
            <p:spPr>
              <a:xfrm>
                <a:off x="0" y="0"/>
                <a:ext cx="227259" cy="112302"/>
              </a:xfrm>
              <a:custGeom>
                <a:avLst/>
                <a:gdLst/>
                <a:ahLst/>
                <a:cxnLst/>
                <a:rect l="l" t="t" r="r" b="b"/>
                <a:pathLst>
                  <a:path w="227259" h="112302" extrusionOk="0">
                    <a:moveTo>
                      <a:pt x="56151" y="0"/>
                    </a:moveTo>
                    <a:lnTo>
                      <a:pt x="171108" y="0"/>
                    </a:lnTo>
                    <a:cubicBezTo>
                      <a:pt x="186000" y="0"/>
                      <a:pt x="200283" y="5916"/>
                      <a:pt x="210813" y="16446"/>
                    </a:cubicBezTo>
                    <a:cubicBezTo>
                      <a:pt x="221343" y="26977"/>
                      <a:pt x="227259" y="41259"/>
                      <a:pt x="227259" y="56151"/>
                    </a:cubicBezTo>
                    <a:lnTo>
                      <a:pt x="227259" y="56151"/>
                    </a:lnTo>
                    <a:cubicBezTo>
                      <a:pt x="227259" y="87162"/>
                      <a:pt x="202120" y="112302"/>
                      <a:pt x="171108" y="112302"/>
                    </a:cubicBezTo>
                    <a:lnTo>
                      <a:pt x="56151" y="112302"/>
                    </a:lnTo>
                    <a:cubicBezTo>
                      <a:pt x="41259" y="112302"/>
                      <a:pt x="26977" y="106386"/>
                      <a:pt x="16446" y="95856"/>
                    </a:cubicBezTo>
                    <a:cubicBezTo>
                      <a:pt x="5916" y="85326"/>
                      <a:pt x="0" y="71043"/>
                      <a:pt x="0" y="56151"/>
                    </a:cubicBezTo>
                    <a:lnTo>
                      <a:pt x="0" y="56151"/>
                    </a:lnTo>
                    <a:cubicBezTo>
                      <a:pt x="0" y="41259"/>
                      <a:pt x="5916" y="26977"/>
                      <a:pt x="16446" y="16446"/>
                    </a:cubicBezTo>
                    <a:cubicBezTo>
                      <a:pt x="26977" y="5916"/>
                      <a:pt x="41259" y="0"/>
                      <a:pt x="56151" y="0"/>
                    </a:cubicBezTo>
                    <a:close/>
                  </a:path>
                </a:pathLst>
              </a:custGeom>
              <a:solidFill>
                <a:srgbClr val="545454"/>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17" name="Google Shape;617;p13"/>
              <p:cNvSpPr txBox="1"/>
              <p:nvPr/>
            </p:nvSpPr>
            <p:spPr>
              <a:xfrm>
                <a:off x="0" y="-47625"/>
                <a:ext cx="227259" cy="159927"/>
              </a:xfrm>
              <a:prstGeom prst="rect">
                <a:avLst/>
              </a:prstGeom>
              <a:noFill/>
              <a:ln>
                <a:noFill/>
              </a:ln>
            </p:spPr>
            <p:txBody>
              <a:bodyPr spcFirstLastPara="1" wrap="square" lIns="33867" tIns="33867" rIns="33867" bIns="33867" anchor="ctr" anchorCtr="0">
                <a:noAutofit/>
              </a:bodyPr>
              <a:lstStyle/>
              <a:p>
                <a:pPr algn="ctr" defTabSz="609630">
                  <a:lnSpc>
                    <a:spcPct val="186666"/>
                  </a:lnSpc>
                  <a:buClr>
                    <a:srgbClr val="000000"/>
                  </a:buClr>
                </a:pPr>
                <a:endParaRPr sz="1200" kern="0">
                  <a:solidFill>
                    <a:srgbClr val="000000"/>
                  </a:solidFill>
                  <a:latin typeface="Calibri"/>
                  <a:ea typeface="Calibri"/>
                  <a:cs typeface="Calibri"/>
                  <a:sym typeface="Calibri"/>
                </a:endParaRPr>
              </a:p>
            </p:txBody>
          </p:sp>
        </p:grpSp>
        <p:grpSp>
          <p:nvGrpSpPr>
            <p:cNvPr id="618" name="Google Shape;618;p13"/>
            <p:cNvGrpSpPr/>
            <p:nvPr/>
          </p:nvGrpSpPr>
          <p:grpSpPr>
            <a:xfrm>
              <a:off x="3740791" y="-208563"/>
              <a:ext cx="995228" cy="700364"/>
              <a:chOff x="0" y="-47625"/>
              <a:chExt cx="227259" cy="159927"/>
            </a:xfrm>
          </p:grpSpPr>
          <p:sp>
            <p:nvSpPr>
              <p:cNvPr id="619" name="Google Shape;619;p13"/>
              <p:cNvSpPr/>
              <p:nvPr/>
            </p:nvSpPr>
            <p:spPr>
              <a:xfrm>
                <a:off x="0" y="0"/>
                <a:ext cx="227259" cy="112302"/>
              </a:xfrm>
              <a:custGeom>
                <a:avLst/>
                <a:gdLst/>
                <a:ahLst/>
                <a:cxnLst/>
                <a:rect l="l" t="t" r="r" b="b"/>
                <a:pathLst>
                  <a:path w="227259" h="112302" extrusionOk="0">
                    <a:moveTo>
                      <a:pt x="56151" y="0"/>
                    </a:moveTo>
                    <a:lnTo>
                      <a:pt x="171108" y="0"/>
                    </a:lnTo>
                    <a:cubicBezTo>
                      <a:pt x="186000" y="0"/>
                      <a:pt x="200283" y="5916"/>
                      <a:pt x="210813" y="16446"/>
                    </a:cubicBezTo>
                    <a:cubicBezTo>
                      <a:pt x="221343" y="26977"/>
                      <a:pt x="227259" y="41259"/>
                      <a:pt x="227259" y="56151"/>
                    </a:cubicBezTo>
                    <a:lnTo>
                      <a:pt x="227259" y="56151"/>
                    </a:lnTo>
                    <a:cubicBezTo>
                      <a:pt x="227259" y="87162"/>
                      <a:pt x="202120" y="112302"/>
                      <a:pt x="171108" y="112302"/>
                    </a:cubicBezTo>
                    <a:lnTo>
                      <a:pt x="56151" y="112302"/>
                    </a:lnTo>
                    <a:cubicBezTo>
                      <a:pt x="41259" y="112302"/>
                      <a:pt x="26977" y="106386"/>
                      <a:pt x="16446" y="95856"/>
                    </a:cubicBezTo>
                    <a:cubicBezTo>
                      <a:pt x="5916" y="85326"/>
                      <a:pt x="0" y="71043"/>
                      <a:pt x="0" y="56151"/>
                    </a:cubicBezTo>
                    <a:lnTo>
                      <a:pt x="0" y="56151"/>
                    </a:lnTo>
                    <a:cubicBezTo>
                      <a:pt x="0" y="41259"/>
                      <a:pt x="5916" y="26977"/>
                      <a:pt x="16446" y="16446"/>
                    </a:cubicBezTo>
                    <a:cubicBezTo>
                      <a:pt x="26977" y="5916"/>
                      <a:pt x="41259" y="0"/>
                      <a:pt x="56151" y="0"/>
                    </a:cubicBezTo>
                    <a:close/>
                  </a:path>
                </a:pathLst>
              </a:custGeom>
              <a:solidFill>
                <a:srgbClr val="7ED957"/>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0" name="Google Shape;620;p13"/>
              <p:cNvSpPr txBox="1"/>
              <p:nvPr/>
            </p:nvSpPr>
            <p:spPr>
              <a:xfrm>
                <a:off x="0" y="-47625"/>
                <a:ext cx="227259" cy="159927"/>
              </a:xfrm>
              <a:prstGeom prst="rect">
                <a:avLst/>
              </a:prstGeom>
              <a:noFill/>
              <a:ln>
                <a:noFill/>
              </a:ln>
            </p:spPr>
            <p:txBody>
              <a:bodyPr spcFirstLastPara="1" wrap="square" lIns="33867" tIns="33867" rIns="33867" bIns="33867" anchor="ctr" anchorCtr="0">
                <a:noAutofit/>
              </a:bodyPr>
              <a:lstStyle/>
              <a:p>
                <a:pPr algn="ctr" defTabSz="609630">
                  <a:lnSpc>
                    <a:spcPct val="186666"/>
                  </a:lnSpc>
                  <a:buClr>
                    <a:srgbClr val="000000"/>
                  </a:buClr>
                </a:pPr>
                <a:endParaRPr sz="1200" kern="0">
                  <a:solidFill>
                    <a:srgbClr val="000000"/>
                  </a:solidFill>
                  <a:latin typeface="Calibri"/>
                  <a:ea typeface="Calibri"/>
                  <a:cs typeface="Calibri"/>
                  <a:sym typeface="Calibri"/>
                </a:endParaRPr>
              </a:p>
            </p:txBody>
          </p:sp>
        </p:grpSp>
      </p:grpSp>
    </p:spTree>
    <p:extLst>
      <p:ext uri="{BB962C8B-B14F-4D97-AF65-F5344CB8AC3E}">
        <p14:creationId xmlns:p14="http://schemas.microsoft.com/office/powerpoint/2010/main" val="3834832020"/>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24042" y="217287"/>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a:solidFill>
            <a:schemeClr val="accent1"/>
          </a:solidFill>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59"/>
            <a:ext cx="10326008" cy="812530"/>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4400" kern="0" dirty="0">
                <a:solidFill>
                  <a:srgbClr val="FFFFFF"/>
                </a:solidFill>
                <a:latin typeface="Courier"/>
                <a:cs typeface="Arial"/>
                <a:sym typeface="Courier"/>
              </a:rPr>
              <a:t>TUPLE</a:t>
            </a:r>
            <a:endParaRPr lang="en-US" sz="4400"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3" name="TextBox 2">
            <a:extLst>
              <a:ext uri="{FF2B5EF4-FFF2-40B4-BE49-F238E27FC236}">
                <a16:creationId xmlns:a16="http://schemas.microsoft.com/office/drawing/2014/main" id="{6F8EC0E4-49E1-37AB-65E4-73DEABA58CB2}"/>
              </a:ext>
            </a:extLst>
          </p:cNvPr>
          <p:cNvSpPr txBox="1"/>
          <p:nvPr/>
        </p:nvSpPr>
        <p:spPr>
          <a:xfrm>
            <a:off x="1071976" y="2494419"/>
            <a:ext cx="10251248" cy="4114844"/>
          </a:xfrm>
          <a:prstGeom prst="rect">
            <a:avLst/>
          </a:prstGeom>
          <a:noFill/>
        </p:spPr>
        <p:txBody>
          <a:bodyPr wrap="square">
            <a:spAutoFit/>
          </a:bodyPr>
          <a:lstStyle/>
          <a:p>
            <a:pPr defTabSz="609630">
              <a:buClr>
                <a:srgbClr val="FFFFFF"/>
              </a:buClr>
            </a:pPr>
            <a:r>
              <a:rPr lang="en-US" sz="1867" kern="0" dirty="0">
                <a:solidFill>
                  <a:srgbClr val="8C52FF"/>
                </a:solidFill>
                <a:latin typeface="Roboto Mono" panose="00000009000000000000" pitchFamily="49" charset="0"/>
                <a:ea typeface="Roboto Mono" panose="00000009000000000000" pitchFamily="49" charset="0"/>
                <a:cs typeface="Arial"/>
                <a:sym typeface="Arial"/>
              </a:rPr>
              <a:t>Sequence Types</a:t>
            </a:r>
          </a:p>
          <a:p>
            <a:pPr marL="304815" indent="-304815" defTabSz="609630">
              <a:buClr>
                <a:srgbClr val="FFFFFF"/>
              </a:buClr>
              <a:buFont typeface="Arial" panose="020B0604020202020204" pitchFamily="34" charset="0"/>
              <a:buChar char="•"/>
            </a:pPr>
            <a:r>
              <a:rPr lang="en-US" altLang="en-US" sz="1867" b="1" kern="0" dirty="0">
                <a:solidFill>
                  <a:srgbClr val="FFFFFF"/>
                </a:solidFill>
                <a:latin typeface="Roboto Mono" panose="00000009000000000000" pitchFamily="49" charset="0"/>
                <a:ea typeface="Roboto Mono" panose="00000009000000000000" pitchFamily="49" charset="0"/>
                <a:cs typeface="Arial"/>
                <a:sym typeface="Arial"/>
              </a:rPr>
              <a:t>Definition</a:t>
            </a:r>
            <a:r>
              <a:rPr lang="en-US" altLang="en-US" sz="1867" kern="0" dirty="0">
                <a:solidFill>
                  <a:srgbClr val="FFFFFF"/>
                </a:solidFill>
                <a:latin typeface="Roboto Mono" panose="00000009000000000000" pitchFamily="49" charset="0"/>
                <a:ea typeface="Roboto Mono" panose="00000009000000000000" pitchFamily="49" charset="0"/>
                <a:cs typeface="Arial"/>
                <a:sym typeface="Arial"/>
              </a:rPr>
              <a:t>: Sequence types in Python are data types that can store more than one value and can be iterated through element by element using a for loop.</a:t>
            </a:r>
          </a:p>
          <a:p>
            <a:pPr marL="304815" indent="-304815" defTabSz="609630">
              <a:buClr>
                <a:srgbClr val="FFFFFF"/>
              </a:buClr>
              <a:buFont typeface="Arial" panose="020B0604020202020204" pitchFamily="34" charset="0"/>
              <a:buChar char="•"/>
            </a:pPr>
            <a:r>
              <a:rPr lang="en-US" altLang="en-US" sz="1867" b="1" kern="0" dirty="0">
                <a:solidFill>
                  <a:srgbClr val="FFFFFF"/>
                </a:solidFill>
                <a:latin typeface="Roboto Mono" panose="00000009000000000000" pitchFamily="49" charset="0"/>
                <a:ea typeface="Roboto Mono" panose="00000009000000000000" pitchFamily="49" charset="0"/>
                <a:cs typeface="Arial"/>
                <a:sym typeface="Arial"/>
              </a:rPr>
              <a:t>Example</a:t>
            </a:r>
            <a:r>
              <a:rPr lang="en-US" altLang="en-US" sz="1867" kern="0" dirty="0">
                <a:solidFill>
                  <a:srgbClr val="FFFFFF"/>
                </a:solidFill>
                <a:latin typeface="Roboto Mono" panose="00000009000000000000" pitchFamily="49" charset="0"/>
                <a:ea typeface="Roboto Mono" panose="00000009000000000000" pitchFamily="49" charset="0"/>
                <a:cs typeface="Arial"/>
                <a:sym typeface="Arial"/>
              </a:rPr>
              <a:t>: The list is a classic example of a Python sequence. </a:t>
            </a:r>
          </a:p>
          <a:p>
            <a:pPr marL="304815" indent="-304815" defTabSz="609630">
              <a:buClr>
                <a:srgbClr val="FFFFFF"/>
              </a:buClr>
              <a:buFont typeface="Arial" panose="020B0604020202020204" pitchFamily="34" charset="0"/>
              <a:buChar char="•"/>
            </a:pPr>
            <a:endParaRPr lang="en-US" sz="1867" kern="0" dirty="0">
              <a:solidFill>
                <a:srgbClr val="FFFFFF"/>
              </a:solidFill>
              <a:latin typeface="Roboto Mono" panose="00000009000000000000" pitchFamily="49" charset="0"/>
              <a:ea typeface="Roboto Mono" panose="00000009000000000000" pitchFamily="49" charset="0"/>
              <a:cs typeface="Arial"/>
              <a:sym typeface="Arial"/>
            </a:endParaRPr>
          </a:p>
          <a:p>
            <a:pPr defTabSz="609630">
              <a:buClr>
                <a:srgbClr val="FFFFFF"/>
              </a:buClr>
            </a:pPr>
            <a:r>
              <a:rPr lang="en-US" sz="1867" kern="0" dirty="0">
                <a:solidFill>
                  <a:srgbClr val="8C52FF"/>
                </a:solidFill>
                <a:latin typeface="Roboto Mono" panose="00000009000000000000" pitchFamily="49" charset="0"/>
                <a:ea typeface="Roboto Mono" panose="00000009000000000000" pitchFamily="49" charset="0"/>
                <a:cs typeface="Arial"/>
                <a:sym typeface="Arial"/>
              </a:rPr>
              <a:t>Mutability</a:t>
            </a:r>
          </a:p>
          <a:p>
            <a:pPr marL="304815" indent="-304815" defTabSz="609630">
              <a:buClr>
                <a:srgbClr val="FFFFFF"/>
              </a:buClr>
              <a:buFont typeface="Arial" panose="020B0604020202020204" pitchFamily="34" charset="0"/>
              <a:buChar char="•"/>
            </a:pPr>
            <a:r>
              <a:rPr lang="en-US" altLang="en-US" sz="1867" b="1" kern="0" dirty="0">
                <a:solidFill>
                  <a:srgbClr val="FFFFFF"/>
                </a:solidFill>
                <a:latin typeface="Roboto Mono" panose="00000009000000000000" pitchFamily="49" charset="0"/>
                <a:ea typeface="Roboto Mono" panose="00000009000000000000" pitchFamily="49" charset="0"/>
                <a:cs typeface="Arial"/>
                <a:sym typeface="Arial"/>
              </a:rPr>
              <a:t>Mutable Data: Data that can be freely changed during program execution. Lists are an example of mutable data, as you can modify them in situ (e.g., </a:t>
            </a:r>
            <a:r>
              <a:rPr lang="en-US" altLang="en-US" sz="1867" b="1" kern="0" dirty="0" err="1">
                <a:solidFill>
                  <a:srgbClr val="FFFFFF"/>
                </a:solidFill>
                <a:latin typeface="Roboto Mono" panose="00000009000000000000" pitchFamily="49" charset="0"/>
                <a:ea typeface="Roboto Mono" panose="00000009000000000000" pitchFamily="49" charset="0"/>
                <a:cs typeface="Arial"/>
                <a:sym typeface="Arial"/>
              </a:rPr>
              <a:t>list.append</a:t>
            </a:r>
            <a:r>
              <a:rPr lang="en-US" altLang="en-US" sz="1867" b="1" kern="0" dirty="0">
                <a:solidFill>
                  <a:srgbClr val="FFFFFF"/>
                </a:solidFill>
                <a:latin typeface="Roboto Mono" panose="00000009000000000000" pitchFamily="49" charset="0"/>
                <a:ea typeface="Roboto Mono" panose="00000009000000000000" pitchFamily="49" charset="0"/>
                <a:cs typeface="Arial"/>
                <a:sym typeface="Arial"/>
              </a:rPr>
              <a:t>(1)).</a:t>
            </a:r>
          </a:p>
          <a:p>
            <a:pPr marL="304815" indent="-304815" defTabSz="609630">
              <a:buClr>
                <a:srgbClr val="FFFFFF"/>
              </a:buClr>
              <a:buFont typeface="Arial" panose="020B0604020202020204" pitchFamily="34" charset="0"/>
              <a:buChar char="•"/>
            </a:pPr>
            <a:r>
              <a:rPr lang="en-US" altLang="en-US" sz="1867" b="1" kern="0" dirty="0">
                <a:solidFill>
                  <a:srgbClr val="FFFFFF"/>
                </a:solidFill>
                <a:latin typeface="Roboto Mono" panose="00000009000000000000" pitchFamily="49" charset="0"/>
                <a:ea typeface="Roboto Mono" panose="00000009000000000000" pitchFamily="49" charset="0"/>
                <a:cs typeface="Arial"/>
                <a:sym typeface="Arial"/>
              </a:rPr>
              <a:t>Immutable Data: Data that cannot be modified in situ. Any changes require the creation of a new data structure. Tuples are an example of immutable data. </a:t>
            </a:r>
          </a:p>
          <a:p>
            <a:pPr defTabSz="609630">
              <a:buClr>
                <a:srgbClr val="FFFFFF"/>
              </a:buClr>
            </a:pPr>
            <a:endParaRPr lang="en-US" sz="1867" kern="0" dirty="0">
              <a:solidFill>
                <a:srgbClr val="FFFFFF"/>
              </a:solidFill>
              <a:latin typeface="Roboto Mono" panose="00000009000000000000" pitchFamily="49" charset="0"/>
              <a:ea typeface="Roboto Mono" panose="00000009000000000000" pitchFamily="49" charset="0"/>
              <a:cs typeface="Arial"/>
              <a:sym typeface="Arial"/>
            </a:endParaRPr>
          </a:p>
        </p:txBody>
      </p:sp>
      <p:sp>
        <p:nvSpPr>
          <p:cNvPr id="4" name="Rectangle 1">
            <a:extLst>
              <a:ext uri="{FF2B5EF4-FFF2-40B4-BE49-F238E27FC236}">
                <a16:creationId xmlns:a16="http://schemas.microsoft.com/office/drawing/2014/main" id="{DBB23E9B-BC55-2D7E-318E-CFBF079E4D53}"/>
              </a:ext>
            </a:extLst>
          </p:cNvPr>
          <p:cNvSpPr>
            <a:spLocks noChangeArrowheads="1"/>
          </p:cNvSpPr>
          <p:nvPr/>
        </p:nvSpPr>
        <p:spPr bwMode="auto">
          <a:xfrm>
            <a:off x="0" y="-112882"/>
            <a:ext cx="2324034" cy="22576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r>
              <a:rPr lang="en-US" altLang="en-US" sz="667" kern="0">
                <a:solidFill>
                  <a:srgbClr val="222222"/>
                </a:solidFill>
                <a:latin typeface="Open Sans" panose="020B0606030504020204" pitchFamily="34" charset="0"/>
                <a:cs typeface="Open Sans" panose="020B0606030504020204" pitchFamily="34" charset="0"/>
                <a:sym typeface="Arial"/>
              </a:rPr>
              <a:t>Such an effect is caused by a keyword named </a:t>
            </a:r>
            <a:r>
              <a:rPr lang="en-US" altLang="en-US" sz="667" kern="0">
                <a:solidFill>
                  <a:srgbClr val="333333"/>
                </a:solidFill>
                <a:latin typeface="Courier New" panose="02070309020205020404" pitchFamily="49" charset="0"/>
                <a:cs typeface="Courier New" panose="02070309020205020404" pitchFamily="49" charset="0"/>
                <a:sym typeface="Arial"/>
              </a:rPr>
              <a:t>global</a:t>
            </a:r>
            <a:r>
              <a:rPr lang="en-US" altLang="en-US" sz="667" kern="0">
                <a:solidFill>
                  <a:srgbClr val="222222"/>
                </a:solidFill>
                <a:latin typeface="Open Sans" panose="020B0606030504020204" pitchFamily="34" charset="0"/>
                <a:cs typeface="Open Sans" panose="020B0606030504020204" pitchFamily="34" charset="0"/>
                <a:sym typeface="Arial"/>
              </a:rPr>
              <a:t>:</a:t>
            </a:r>
            <a:r>
              <a:rPr lang="en-US" altLang="en-US" sz="1067" kern="0">
                <a:solidFill>
                  <a:srgbClr val="000000"/>
                </a:solidFill>
                <a:cs typeface="Arial"/>
                <a:sym typeface="Arial"/>
              </a:rPr>
              <a:t> </a:t>
            </a:r>
            <a:endParaRPr lang="en-US" altLang="en-US" sz="1200" kern="0">
              <a:solidFill>
                <a:srgbClr val="000000"/>
              </a:solidFill>
              <a:cs typeface="Arial"/>
              <a:sym typeface="Arial"/>
            </a:endParaRPr>
          </a:p>
        </p:txBody>
      </p:sp>
    </p:spTree>
    <p:extLst>
      <p:ext uri="{BB962C8B-B14F-4D97-AF65-F5344CB8AC3E}">
        <p14:creationId xmlns:p14="http://schemas.microsoft.com/office/powerpoint/2010/main" val="2591889979"/>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24042" y="217287"/>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a:solidFill>
            <a:schemeClr val="accent1"/>
          </a:solidFill>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59"/>
            <a:ext cx="10326008" cy="812530"/>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4400" kern="0" dirty="0">
                <a:solidFill>
                  <a:srgbClr val="FFFFFF"/>
                </a:solidFill>
                <a:latin typeface="Courier"/>
                <a:cs typeface="Arial"/>
                <a:sym typeface="Courier"/>
              </a:rPr>
              <a:t>TUPLE</a:t>
            </a:r>
            <a:endParaRPr lang="en-US" sz="4400"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3" name="TextBox 2">
            <a:extLst>
              <a:ext uri="{FF2B5EF4-FFF2-40B4-BE49-F238E27FC236}">
                <a16:creationId xmlns:a16="http://schemas.microsoft.com/office/drawing/2014/main" id="{6F8EC0E4-49E1-37AB-65E4-73DEABA58CB2}"/>
              </a:ext>
            </a:extLst>
          </p:cNvPr>
          <p:cNvSpPr txBox="1"/>
          <p:nvPr/>
        </p:nvSpPr>
        <p:spPr>
          <a:xfrm>
            <a:off x="1071976" y="2494419"/>
            <a:ext cx="10251248" cy="1241622"/>
          </a:xfrm>
          <a:prstGeom prst="rect">
            <a:avLst/>
          </a:prstGeom>
          <a:noFill/>
        </p:spPr>
        <p:txBody>
          <a:bodyPr wrap="square">
            <a:spAutoFit/>
          </a:bodyPr>
          <a:lstStyle/>
          <a:p>
            <a:pPr defTabSz="609630">
              <a:buClr>
                <a:srgbClr val="FFFFFF"/>
              </a:buClr>
            </a:pPr>
            <a:r>
              <a:rPr lang="en-US" sz="1867" kern="0" dirty="0">
                <a:solidFill>
                  <a:srgbClr val="FFFFFF"/>
                </a:solidFill>
                <a:latin typeface="Roboto Mono" panose="00000009000000000000" pitchFamily="49" charset="0"/>
                <a:ea typeface="Roboto Mono" panose="00000009000000000000" pitchFamily="49" charset="0"/>
                <a:cs typeface="Arial"/>
                <a:sym typeface="Arial"/>
              </a:rPr>
              <a:t>tuples </a:t>
            </a:r>
            <a:r>
              <a:rPr lang="en-US" sz="1867" kern="0" dirty="0">
                <a:solidFill>
                  <a:srgbClr val="8C52FF"/>
                </a:solidFill>
                <a:latin typeface="Roboto Mono" panose="00000009000000000000" pitchFamily="49" charset="0"/>
                <a:ea typeface="Roboto Mono" panose="00000009000000000000" pitchFamily="49" charset="0"/>
                <a:cs typeface="Arial"/>
                <a:sym typeface="Arial"/>
              </a:rPr>
              <a:t>prefer to use parenthesis</a:t>
            </a:r>
            <a:r>
              <a:rPr lang="en-US" sz="1867" kern="0" dirty="0">
                <a:solidFill>
                  <a:srgbClr val="FFFFFF"/>
                </a:solidFill>
                <a:latin typeface="Roboto Mono" panose="00000009000000000000" pitchFamily="49" charset="0"/>
                <a:ea typeface="Roboto Mono" panose="00000009000000000000" pitchFamily="49" charset="0"/>
                <a:cs typeface="Arial"/>
                <a:sym typeface="Arial"/>
              </a:rPr>
              <a:t>, whereas lists like to see brackets, although it's also </a:t>
            </a:r>
            <a:r>
              <a:rPr lang="en-US" sz="1867" kern="0" dirty="0">
                <a:solidFill>
                  <a:srgbClr val="8C52FF"/>
                </a:solidFill>
                <a:latin typeface="Roboto Mono" panose="00000009000000000000" pitchFamily="49" charset="0"/>
                <a:ea typeface="Roboto Mono" panose="00000009000000000000" pitchFamily="49" charset="0"/>
                <a:cs typeface="Arial"/>
                <a:sym typeface="Arial"/>
              </a:rPr>
              <a:t>possible to create a tuple just from a set of values separated by commas.</a:t>
            </a:r>
          </a:p>
          <a:p>
            <a:pPr defTabSz="609630">
              <a:buClr>
                <a:srgbClr val="FFFFFF"/>
              </a:buClr>
            </a:pPr>
            <a:endParaRPr lang="en-US" sz="1867" kern="0" dirty="0">
              <a:solidFill>
                <a:srgbClr val="FFFFFF"/>
              </a:solidFill>
              <a:latin typeface="Roboto Mono" panose="00000009000000000000" pitchFamily="49" charset="0"/>
              <a:ea typeface="Roboto Mono" panose="00000009000000000000" pitchFamily="49" charset="0"/>
              <a:cs typeface="Arial"/>
              <a:sym typeface="Arial"/>
            </a:endParaRPr>
          </a:p>
        </p:txBody>
      </p:sp>
      <p:sp>
        <p:nvSpPr>
          <p:cNvPr id="4" name="Rectangle 1">
            <a:extLst>
              <a:ext uri="{FF2B5EF4-FFF2-40B4-BE49-F238E27FC236}">
                <a16:creationId xmlns:a16="http://schemas.microsoft.com/office/drawing/2014/main" id="{DBB23E9B-BC55-2D7E-318E-CFBF079E4D53}"/>
              </a:ext>
            </a:extLst>
          </p:cNvPr>
          <p:cNvSpPr>
            <a:spLocks noChangeArrowheads="1"/>
          </p:cNvSpPr>
          <p:nvPr/>
        </p:nvSpPr>
        <p:spPr bwMode="auto">
          <a:xfrm>
            <a:off x="0" y="-112882"/>
            <a:ext cx="2324034" cy="22576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r>
              <a:rPr lang="en-US" altLang="en-US" sz="667" kern="0">
                <a:solidFill>
                  <a:srgbClr val="222222"/>
                </a:solidFill>
                <a:latin typeface="Open Sans" panose="020B0606030504020204" pitchFamily="34" charset="0"/>
                <a:cs typeface="Open Sans" panose="020B0606030504020204" pitchFamily="34" charset="0"/>
                <a:sym typeface="Arial"/>
              </a:rPr>
              <a:t>Such an effect is caused by a keyword named </a:t>
            </a:r>
            <a:r>
              <a:rPr lang="en-US" altLang="en-US" sz="667" kern="0">
                <a:solidFill>
                  <a:srgbClr val="333333"/>
                </a:solidFill>
                <a:latin typeface="Courier New" panose="02070309020205020404" pitchFamily="49" charset="0"/>
                <a:cs typeface="Courier New" panose="02070309020205020404" pitchFamily="49" charset="0"/>
                <a:sym typeface="Arial"/>
              </a:rPr>
              <a:t>global</a:t>
            </a:r>
            <a:r>
              <a:rPr lang="en-US" altLang="en-US" sz="667" kern="0">
                <a:solidFill>
                  <a:srgbClr val="222222"/>
                </a:solidFill>
                <a:latin typeface="Open Sans" panose="020B0606030504020204" pitchFamily="34" charset="0"/>
                <a:cs typeface="Open Sans" panose="020B0606030504020204" pitchFamily="34" charset="0"/>
                <a:sym typeface="Arial"/>
              </a:rPr>
              <a:t>:</a:t>
            </a:r>
            <a:r>
              <a:rPr lang="en-US" altLang="en-US" sz="1067" kern="0">
                <a:solidFill>
                  <a:srgbClr val="000000"/>
                </a:solidFill>
                <a:cs typeface="Arial"/>
                <a:sym typeface="Arial"/>
              </a:rPr>
              <a:t> </a:t>
            </a:r>
            <a:endParaRPr lang="en-US" altLang="en-US" sz="1200" kern="0">
              <a:solidFill>
                <a:srgbClr val="000000"/>
              </a:solidFill>
              <a:cs typeface="Arial"/>
              <a:sym typeface="Arial"/>
            </a:endParaRPr>
          </a:p>
        </p:txBody>
      </p:sp>
      <p:pic>
        <p:nvPicPr>
          <p:cNvPr id="6" name="Picture 5" descr="A white rectangular object with a black border&#10;&#10;Description automatically generated">
            <a:extLst>
              <a:ext uri="{FF2B5EF4-FFF2-40B4-BE49-F238E27FC236}">
                <a16:creationId xmlns:a16="http://schemas.microsoft.com/office/drawing/2014/main" id="{9F033A40-173F-09B4-F469-72546B98630C}"/>
              </a:ext>
            </a:extLst>
          </p:cNvPr>
          <p:cNvPicPr>
            <a:picLocks noChangeAspect="1"/>
          </p:cNvPicPr>
          <p:nvPr/>
        </p:nvPicPr>
        <p:blipFill>
          <a:blip r:embed="rId3"/>
          <a:stretch>
            <a:fillRect/>
          </a:stretch>
        </p:blipFill>
        <p:spPr>
          <a:xfrm>
            <a:off x="778187" y="4707052"/>
            <a:ext cx="10838827" cy="1377310"/>
          </a:xfrm>
          <a:prstGeom prst="rect">
            <a:avLst/>
          </a:prstGeom>
        </p:spPr>
      </p:pic>
    </p:spTree>
    <p:extLst>
      <p:ext uri="{BB962C8B-B14F-4D97-AF65-F5344CB8AC3E}">
        <p14:creationId xmlns:p14="http://schemas.microsoft.com/office/powerpoint/2010/main" val="1378403765"/>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24042" y="217287"/>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a:solidFill>
            <a:schemeClr val="accent1"/>
          </a:solidFill>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59"/>
            <a:ext cx="10326008" cy="812530"/>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4400" kern="0" dirty="0">
                <a:solidFill>
                  <a:srgbClr val="FFFFFF"/>
                </a:solidFill>
                <a:latin typeface="Courier"/>
                <a:cs typeface="Arial"/>
                <a:sym typeface="Courier"/>
              </a:rPr>
              <a:t>How to use TUPLE</a:t>
            </a:r>
            <a:endParaRPr lang="en-US" sz="4400"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3" name="TextBox 2">
            <a:extLst>
              <a:ext uri="{FF2B5EF4-FFF2-40B4-BE49-F238E27FC236}">
                <a16:creationId xmlns:a16="http://schemas.microsoft.com/office/drawing/2014/main" id="{6F8EC0E4-49E1-37AB-65E4-73DEABA58CB2}"/>
              </a:ext>
            </a:extLst>
          </p:cNvPr>
          <p:cNvSpPr txBox="1"/>
          <p:nvPr/>
        </p:nvSpPr>
        <p:spPr>
          <a:xfrm>
            <a:off x="1071976" y="2494419"/>
            <a:ext cx="10251248" cy="1241622"/>
          </a:xfrm>
          <a:prstGeom prst="rect">
            <a:avLst/>
          </a:prstGeom>
          <a:noFill/>
        </p:spPr>
        <p:txBody>
          <a:bodyPr wrap="square">
            <a:spAutoFit/>
          </a:bodyPr>
          <a:lstStyle/>
          <a:p>
            <a:pPr marL="304815" indent="-304815" defTabSz="609630">
              <a:buClr>
                <a:srgbClr val="FFFFFF"/>
              </a:buClr>
              <a:buFont typeface="Arial" panose="020B0604020202020204" pitchFamily="34" charset="0"/>
              <a:buChar char="•"/>
            </a:pPr>
            <a:r>
              <a:rPr lang="en-US" sz="1867" kern="0" dirty="0">
                <a:solidFill>
                  <a:srgbClr val="FFFFFF"/>
                </a:solidFill>
                <a:latin typeface="Roboto Mono" panose="00000009000000000000" pitchFamily="49" charset="0"/>
                <a:ea typeface="Roboto Mono" panose="00000009000000000000" pitchFamily="49" charset="0"/>
                <a:cs typeface="Arial"/>
                <a:sym typeface="Arial"/>
              </a:rPr>
              <a:t>If you want to get the elements of a tuple in order to read them over, you can use the same conventions to which you're accustomed while using lists.</a:t>
            </a:r>
          </a:p>
          <a:p>
            <a:pPr defTabSz="609630">
              <a:buClr>
                <a:srgbClr val="FFFFFF"/>
              </a:buClr>
            </a:pPr>
            <a:endParaRPr lang="en-US" sz="1867" kern="0" dirty="0">
              <a:solidFill>
                <a:srgbClr val="FFFFFF"/>
              </a:solidFill>
              <a:latin typeface="Roboto Mono" panose="00000009000000000000" pitchFamily="49" charset="0"/>
              <a:ea typeface="Roboto Mono" panose="00000009000000000000" pitchFamily="49" charset="0"/>
              <a:cs typeface="Arial"/>
              <a:sym typeface="Arial"/>
            </a:endParaRPr>
          </a:p>
        </p:txBody>
      </p:sp>
      <p:sp>
        <p:nvSpPr>
          <p:cNvPr id="4" name="Rectangle 1">
            <a:extLst>
              <a:ext uri="{FF2B5EF4-FFF2-40B4-BE49-F238E27FC236}">
                <a16:creationId xmlns:a16="http://schemas.microsoft.com/office/drawing/2014/main" id="{DBB23E9B-BC55-2D7E-318E-CFBF079E4D53}"/>
              </a:ext>
            </a:extLst>
          </p:cNvPr>
          <p:cNvSpPr>
            <a:spLocks noChangeArrowheads="1"/>
          </p:cNvSpPr>
          <p:nvPr/>
        </p:nvSpPr>
        <p:spPr bwMode="auto">
          <a:xfrm>
            <a:off x="0" y="-112882"/>
            <a:ext cx="2324034" cy="22576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r>
              <a:rPr lang="en-US" altLang="en-US" sz="667" kern="0">
                <a:solidFill>
                  <a:srgbClr val="222222"/>
                </a:solidFill>
                <a:latin typeface="Open Sans" panose="020B0606030504020204" pitchFamily="34" charset="0"/>
                <a:cs typeface="Open Sans" panose="020B0606030504020204" pitchFamily="34" charset="0"/>
                <a:sym typeface="Arial"/>
              </a:rPr>
              <a:t>Such an effect is caused by a keyword named </a:t>
            </a:r>
            <a:r>
              <a:rPr lang="en-US" altLang="en-US" sz="667" kern="0">
                <a:solidFill>
                  <a:srgbClr val="333333"/>
                </a:solidFill>
                <a:latin typeface="Courier New" panose="02070309020205020404" pitchFamily="49" charset="0"/>
                <a:cs typeface="Courier New" panose="02070309020205020404" pitchFamily="49" charset="0"/>
                <a:sym typeface="Arial"/>
              </a:rPr>
              <a:t>global</a:t>
            </a:r>
            <a:r>
              <a:rPr lang="en-US" altLang="en-US" sz="667" kern="0">
                <a:solidFill>
                  <a:srgbClr val="222222"/>
                </a:solidFill>
                <a:latin typeface="Open Sans" panose="020B0606030504020204" pitchFamily="34" charset="0"/>
                <a:cs typeface="Open Sans" panose="020B0606030504020204" pitchFamily="34" charset="0"/>
                <a:sym typeface="Arial"/>
              </a:rPr>
              <a:t>:</a:t>
            </a:r>
            <a:r>
              <a:rPr lang="en-US" altLang="en-US" sz="1067" kern="0">
                <a:solidFill>
                  <a:srgbClr val="000000"/>
                </a:solidFill>
                <a:cs typeface="Arial"/>
                <a:sym typeface="Arial"/>
              </a:rPr>
              <a:t> </a:t>
            </a:r>
            <a:endParaRPr lang="en-US" altLang="en-US" sz="1200" kern="0">
              <a:solidFill>
                <a:srgbClr val="000000"/>
              </a:solidFill>
              <a:cs typeface="Arial"/>
              <a:sym typeface="Arial"/>
            </a:endParaRPr>
          </a:p>
        </p:txBody>
      </p:sp>
      <p:pic>
        <p:nvPicPr>
          <p:cNvPr id="7" name="Picture 6" descr="A screenshot of a computer code&#10;&#10;Description automatically generated">
            <a:extLst>
              <a:ext uri="{FF2B5EF4-FFF2-40B4-BE49-F238E27FC236}">
                <a16:creationId xmlns:a16="http://schemas.microsoft.com/office/drawing/2014/main" id="{1CADDB73-B540-DF88-A02D-867E41A33432}"/>
              </a:ext>
            </a:extLst>
          </p:cNvPr>
          <p:cNvPicPr>
            <a:picLocks noChangeAspect="1"/>
          </p:cNvPicPr>
          <p:nvPr/>
        </p:nvPicPr>
        <p:blipFill>
          <a:blip r:embed="rId3"/>
          <a:stretch>
            <a:fillRect/>
          </a:stretch>
        </p:blipFill>
        <p:spPr>
          <a:xfrm>
            <a:off x="3862085" y="3922292"/>
            <a:ext cx="4467831" cy="2410943"/>
          </a:xfrm>
          <a:prstGeom prst="rect">
            <a:avLst/>
          </a:prstGeom>
        </p:spPr>
      </p:pic>
    </p:spTree>
    <p:extLst>
      <p:ext uri="{BB962C8B-B14F-4D97-AF65-F5344CB8AC3E}">
        <p14:creationId xmlns:p14="http://schemas.microsoft.com/office/powerpoint/2010/main" val="4041372607"/>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24042" y="217287"/>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a:solidFill>
            <a:schemeClr val="accent1"/>
          </a:solidFill>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59"/>
            <a:ext cx="10326008" cy="812530"/>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4400" kern="0" dirty="0">
                <a:solidFill>
                  <a:srgbClr val="FFFFFF"/>
                </a:solidFill>
                <a:latin typeface="Courier"/>
                <a:cs typeface="Arial"/>
                <a:sym typeface="Courier"/>
              </a:rPr>
              <a:t>How to use TUPLE</a:t>
            </a:r>
            <a:endParaRPr lang="en-US" sz="4400"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3" name="TextBox 2">
            <a:extLst>
              <a:ext uri="{FF2B5EF4-FFF2-40B4-BE49-F238E27FC236}">
                <a16:creationId xmlns:a16="http://schemas.microsoft.com/office/drawing/2014/main" id="{6F8EC0E4-49E1-37AB-65E4-73DEABA58CB2}"/>
              </a:ext>
            </a:extLst>
          </p:cNvPr>
          <p:cNvSpPr txBox="1"/>
          <p:nvPr/>
        </p:nvSpPr>
        <p:spPr>
          <a:xfrm>
            <a:off x="1071976" y="2494419"/>
            <a:ext cx="10251248" cy="1816266"/>
          </a:xfrm>
          <a:prstGeom prst="rect">
            <a:avLst/>
          </a:prstGeom>
          <a:noFill/>
        </p:spPr>
        <p:txBody>
          <a:bodyPr wrap="square">
            <a:spAutoFit/>
          </a:bodyPr>
          <a:lstStyle/>
          <a:p>
            <a:pPr marL="304815" indent="-304815" defTabSz="609630">
              <a:buClr>
                <a:srgbClr val="FFFFFF"/>
              </a:buClr>
              <a:buFont typeface="Arial" panose="020B0604020202020204" pitchFamily="34" charset="0"/>
              <a:buChar char="•"/>
            </a:pPr>
            <a:r>
              <a:rPr lang="en-US" sz="1867" kern="0" dirty="0">
                <a:solidFill>
                  <a:srgbClr val="FFFFFF"/>
                </a:solidFill>
                <a:latin typeface="Roboto Mono" panose="00000009000000000000" pitchFamily="49" charset="0"/>
                <a:ea typeface="Roboto Mono" panose="00000009000000000000" pitchFamily="49" charset="0"/>
                <a:cs typeface="Arial"/>
                <a:sym typeface="Arial"/>
              </a:rPr>
              <a:t>The similarities may be misleading - don't try to modify a tuple's contents! </a:t>
            </a:r>
            <a:r>
              <a:rPr lang="en-US" sz="1867" kern="0" dirty="0">
                <a:solidFill>
                  <a:srgbClr val="8C52FF"/>
                </a:solidFill>
                <a:latin typeface="Roboto Mono" panose="00000009000000000000" pitchFamily="49" charset="0"/>
                <a:ea typeface="Roboto Mono" panose="00000009000000000000" pitchFamily="49" charset="0"/>
                <a:cs typeface="Arial"/>
                <a:sym typeface="Arial"/>
              </a:rPr>
              <a:t>It's not a list!</a:t>
            </a:r>
          </a:p>
          <a:p>
            <a:pPr marL="304815" indent="-304815" defTabSz="609630">
              <a:buClr>
                <a:srgbClr val="FFFFFF"/>
              </a:buClr>
              <a:buFont typeface="Arial" panose="020B0604020202020204" pitchFamily="34" charset="0"/>
              <a:buChar char="•"/>
            </a:pPr>
            <a:endParaRPr lang="en-US" sz="1867" kern="0" dirty="0">
              <a:solidFill>
                <a:srgbClr val="FFFFFF"/>
              </a:solidFill>
              <a:latin typeface="Roboto Mono" panose="00000009000000000000" pitchFamily="49" charset="0"/>
              <a:ea typeface="Roboto Mono" panose="00000009000000000000" pitchFamily="49" charset="0"/>
              <a:cs typeface="Arial"/>
              <a:sym typeface="Arial"/>
            </a:endParaRPr>
          </a:p>
          <a:p>
            <a:pPr marL="304815" indent="-304815" defTabSz="609630">
              <a:buClr>
                <a:srgbClr val="FFFFFF"/>
              </a:buClr>
              <a:buFont typeface="Arial" panose="020B0604020202020204" pitchFamily="34" charset="0"/>
              <a:buChar char="•"/>
            </a:pPr>
            <a:r>
              <a:rPr lang="en-US" sz="1867" kern="0" dirty="0">
                <a:solidFill>
                  <a:srgbClr val="FFFFFF"/>
                </a:solidFill>
                <a:latin typeface="Roboto Mono" panose="00000009000000000000" pitchFamily="49" charset="0"/>
                <a:ea typeface="Roboto Mono" panose="00000009000000000000" pitchFamily="49" charset="0"/>
                <a:cs typeface="Arial"/>
                <a:sym typeface="Arial"/>
              </a:rPr>
              <a:t>All of these instructions (except the topmost one) will cause a runtime error:</a:t>
            </a:r>
          </a:p>
          <a:p>
            <a:pPr defTabSz="609630">
              <a:buClr>
                <a:srgbClr val="FFFFFF"/>
              </a:buClr>
            </a:pPr>
            <a:endParaRPr lang="en-US" sz="1867" kern="0" dirty="0">
              <a:solidFill>
                <a:srgbClr val="FFFFFF"/>
              </a:solidFill>
              <a:latin typeface="Roboto Mono" panose="00000009000000000000" pitchFamily="49" charset="0"/>
              <a:ea typeface="Roboto Mono" panose="00000009000000000000" pitchFamily="49" charset="0"/>
              <a:cs typeface="Arial"/>
              <a:sym typeface="Arial"/>
            </a:endParaRPr>
          </a:p>
        </p:txBody>
      </p:sp>
      <p:sp>
        <p:nvSpPr>
          <p:cNvPr id="4" name="Rectangle 1">
            <a:extLst>
              <a:ext uri="{FF2B5EF4-FFF2-40B4-BE49-F238E27FC236}">
                <a16:creationId xmlns:a16="http://schemas.microsoft.com/office/drawing/2014/main" id="{DBB23E9B-BC55-2D7E-318E-CFBF079E4D53}"/>
              </a:ext>
            </a:extLst>
          </p:cNvPr>
          <p:cNvSpPr>
            <a:spLocks noChangeArrowheads="1"/>
          </p:cNvSpPr>
          <p:nvPr/>
        </p:nvSpPr>
        <p:spPr bwMode="auto">
          <a:xfrm>
            <a:off x="0" y="-112882"/>
            <a:ext cx="2324034" cy="22576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r>
              <a:rPr lang="en-US" altLang="en-US" sz="667" kern="0">
                <a:solidFill>
                  <a:srgbClr val="222222"/>
                </a:solidFill>
                <a:latin typeface="Open Sans" panose="020B0606030504020204" pitchFamily="34" charset="0"/>
                <a:cs typeface="Open Sans" panose="020B0606030504020204" pitchFamily="34" charset="0"/>
                <a:sym typeface="Arial"/>
              </a:rPr>
              <a:t>Such an effect is caused by a keyword named </a:t>
            </a:r>
            <a:r>
              <a:rPr lang="en-US" altLang="en-US" sz="667" kern="0">
                <a:solidFill>
                  <a:srgbClr val="333333"/>
                </a:solidFill>
                <a:latin typeface="Courier New" panose="02070309020205020404" pitchFamily="49" charset="0"/>
                <a:cs typeface="Courier New" panose="02070309020205020404" pitchFamily="49" charset="0"/>
                <a:sym typeface="Arial"/>
              </a:rPr>
              <a:t>global</a:t>
            </a:r>
            <a:r>
              <a:rPr lang="en-US" altLang="en-US" sz="667" kern="0">
                <a:solidFill>
                  <a:srgbClr val="222222"/>
                </a:solidFill>
                <a:latin typeface="Open Sans" panose="020B0606030504020204" pitchFamily="34" charset="0"/>
                <a:cs typeface="Open Sans" panose="020B0606030504020204" pitchFamily="34" charset="0"/>
                <a:sym typeface="Arial"/>
              </a:rPr>
              <a:t>:</a:t>
            </a:r>
            <a:r>
              <a:rPr lang="en-US" altLang="en-US" sz="1067" kern="0">
                <a:solidFill>
                  <a:srgbClr val="000000"/>
                </a:solidFill>
                <a:cs typeface="Arial"/>
                <a:sym typeface="Arial"/>
              </a:rPr>
              <a:t> </a:t>
            </a:r>
            <a:endParaRPr lang="en-US" altLang="en-US" sz="1200" kern="0">
              <a:solidFill>
                <a:srgbClr val="000000"/>
              </a:solidFill>
              <a:cs typeface="Arial"/>
              <a:sym typeface="Arial"/>
            </a:endParaRPr>
          </a:p>
        </p:txBody>
      </p:sp>
      <p:pic>
        <p:nvPicPr>
          <p:cNvPr id="6" name="Picture 5" descr="A white background with black text&#10;&#10;Description automatically generated">
            <a:extLst>
              <a:ext uri="{FF2B5EF4-FFF2-40B4-BE49-F238E27FC236}">
                <a16:creationId xmlns:a16="http://schemas.microsoft.com/office/drawing/2014/main" id="{003D3F3E-2D70-3E66-FACA-446376D72C2F}"/>
              </a:ext>
            </a:extLst>
          </p:cNvPr>
          <p:cNvPicPr>
            <a:picLocks noChangeAspect="1"/>
          </p:cNvPicPr>
          <p:nvPr/>
        </p:nvPicPr>
        <p:blipFill>
          <a:blip r:embed="rId3"/>
          <a:stretch>
            <a:fillRect/>
          </a:stretch>
        </p:blipFill>
        <p:spPr>
          <a:xfrm>
            <a:off x="2312629" y="4257319"/>
            <a:ext cx="7769943" cy="2034257"/>
          </a:xfrm>
          <a:prstGeom prst="rect">
            <a:avLst/>
          </a:prstGeom>
        </p:spPr>
      </p:pic>
    </p:spTree>
    <p:extLst>
      <p:ext uri="{BB962C8B-B14F-4D97-AF65-F5344CB8AC3E}">
        <p14:creationId xmlns:p14="http://schemas.microsoft.com/office/powerpoint/2010/main" val="2293191025"/>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24042" y="217287"/>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a:solidFill>
            <a:schemeClr val="accent1"/>
          </a:solidFill>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59"/>
            <a:ext cx="10326008" cy="812530"/>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4400" kern="0" dirty="0">
                <a:solidFill>
                  <a:srgbClr val="FFFFFF"/>
                </a:solidFill>
                <a:latin typeface="Courier"/>
                <a:cs typeface="Arial"/>
                <a:sym typeface="Courier"/>
              </a:rPr>
              <a:t>How to use TUPLE</a:t>
            </a:r>
            <a:endParaRPr lang="en-US" sz="4400"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3" name="TextBox 2">
            <a:extLst>
              <a:ext uri="{FF2B5EF4-FFF2-40B4-BE49-F238E27FC236}">
                <a16:creationId xmlns:a16="http://schemas.microsoft.com/office/drawing/2014/main" id="{6F8EC0E4-49E1-37AB-65E4-73DEABA58CB2}"/>
              </a:ext>
            </a:extLst>
          </p:cNvPr>
          <p:cNvSpPr txBox="1"/>
          <p:nvPr/>
        </p:nvSpPr>
        <p:spPr>
          <a:xfrm>
            <a:off x="1353046" y="3168343"/>
            <a:ext cx="10251248" cy="1528945"/>
          </a:xfrm>
          <a:prstGeom prst="rect">
            <a:avLst/>
          </a:prstGeom>
          <a:noFill/>
        </p:spPr>
        <p:txBody>
          <a:bodyPr wrap="square">
            <a:spAutoFit/>
          </a:bodyPr>
          <a:lstStyle/>
          <a:p>
            <a:pPr marL="304815" indent="-304815" defTabSz="609630">
              <a:buClr>
                <a:srgbClr val="FFFFFF"/>
              </a:buClr>
              <a:buFont typeface="Arial" panose="020B0604020202020204" pitchFamily="34" charset="0"/>
              <a:buChar char="•"/>
            </a:pPr>
            <a:r>
              <a:rPr lang="en-US" sz="1867" kern="0" dirty="0">
                <a:solidFill>
                  <a:srgbClr val="FFFFFF"/>
                </a:solidFill>
                <a:latin typeface="Roboto Mono" panose="00000009000000000000" pitchFamily="49" charset="0"/>
                <a:ea typeface="Roboto Mono" panose="00000009000000000000" pitchFamily="49" charset="0"/>
                <a:cs typeface="Arial"/>
                <a:sym typeface="Arial"/>
              </a:rPr>
              <a:t>Len() – return number of element</a:t>
            </a:r>
          </a:p>
          <a:p>
            <a:pPr marL="304815" indent="-304815" defTabSz="609630">
              <a:buClr>
                <a:srgbClr val="FFFFFF"/>
              </a:buClr>
              <a:buFont typeface="Arial" panose="020B0604020202020204" pitchFamily="34" charset="0"/>
              <a:buChar char="•"/>
            </a:pPr>
            <a:r>
              <a:rPr lang="en-US" sz="1867" kern="0" dirty="0">
                <a:solidFill>
                  <a:srgbClr val="FFFFFF"/>
                </a:solidFill>
                <a:latin typeface="Roboto Mono" panose="00000009000000000000" pitchFamily="49" charset="0"/>
                <a:ea typeface="Roboto Mono" panose="00000009000000000000" pitchFamily="49" charset="0"/>
                <a:cs typeface="Arial"/>
                <a:sym typeface="Arial"/>
              </a:rPr>
              <a:t>+ = can join tuples together</a:t>
            </a:r>
          </a:p>
          <a:p>
            <a:pPr marL="304815" indent="-304815" defTabSz="609630">
              <a:buClr>
                <a:srgbClr val="FFFFFF"/>
              </a:buClr>
              <a:buFont typeface="Arial" panose="020B0604020202020204" pitchFamily="34" charset="0"/>
              <a:buChar char="•"/>
            </a:pPr>
            <a:r>
              <a:rPr lang="en-US" sz="1867" kern="0" dirty="0">
                <a:solidFill>
                  <a:srgbClr val="FFFFFF"/>
                </a:solidFill>
                <a:latin typeface="Roboto Mono" panose="00000009000000000000" pitchFamily="49" charset="0"/>
                <a:ea typeface="Roboto Mono" panose="00000009000000000000" pitchFamily="49" charset="0"/>
                <a:cs typeface="Arial"/>
                <a:sym typeface="Arial"/>
              </a:rPr>
              <a:t>* = multiply tuples</a:t>
            </a:r>
          </a:p>
          <a:p>
            <a:pPr marL="304815" indent="-304815" defTabSz="609630">
              <a:buClr>
                <a:srgbClr val="FFFFFF"/>
              </a:buClr>
              <a:buFont typeface="Arial" panose="020B0604020202020204" pitchFamily="34" charset="0"/>
              <a:buChar char="•"/>
            </a:pPr>
            <a:r>
              <a:rPr lang="en-US" sz="1867" kern="0" dirty="0">
                <a:solidFill>
                  <a:srgbClr val="FFFFFF"/>
                </a:solidFill>
                <a:latin typeface="Roboto Mono" panose="00000009000000000000" pitchFamily="49" charset="0"/>
                <a:ea typeface="Roboto Mono" panose="00000009000000000000" pitchFamily="49" charset="0"/>
                <a:cs typeface="Arial"/>
                <a:sym typeface="Arial"/>
              </a:rPr>
              <a:t>In/not in = for expression</a:t>
            </a:r>
          </a:p>
          <a:p>
            <a:pPr defTabSz="609630">
              <a:buClr>
                <a:srgbClr val="FFFFFF"/>
              </a:buClr>
            </a:pPr>
            <a:endParaRPr lang="en-US" sz="1867" kern="0" dirty="0">
              <a:solidFill>
                <a:srgbClr val="FFFFFF"/>
              </a:solidFill>
              <a:latin typeface="Roboto Mono" panose="00000009000000000000" pitchFamily="49" charset="0"/>
              <a:ea typeface="Roboto Mono" panose="00000009000000000000" pitchFamily="49" charset="0"/>
              <a:cs typeface="Arial"/>
              <a:sym typeface="Arial"/>
            </a:endParaRPr>
          </a:p>
        </p:txBody>
      </p:sp>
      <p:sp>
        <p:nvSpPr>
          <p:cNvPr id="4" name="Rectangle 1">
            <a:extLst>
              <a:ext uri="{FF2B5EF4-FFF2-40B4-BE49-F238E27FC236}">
                <a16:creationId xmlns:a16="http://schemas.microsoft.com/office/drawing/2014/main" id="{DBB23E9B-BC55-2D7E-318E-CFBF079E4D53}"/>
              </a:ext>
            </a:extLst>
          </p:cNvPr>
          <p:cNvSpPr>
            <a:spLocks noChangeArrowheads="1"/>
          </p:cNvSpPr>
          <p:nvPr/>
        </p:nvSpPr>
        <p:spPr bwMode="auto">
          <a:xfrm>
            <a:off x="0" y="-112882"/>
            <a:ext cx="2324034" cy="22576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r>
              <a:rPr lang="en-US" altLang="en-US" sz="667" kern="0">
                <a:solidFill>
                  <a:srgbClr val="222222"/>
                </a:solidFill>
                <a:latin typeface="Open Sans" panose="020B0606030504020204" pitchFamily="34" charset="0"/>
                <a:cs typeface="Open Sans" panose="020B0606030504020204" pitchFamily="34" charset="0"/>
                <a:sym typeface="Arial"/>
              </a:rPr>
              <a:t>Such an effect is caused by a keyword named </a:t>
            </a:r>
            <a:r>
              <a:rPr lang="en-US" altLang="en-US" sz="667" kern="0">
                <a:solidFill>
                  <a:srgbClr val="333333"/>
                </a:solidFill>
                <a:latin typeface="Courier New" panose="02070309020205020404" pitchFamily="49" charset="0"/>
                <a:cs typeface="Courier New" panose="02070309020205020404" pitchFamily="49" charset="0"/>
                <a:sym typeface="Arial"/>
              </a:rPr>
              <a:t>global</a:t>
            </a:r>
            <a:r>
              <a:rPr lang="en-US" altLang="en-US" sz="667" kern="0">
                <a:solidFill>
                  <a:srgbClr val="222222"/>
                </a:solidFill>
                <a:latin typeface="Open Sans" panose="020B0606030504020204" pitchFamily="34" charset="0"/>
                <a:cs typeface="Open Sans" panose="020B0606030504020204" pitchFamily="34" charset="0"/>
                <a:sym typeface="Arial"/>
              </a:rPr>
              <a:t>:</a:t>
            </a:r>
            <a:r>
              <a:rPr lang="en-US" altLang="en-US" sz="1067" kern="0">
                <a:solidFill>
                  <a:srgbClr val="000000"/>
                </a:solidFill>
                <a:cs typeface="Arial"/>
                <a:sym typeface="Arial"/>
              </a:rPr>
              <a:t> </a:t>
            </a:r>
            <a:endParaRPr lang="en-US" altLang="en-US" sz="1200" kern="0">
              <a:solidFill>
                <a:srgbClr val="000000"/>
              </a:solidFill>
              <a:cs typeface="Arial"/>
              <a:sym typeface="Arial"/>
            </a:endParaRPr>
          </a:p>
        </p:txBody>
      </p:sp>
      <p:pic>
        <p:nvPicPr>
          <p:cNvPr id="7" name="Picture 6">
            <a:extLst>
              <a:ext uri="{FF2B5EF4-FFF2-40B4-BE49-F238E27FC236}">
                <a16:creationId xmlns:a16="http://schemas.microsoft.com/office/drawing/2014/main" id="{18366109-ADE6-F13A-E200-FDDE569227BF}"/>
              </a:ext>
            </a:extLst>
          </p:cNvPr>
          <p:cNvPicPr>
            <a:picLocks noChangeAspect="1"/>
          </p:cNvPicPr>
          <p:nvPr/>
        </p:nvPicPr>
        <p:blipFill>
          <a:blip r:embed="rId3"/>
          <a:stretch>
            <a:fillRect/>
          </a:stretch>
        </p:blipFill>
        <p:spPr>
          <a:xfrm>
            <a:off x="6889360" y="2691655"/>
            <a:ext cx="3742104" cy="2451223"/>
          </a:xfrm>
          <a:prstGeom prst="rect">
            <a:avLst/>
          </a:prstGeom>
        </p:spPr>
      </p:pic>
    </p:spTree>
    <p:extLst>
      <p:ext uri="{BB962C8B-B14F-4D97-AF65-F5344CB8AC3E}">
        <p14:creationId xmlns:p14="http://schemas.microsoft.com/office/powerpoint/2010/main" val="2175862060"/>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24042" y="217287"/>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a:solidFill>
            <a:schemeClr val="accent1"/>
          </a:solidFill>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59"/>
            <a:ext cx="10326008" cy="812530"/>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4400" kern="0" dirty="0">
                <a:solidFill>
                  <a:srgbClr val="FFFFFF"/>
                </a:solidFill>
                <a:latin typeface="Courier"/>
                <a:cs typeface="Arial"/>
                <a:sym typeface="Courier"/>
              </a:rPr>
              <a:t>How to use TUPLE</a:t>
            </a:r>
            <a:endParaRPr lang="en-US" sz="4400"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3" name="TextBox 2">
            <a:extLst>
              <a:ext uri="{FF2B5EF4-FFF2-40B4-BE49-F238E27FC236}">
                <a16:creationId xmlns:a16="http://schemas.microsoft.com/office/drawing/2014/main" id="{6F8EC0E4-49E1-37AB-65E4-73DEABA58CB2}"/>
              </a:ext>
            </a:extLst>
          </p:cNvPr>
          <p:cNvSpPr txBox="1"/>
          <p:nvPr/>
        </p:nvSpPr>
        <p:spPr>
          <a:xfrm>
            <a:off x="868776" y="2582687"/>
            <a:ext cx="10251248" cy="666977"/>
          </a:xfrm>
          <a:prstGeom prst="rect">
            <a:avLst/>
          </a:prstGeom>
          <a:noFill/>
        </p:spPr>
        <p:txBody>
          <a:bodyPr wrap="square">
            <a:spAutoFit/>
          </a:bodyPr>
          <a:lstStyle/>
          <a:p>
            <a:pPr marL="304815" indent="-304815" defTabSz="609630">
              <a:buClr>
                <a:srgbClr val="FFFFFF"/>
              </a:buClr>
              <a:buFont typeface="Arial" panose="020B0604020202020204" pitchFamily="34" charset="0"/>
              <a:buChar char="•"/>
            </a:pPr>
            <a:r>
              <a:rPr lang="en-US" sz="1867" kern="0" dirty="0">
                <a:solidFill>
                  <a:srgbClr val="FFFFFF"/>
                </a:solidFill>
                <a:latin typeface="Roboto Mono" panose="00000009000000000000" pitchFamily="49" charset="0"/>
                <a:ea typeface="Roboto Mono" panose="00000009000000000000" pitchFamily="49" charset="0"/>
                <a:cs typeface="Arial"/>
                <a:sym typeface="Arial"/>
              </a:rPr>
              <a:t>One of the most useful tuple properties is their ability to </a:t>
            </a:r>
            <a:r>
              <a:rPr lang="en-US" sz="1867" kern="0" dirty="0">
                <a:solidFill>
                  <a:srgbClr val="8C52FF"/>
                </a:solidFill>
                <a:latin typeface="Roboto Mono" panose="00000009000000000000" pitchFamily="49" charset="0"/>
                <a:ea typeface="Roboto Mono" panose="00000009000000000000" pitchFamily="49" charset="0"/>
                <a:cs typeface="Arial"/>
                <a:sym typeface="Arial"/>
              </a:rPr>
              <a:t>appear on the left side of the assignment operator. </a:t>
            </a:r>
          </a:p>
        </p:txBody>
      </p:sp>
      <p:sp>
        <p:nvSpPr>
          <p:cNvPr id="4" name="Rectangle 1">
            <a:extLst>
              <a:ext uri="{FF2B5EF4-FFF2-40B4-BE49-F238E27FC236}">
                <a16:creationId xmlns:a16="http://schemas.microsoft.com/office/drawing/2014/main" id="{DBB23E9B-BC55-2D7E-318E-CFBF079E4D53}"/>
              </a:ext>
            </a:extLst>
          </p:cNvPr>
          <p:cNvSpPr>
            <a:spLocks noChangeArrowheads="1"/>
          </p:cNvSpPr>
          <p:nvPr/>
        </p:nvSpPr>
        <p:spPr bwMode="auto">
          <a:xfrm>
            <a:off x="0" y="-112882"/>
            <a:ext cx="2324034" cy="22576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r>
              <a:rPr lang="en-US" altLang="en-US" sz="667" kern="0">
                <a:solidFill>
                  <a:srgbClr val="222222"/>
                </a:solidFill>
                <a:latin typeface="Open Sans" panose="020B0606030504020204" pitchFamily="34" charset="0"/>
                <a:cs typeface="Open Sans" panose="020B0606030504020204" pitchFamily="34" charset="0"/>
                <a:sym typeface="Arial"/>
              </a:rPr>
              <a:t>Such an effect is caused by a keyword named </a:t>
            </a:r>
            <a:r>
              <a:rPr lang="en-US" altLang="en-US" sz="667" kern="0">
                <a:solidFill>
                  <a:srgbClr val="333333"/>
                </a:solidFill>
                <a:latin typeface="Courier New" panose="02070309020205020404" pitchFamily="49" charset="0"/>
                <a:cs typeface="Courier New" panose="02070309020205020404" pitchFamily="49" charset="0"/>
                <a:sym typeface="Arial"/>
              </a:rPr>
              <a:t>global</a:t>
            </a:r>
            <a:r>
              <a:rPr lang="en-US" altLang="en-US" sz="667" kern="0">
                <a:solidFill>
                  <a:srgbClr val="222222"/>
                </a:solidFill>
                <a:latin typeface="Open Sans" panose="020B0606030504020204" pitchFamily="34" charset="0"/>
                <a:cs typeface="Open Sans" panose="020B0606030504020204" pitchFamily="34" charset="0"/>
                <a:sym typeface="Arial"/>
              </a:rPr>
              <a:t>:</a:t>
            </a:r>
            <a:r>
              <a:rPr lang="en-US" altLang="en-US" sz="1067" kern="0">
                <a:solidFill>
                  <a:srgbClr val="000000"/>
                </a:solidFill>
                <a:cs typeface="Arial"/>
                <a:sym typeface="Arial"/>
              </a:rPr>
              <a:t> </a:t>
            </a:r>
            <a:endParaRPr lang="en-US" altLang="en-US" sz="1200" kern="0">
              <a:solidFill>
                <a:srgbClr val="000000"/>
              </a:solidFill>
              <a:cs typeface="Arial"/>
              <a:sym typeface="Arial"/>
            </a:endParaRPr>
          </a:p>
        </p:txBody>
      </p:sp>
      <p:pic>
        <p:nvPicPr>
          <p:cNvPr id="6" name="Picture 5" descr="A white background with black text and numbers&#10;&#10;Description automatically generated">
            <a:extLst>
              <a:ext uri="{FF2B5EF4-FFF2-40B4-BE49-F238E27FC236}">
                <a16:creationId xmlns:a16="http://schemas.microsoft.com/office/drawing/2014/main" id="{29D97D38-D6E8-1924-6187-359B98F45125}"/>
              </a:ext>
            </a:extLst>
          </p:cNvPr>
          <p:cNvPicPr>
            <a:picLocks noChangeAspect="1"/>
          </p:cNvPicPr>
          <p:nvPr/>
        </p:nvPicPr>
        <p:blipFill>
          <a:blip r:embed="rId3"/>
          <a:stretch>
            <a:fillRect/>
          </a:stretch>
        </p:blipFill>
        <p:spPr>
          <a:xfrm>
            <a:off x="4696125" y="3650495"/>
            <a:ext cx="2790439" cy="2644215"/>
          </a:xfrm>
          <a:prstGeom prst="rect">
            <a:avLst/>
          </a:prstGeom>
        </p:spPr>
      </p:pic>
    </p:spTree>
    <p:extLst>
      <p:ext uri="{BB962C8B-B14F-4D97-AF65-F5344CB8AC3E}">
        <p14:creationId xmlns:p14="http://schemas.microsoft.com/office/powerpoint/2010/main" val="3030702538"/>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Shape 563"/>
        <p:cNvGrpSpPr/>
        <p:nvPr/>
      </p:nvGrpSpPr>
      <p:grpSpPr>
        <a:xfrm>
          <a:off x="0" y="0"/>
          <a:ext cx="0" cy="0"/>
          <a:chOff x="0" y="0"/>
          <a:chExt cx="0" cy="0"/>
        </a:xfrm>
      </p:grpSpPr>
      <p:grpSp>
        <p:nvGrpSpPr>
          <p:cNvPr id="564" name="Google Shape;564;p13"/>
          <p:cNvGrpSpPr/>
          <p:nvPr/>
        </p:nvGrpSpPr>
        <p:grpSpPr>
          <a:xfrm>
            <a:off x="324042" y="217287"/>
            <a:ext cx="11543917" cy="6302879"/>
            <a:chOff x="0" y="-241102"/>
            <a:chExt cx="23087835" cy="12605759"/>
          </a:xfrm>
        </p:grpSpPr>
        <p:grpSp>
          <p:nvGrpSpPr>
            <p:cNvPr id="565" name="Google Shape;565;p13"/>
            <p:cNvGrpSpPr/>
            <p:nvPr/>
          </p:nvGrpSpPr>
          <p:grpSpPr>
            <a:xfrm>
              <a:off x="0" y="-241102"/>
              <a:ext cx="23069216" cy="12605759"/>
              <a:chOff x="0" y="-47625"/>
              <a:chExt cx="4556882" cy="2490026"/>
            </a:xfrm>
          </p:grpSpPr>
          <p:sp>
            <p:nvSpPr>
              <p:cNvPr id="566" name="Google Shape;566;p13"/>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567" name="Google Shape;567;p13"/>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568" name="Google Shape;568;p13"/>
            <p:cNvGrpSpPr/>
            <p:nvPr/>
          </p:nvGrpSpPr>
          <p:grpSpPr>
            <a:xfrm>
              <a:off x="18619" y="-241102"/>
              <a:ext cx="23069216" cy="12605759"/>
              <a:chOff x="0" y="-47625"/>
              <a:chExt cx="4556882" cy="2490026"/>
            </a:xfrm>
          </p:grpSpPr>
          <p:sp>
            <p:nvSpPr>
              <p:cNvPr id="569" name="Google Shape;569;p13"/>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570" name="Google Shape;570;p13"/>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cxnSp>
          <p:nvCxnSpPr>
            <p:cNvPr id="571" name="Google Shape;571;p13"/>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572" name="Google Shape;572;p13"/>
            <p:cNvGrpSpPr/>
            <p:nvPr/>
          </p:nvGrpSpPr>
          <p:grpSpPr>
            <a:xfrm>
              <a:off x="318466" y="201915"/>
              <a:ext cx="394763" cy="394763"/>
              <a:chOff x="0" y="0"/>
              <a:chExt cx="812800" cy="812800"/>
            </a:xfrm>
          </p:grpSpPr>
          <p:sp>
            <p:nvSpPr>
              <p:cNvPr id="573" name="Google Shape;573;p13"/>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574" name="Google Shape;574;p13"/>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575" name="Google Shape;575;p13"/>
            <p:cNvGrpSpPr/>
            <p:nvPr/>
          </p:nvGrpSpPr>
          <p:grpSpPr>
            <a:xfrm>
              <a:off x="989083" y="201915"/>
              <a:ext cx="394763" cy="394763"/>
              <a:chOff x="0" y="0"/>
              <a:chExt cx="812800" cy="812800"/>
            </a:xfrm>
          </p:grpSpPr>
          <p:sp>
            <p:nvSpPr>
              <p:cNvPr id="576" name="Google Shape;576;p13"/>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577" name="Google Shape;577;p13"/>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578" name="Google Shape;578;p13"/>
            <p:cNvGrpSpPr/>
            <p:nvPr/>
          </p:nvGrpSpPr>
          <p:grpSpPr>
            <a:xfrm>
              <a:off x="1663247" y="201915"/>
              <a:ext cx="394763" cy="394763"/>
              <a:chOff x="0" y="0"/>
              <a:chExt cx="812800" cy="812800"/>
            </a:xfrm>
          </p:grpSpPr>
          <p:sp>
            <p:nvSpPr>
              <p:cNvPr id="579" name="Google Shape;579;p13"/>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580" name="Google Shape;580;p13"/>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sp>
        <p:nvSpPr>
          <p:cNvPr id="581" name="Google Shape;581;p13"/>
          <p:cNvSpPr txBox="1"/>
          <p:nvPr/>
        </p:nvSpPr>
        <p:spPr>
          <a:xfrm>
            <a:off x="739460" y="2467033"/>
            <a:ext cx="6880946" cy="2441566"/>
          </a:xfrm>
          <a:prstGeom prst="rect">
            <a:avLst/>
          </a:prstGeom>
          <a:noFill/>
          <a:ln>
            <a:noFill/>
          </a:ln>
        </p:spPr>
        <p:txBody>
          <a:bodyPr spcFirstLastPara="1" wrap="square" lIns="0" tIns="0" rIns="0" bIns="0" anchor="t" anchorCtr="0">
            <a:spAutoFit/>
          </a:bodyPr>
          <a:lstStyle/>
          <a:p>
            <a:pPr defTabSz="609630">
              <a:lnSpc>
                <a:spcPct val="119997"/>
              </a:lnSpc>
              <a:buClr>
                <a:srgbClr val="000000"/>
              </a:buClr>
            </a:pPr>
            <a:r>
              <a:rPr lang="en-US" sz="6611" kern="0" dirty="0">
                <a:solidFill>
                  <a:srgbClr val="FFFFFF"/>
                </a:solidFill>
                <a:latin typeface="Courier"/>
                <a:ea typeface="Courier"/>
                <a:cs typeface="Courier"/>
                <a:sym typeface="Courier"/>
              </a:rPr>
              <a:t>COLLECTION</a:t>
            </a:r>
          </a:p>
          <a:p>
            <a:pPr defTabSz="609630">
              <a:lnSpc>
                <a:spcPct val="119997"/>
              </a:lnSpc>
              <a:buClr>
                <a:srgbClr val="000000"/>
              </a:buClr>
            </a:pPr>
            <a:r>
              <a:rPr lang="en-US" sz="6611" kern="0" dirty="0">
                <a:solidFill>
                  <a:srgbClr val="FFFFFF"/>
                </a:solidFill>
                <a:latin typeface="Courier"/>
                <a:ea typeface="Courier"/>
                <a:cs typeface="Courier"/>
                <a:sym typeface="Courier"/>
              </a:rPr>
              <a:t>DICTIONARY</a:t>
            </a:r>
            <a:endParaRPr sz="933" kern="0" dirty="0">
              <a:solidFill>
                <a:srgbClr val="000000"/>
              </a:solidFill>
              <a:latin typeface="Arial"/>
              <a:cs typeface="Arial"/>
              <a:sym typeface="Arial"/>
            </a:endParaRPr>
          </a:p>
        </p:txBody>
      </p:sp>
      <p:grpSp>
        <p:nvGrpSpPr>
          <p:cNvPr id="582" name="Google Shape;582;p13"/>
          <p:cNvGrpSpPr/>
          <p:nvPr/>
        </p:nvGrpSpPr>
        <p:grpSpPr>
          <a:xfrm>
            <a:off x="685801" y="998505"/>
            <a:ext cx="1755951" cy="1109071"/>
            <a:chOff x="0" y="-47625"/>
            <a:chExt cx="751045" cy="474365"/>
          </a:xfrm>
        </p:grpSpPr>
        <p:sp>
          <p:nvSpPr>
            <p:cNvPr id="583" name="Google Shape;583;p13"/>
            <p:cNvSpPr/>
            <p:nvPr/>
          </p:nvSpPr>
          <p:spPr>
            <a:xfrm>
              <a:off x="0" y="0"/>
              <a:ext cx="751045" cy="426740"/>
            </a:xfrm>
            <a:custGeom>
              <a:avLst/>
              <a:gdLst/>
              <a:ahLst/>
              <a:cxnLst/>
              <a:rect l="l" t="t" r="r" b="b"/>
              <a:pathLst>
                <a:path w="751045" h="426740" extrusionOk="0">
                  <a:moveTo>
                    <a:pt x="47029" y="0"/>
                  </a:moveTo>
                  <a:lnTo>
                    <a:pt x="704016" y="0"/>
                  </a:lnTo>
                  <a:cubicBezTo>
                    <a:pt x="729989" y="0"/>
                    <a:pt x="751045" y="21056"/>
                    <a:pt x="751045" y="47029"/>
                  </a:cubicBezTo>
                  <a:lnTo>
                    <a:pt x="751045" y="379711"/>
                  </a:lnTo>
                  <a:cubicBezTo>
                    <a:pt x="751045" y="405685"/>
                    <a:pt x="729989" y="426740"/>
                    <a:pt x="704016" y="426740"/>
                  </a:cubicBezTo>
                  <a:lnTo>
                    <a:pt x="47029" y="426740"/>
                  </a:lnTo>
                  <a:cubicBezTo>
                    <a:pt x="21056" y="426740"/>
                    <a:pt x="0" y="405685"/>
                    <a:pt x="0" y="379711"/>
                  </a:cubicBezTo>
                  <a:lnTo>
                    <a:pt x="0" y="47029"/>
                  </a:lnTo>
                  <a:cubicBezTo>
                    <a:pt x="0" y="21056"/>
                    <a:pt x="21056" y="0"/>
                    <a:pt x="47029" y="0"/>
                  </a:cubicBezTo>
                  <a:close/>
                </a:path>
              </a:pathLst>
            </a:custGeom>
            <a:solidFill>
              <a:srgbClr val="FF66C4"/>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584" name="Google Shape;584;p13"/>
            <p:cNvSpPr txBox="1"/>
            <p:nvPr/>
          </p:nvSpPr>
          <p:spPr>
            <a:xfrm>
              <a:off x="0" y="-47625"/>
              <a:ext cx="751045"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585" name="Google Shape;585;p13"/>
          <p:cNvGrpSpPr/>
          <p:nvPr/>
        </p:nvGrpSpPr>
        <p:grpSpPr>
          <a:xfrm>
            <a:off x="739461" y="1161334"/>
            <a:ext cx="1755951" cy="1109071"/>
            <a:chOff x="0" y="-47625"/>
            <a:chExt cx="751045" cy="474365"/>
          </a:xfrm>
        </p:grpSpPr>
        <p:sp>
          <p:nvSpPr>
            <p:cNvPr id="586" name="Google Shape;586;p13"/>
            <p:cNvSpPr/>
            <p:nvPr/>
          </p:nvSpPr>
          <p:spPr>
            <a:xfrm>
              <a:off x="0" y="0"/>
              <a:ext cx="751045" cy="426740"/>
            </a:xfrm>
            <a:custGeom>
              <a:avLst/>
              <a:gdLst/>
              <a:ahLst/>
              <a:cxnLst/>
              <a:rect l="l" t="t" r="r" b="b"/>
              <a:pathLst>
                <a:path w="751045" h="426740" extrusionOk="0">
                  <a:moveTo>
                    <a:pt x="52908" y="0"/>
                  </a:moveTo>
                  <a:lnTo>
                    <a:pt x="698137" y="0"/>
                  </a:lnTo>
                  <a:cubicBezTo>
                    <a:pt x="727357" y="0"/>
                    <a:pt x="751045" y="23688"/>
                    <a:pt x="751045" y="52908"/>
                  </a:cubicBezTo>
                  <a:lnTo>
                    <a:pt x="751045" y="373833"/>
                  </a:lnTo>
                  <a:cubicBezTo>
                    <a:pt x="751045" y="403053"/>
                    <a:pt x="727357" y="426740"/>
                    <a:pt x="698137" y="426740"/>
                  </a:cubicBezTo>
                  <a:lnTo>
                    <a:pt x="52908" y="426740"/>
                  </a:lnTo>
                  <a:cubicBezTo>
                    <a:pt x="23688" y="426740"/>
                    <a:pt x="0" y="403053"/>
                    <a:pt x="0" y="373833"/>
                  </a:cubicBezTo>
                  <a:lnTo>
                    <a:pt x="0" y="52908"/>
                  </a:lnTo>
                  <a:cubicBezTo>
                    <a:pt x="0" y="23688"/>
                    <a:pt x="23688" y="0"/>
                    <a:pt x="52908"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587" name="Google Shape;587;p13"/>
            <p:cNvSpPr txBox="1"/>
            <p:nvPr/>
          </p:nvSpPr>
          <p:spPr>
            <a:xfrm>
              <a:off x="0" y="-47625"/>
              <a:ext cx="751045"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588" name="Google Shape;588;p13"/>
          <p:cNvSpPr txBox="1"/>
          <p:nvPr/>
        </p:nvSpPr>
        <p:spPr>
          <a:xfrm>
            <a:off x="1039774" y="1310107"/>
            <a:ext cx="1155325" cy="1220783"/>
          </a:xfrm>
          <a:prstGeom prst="rect">
            <a:avLst/>
          </a:prstGeom>
          <a:noFill/>
          <a:ln>
            <a:noFill/>
          </a:ln>
        </p:spPr>
        <p:txBody>
          <a:bodyPr spcFirstLastPara="1" wrap="square" lIns="0" tIns="0" rIns="0" bIns="0" anchor="t" anchorCtr="0">
            <a:spAutoFit/>
          </a:bodyPr>
          <a:lstStyle/>
          <a:p>
            <a:pPr defTabSz="609630">
              <a:lnSpc>
                <a:spcPct val="119997"/>
              </a:lnSpc>
              <a:buClr>
                <a:srgbClr val="000000"/>
              </a:buClr>
            </a:pPr>
            <a:r>
              <a:rPr lang="en-US" sz="6611" kern="0" dirty="0">
                <a:solidFill>
                  <a:srgbClr val="FFFFFF"/>
                </a:solidFill>
                <a:latin typeface="Courier"/>
                <a:ea typeface="Courier"/>
                <a:cs typeface="Courier"/>
                <a:sym typeface="Courier"/>
              </a:rPr>
              <a:t>01</a:t>
            </a:r>
            <a:endParaRPr sz="933" kern="0" dirty="0">
              <a:solidFill>
                <a:srgbClr val="000000"/>
              </a:solidFill>
              <a:latin typeface="Arial"/>
              <a:cs typeface="Arial"/>
              <a:sym typeface="Arial"/>
            </a:endParaRPr>
          </a:p>
        </p:txBody>
      </p:sp>
      <p:grpSp>
        <p:nvGrpSpPr>
          <p:cNvPr id="590" name="Google Shape;590;p13"/>
          <p:cNvGrpSpPr/>
          <p:nvPr/>
        </p:nvGrpSpPr>
        <p:grpSpPr>
          <a:xfrm>
            <a:off x="8158040" y="1005571"/>
            <a:ext cx="3257877" cy="1763065"/>
            <a:chOff x="0" y="-208563"/>
            <a:chExt cx="6515753" cy="3526129"/>
          </a:xfrm>
        </p:grpSpPr>
        <p:grpSp>
          <p:nvGrpSpPr>
            <p:cNvPr id="591" name="Google Shape;591;p13"/>
            <p:cNvGrpSpPr/>
            <p:nvPr/>
          </p:nvGrpSpPr>
          <p:grpSpPr>
            <a:xfrm>
              <a:off x="2956287" y="2617202"/>
              <a:ext cx="3559466" cy="700364"/>
              <a:chOff x="0" y="-47625"/>
              <a:chExt cx="812800" cy="159927"/>
            </a:xfrm>
          </p:grpSpPr>
          <p:sp>
            <p:nvSpPr>
              <p:cNvPr id="592" name="Google Shape;592;p13"/>
              <p:cNvSpPr/>
              <p:nvPr/>
            </p:nvSpPr>
            <p:spPr>
              <a:xfrm>
                <a:off x="0" y="0"/>
                <a:ext cx="812800" cy="112302"/>
              </a:xfrm>
              <a:custGeom>
                <a:avLst/>
                <a:gdLst/>
                <a:ahLst/>
                <a:cxnLst/>
                <a:rect l="l" t="t" r="r" b="b"/>
                <a:pathLst>
                  <a:path w="812800" h="112302" extrusionOk="0">
                    <a:moveTo>
                      <a:pt x="56151" y="0"/>
                    </a:moveTo>
                    <a:lnTo>
                      <a:pt x="756649" y="0"/>
                    </a:lnTo>
                    <a:cubicBezTo>
                      <a:pt x="771541" y="0"/>
                      <a:pt x="785823" y="5916"/>
                      <a:pt x="796354" y="16446"/>
                    </a:cubicBezTo>
                    <a:cubicBezTo>
                      <a:pt x="806884" y="26977"/>
                      <a:pt x="812800" y="41259"/>
                      <a:pt x="812800" y="56151"/>
                    </a:cubicBezTo>
                    <a:lnTo>
                      <a:pt x="812800" y="56151"/>
                    </a:lnTo>
                    <a:cubicBezTo>
                      <a:pt x="812800" y="87162"/>
                      <a:pt x="787660" y="112302"/>
                      <a:pt x="756649" y="112302"/>
                    </a:cubicBezTo>
                    <a:lnTo>
                      <a:pt x="56151" y="112302"/>
                    </a:lnTo>
                    <a:cubicBezTo>
                      <a:pt x="41259" y="112302"/>
                      <a:pt x="26977" y="106386"/>
                      <a:pt x="16446" y="95856"/>
                    </a:cubicBezTo>
                    <a:cubicBezTo>
                      <a:pt x="5916" y="85326"/>
                      <a:pt x="0" y="71043"/>
                      <a:pt x="0" y="56151"/>
                    </a:cubicBezTo>
                    <a:lnTo>
                      <a:pt x="0" y="56151"/>
                    </a:lnTo>
                    <a:cubicBezTo>
                      <a:pt x="0" y="41259"/>
                      <a:pt x="5916" y="26977"/>
                      <a:pt x="16446" y="16446"/>
                    </a:cubicBezTo>
                    <a:cubicBezTo>
                      <a:pt x="26977" y="5916"/>
                      <a:pt x="41259" y="0"/>
                      <a:pt x="56151" y="0"/>
                    </a:cubicBezTo>
                    <a:close/>
                  </a:path>
                </a:pathLst>
              </a:custGeom>
              <a:solidFill>
                <a:srgbClr val="8C52FF"/>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593" name="Google Shape;593;p13"/>
              <p:cNvSpPr txBox="1"/>
              <p:nvPr/>
            </p:nvSpPr>
            <p:spPr>
              <a:xfrm>
                <a:off x="0" y="-47625"/>
                <a:ext cx="812800" cy="159927"/>
              </a:xfrm>
              <a:prstGeom prst="rect">
                <a:avLst/>
              </a:prstGeom>
              <a:noFill/>
              <a:ln>
                <a:noFill/>
              </a:ln>
            </p:spPr>
            <p:txBody>
              <a:bodyPr spcFirstLastPara="1" wrap="square" lIns="33867" tIns="33867" rIns="33867" bIns="33867" anchor="ctr" anchorCtr="0">
                <a:noAutofit/>
              </a:bodyPr>
              <a:lstStyle/>
              <a:p>
                <a:pPr algn="ctr" defTabSz="609630">
                  <a:lnSpc>
                    <a:spcPct val="186666"/>
                  </a:lnSpc>
                  <a:buClr>
                    <a:srgbClr val="000000"/>
                  </a:buClr>
                </a:pPr>
                <a:endParaRPr sz="1200" kern="0">
                  <a:solidFill>
                    <a:srgbClr val="000000"/>
                  </a:solidFill>
                  <a:latin typeface="Calibri"/>
                  <a:ea typeface="Calibri"/>
                  <a:cs typeface="Calibri"/>
                  <a:sym typeface="Calibri"/>
                </a:endParaRPr>
              </a:p>
            </p:txBody>
          </p:sp>
        </p:grpSp>
        <p:grpSp>
          <p:nvGrpSpPr>
            <p:cNvPr id="594" name="Google Shape;594;p13"/>
            <p:cNvGrpSpPr/>
            <p:nvPr/>
          </p:nvGrpSpPr>
          <p:grpSpPr>
            <a:xfrm>
              <a:off x="2500711" y="1675891"/>
              <a:ext cx="4015041" cy="700364"/>
              <a:chOff x="0" y="-47625"/>
              <a:chExt cx="916830" cy="159927"/>
            </a:xfrm>
          </p:grpSpPr>
          <p:sp>
            <p:nvSpPr>
              <p:cNvPr id="595" name="Google Shape;595;p13"/>
              <p:cNvSpPr/>
              <p:nvPr/>
            </p:nvSpPr>
            <p:spPr>
              <a:xfrm>
                <a:off x="0" y="0"/>
                <a:ext cx="916830" cy="112302"/>
              </a:xfrm>
              <a:custGeom>
                <a:avLst/>
                <a:gdLst/>
                <a:ahLst/>
                <a:cxnLst/>
                <a:rect l="l" t="t" r="r" b="b"/>
                <a:pathLst>
                  <a:path w="916830" h="112302" extrusionOk="0">
                    <a:moveTo>
                      <a:pt x="56151" y="0"/>
                    </a:moveTo>
                    <a:lnTo>
                      <a:pt x="860679" y="0"/>
                    </a:lnTo>
                    <a:cubicBezTo>
                      <a:pt x="891690" y="0"/>
                      <a:pt x="916830" y="25140"/>
                      <a:pt x="916830" y="56151"/>
                    </a:cubicBezTo>
                    <a:lnTo>
                      <a:pt x="916830" y="56151"/>
                    </a:lnTo>
                    <a:cubicBezTo>
                      <a:pt x="916830" y="71043"/>
                      <a:pt x="910914" y="85326"/>
                      <a:pt x="900384" y="95856"/>
                    </a:cubicBezTo>
                    <a:cubicBezTo>
                      <a:pt x="889853" y="106386"/>
                      <a:pt x="875571" y="112302"/>
                      <a:pt x="860679" y="112302"/>
                    </a:cubicBezTo>
                    <a:lnTo>
                      <a:pt x="56151" y="112302"/>
                    </a:lnTo>
                    <a:cubicBezTo>
                      <a:pt x="41259" y="112302"/>
                      <a:pt x="26977" y="106386"/>
                      <a:pt x="16446" y="95856"/>
                    </a:cubicBezTo>
                    <a:cubicBezTo>
                      <a:pt x="5916" y="85326"/>
                      <a:pt x="0" y="71043"/>
                      <a:pt x="0" y="56151"/>
                    </a:cubicBezTo>
                    <a:lnTo>
                      <a:pt x="0" y="56151"/>
                    </a:lnTo>
                    <a:cubicBezTo>
                      <a:pt x="0" y="41259"/>
                      <a:pt x="5916" y="26977"/>
                      <a:pt x="16446" y="16446"/>
                    </a:cubicBezTo>
                    <a:cubicBezTo>
                      <a:pt x="26977" y="5916"/>
                      <a:pt x="41259" y="0"/>
                      <a:pt x="56151" y="0"/>
                    </a:cubicBezTo>
                    <a:close/>
                  </a:path>
                </a:pathLst>
              </a:custGeom>
              <a:solidFill>
                <a:srgbClr val="FF66C4"/>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596" name="Google Shape;596;p13"/>
              <p:cNvSpPr txBox="1"/>
              <p:nvPr/>
            </p:nvSpPr>
            <p:spPr>
              <a:xfrm>
                <a:off x="0" y="-47625"/>
                <a:ext cx="916830" cy="159927"/>
              </a:xfrm>
              <a:prstGeom prst="rect">
                <a:avLst/>
              </a:prstGeom>
              <a:noFill/>
              <a:ln>
                <a:noFill/>
              </a:ln>
            </p:spPr>
            <p:txBody>
              <a:bodyPr spcFirstLastPara="1" wrap="square" lIns="33867" tIns="33867" rIns="33867" bIns="33867" anchor="ctr" anchorCtr="0">
                <a:noAutofit/>
              </a:bodyPr>
              <a:lstStyle/>
              <a:p>
                <a:pPr algn="ctr" defTabSz="609630">
                  <a:lnSpc>
                    <a:spcPct val="186666"/>
                  </a:lnSpc>
                  <a:buClr>
                    <a:srgbClr val="000000"/>
                  </a:buClr>
                </a:pPr>
                <a:endParaRPr sz="1200" kern="0">
                  <a:solidFill>
                    <a:srgbClr val="000000"/>
                  </a:solidFill>
                  <a:latin typeface="Calibri"/>
                  <a:ea typeface="Calibri"/>
                  <a:cs typeface="Calibri"/>
                  <a:sym typeface="Calibri"/>
                </a:endParaRPr>
              </a:p>
            </p:txBody>
          </p:sp>
        </p:grpSp>
        <p:grpSp>
          <p:nvGrpSpPr>
            <p:cNvPr id="597" name="Google Shape;597;p13"/>
            <p:cNvGrpSpPr/>
            <p:nvPr/>
          </p:nvGrpSpPr>
          <p:grpSpPr>
            <a:xfrm>
              <a:off x="1587463" y="-208563"/>
              <a:ext cx="2010510" cy="700364"/>
              <a:chOff x="0" y="-47625"/>
              <a:chExt cx="459098" cy="159927"/>
            </a:xfrm>
          </p:grpSpPr>
          <p:sp>
            <p:nvSpPr>
              <p:cNvPr id="598" name="Google Shape;598;p13"/>
              <p:cNvSpPr/>
              <p:nvPr/>
            </p:nvSpPr>
            <p:spPr>
              <a:xfrm>
                <a:off x="0" y="0"/>
                <a:ext cx="459098" cy="112302"/>
              </a:xfrm>
              <a:custGeom>
                <a:avLst/>
                <a:gdLst/>
                <a:ahLst/>
                <a:cxnLst/>
                <a:rect l="l" t="t" r="r" b="b"/>
                <a:pathLst>
                  <a:path w="459098" h="112302" extrusionOk="0">
                    <a:moveTo>
                      <a:pt x="56151" y="0"/>
                    </a:moveTo>
                    <a:lnTo>
                      <a:pt x="402947" y="0"/>
                    </a:lnTo>
                    <a:cubicBezTo>
                      <a:pt x="433958" y="0"/>
                      <a:pt x="459098" y="25140"/>
                      <a:pt x="459098" y="56151"/>
                    </a:cubicBezTo>
                    <a:lnTo>
                      <a:pt x="459098" y="56151"/>
                    </a:lnTo>
                    <a:cubicBezTo>
                      <a:pt x="459098" y="71043"/>
                      <a:pt x="453182" y="85326"/>
                      <a:pt x="442651" y="95856"/>
                    </a:cubicBezTo>
                    <a:cubicBezTo>
                      <a:pt x="432121" y="106386"/>
                      <a:pt x="417839" y="112302"/>
                      <a:pt x="402947" y="112302"/>
                    </a:cubicBezTo>
                    <a:lnTo>
                      <a:pt x="56151" y="112302"/>
                    </a:lnTo>
                    <a:cubicBezTo>
                      <a:pt x="41259" y="112302"/>
                      <a:pt x="26977" y="106386"/>
                      <a:pt x="16446" y="95856"/>
                    </a:cubicBezTo>
                    <a:cubicBezTo>
                      <a:pt x="5916" y="85326"/>
                      <a:pt x="0" y="71043"/>
                      <a:pt x="0" y="56151"/>
                    </a:cubicBezTo>
                    <a:lnTo>
                      <a:pt x="0" y="56151"/>
                    </a:lnTo>
                    <a:cubicBezTo>
                      <a:pt x="0" y="41259"/>
                      <a:pt x="5916" y="26977"/>
                      <a:pt x="16446" y="16446"/>
                    </a:cubicBezTo>
                    <a:cubicBezTo>
                      <a:pt x="26977" y="5916"/>
                      <a:pt x="41259" y="0"/>
                      <a:pt x="56151" y="0"/>
                    </a:cubicBezTo>
                    <a:close/>
                  </a:path>
                </a:pathLst>
              </a:custGeom>
              <a:solidFill>
                <a:srgbClr val="8C52FF"/>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599" name="Google Shape;599;p13"/>
              <p:cNvSpPr txBox="1"/>
              <p:nvPr/>
            </p:nvSpPr>
            <p:spPr>
              <a:xfrm>
                <a:off x="0" y="-47625"/>
                <a:ext cx="459098" cy="159927"/>
              </a:xfrm>
              <a:prstGeom prst="rect">
                <a:avLst/>
              </a:prstGeom>
              <a:noFill/>
              <a:ln>
                <a:noFill/>
              </a:ln>
            </p:spPr>
            <p:txBody>
              <a:bodyPr spcFirstLastPara="1" wrap="square" lIns="33867" tIns="33867" rIns="33867" bIns="33867" anchor="ctr" anchorCtr="0">
                <a:noAutofit/>
              </a:bodyPr>
              <a:lstStyle/>
              <a:p>
                <a:pPr algn="ctr" defTabSz="609630">
                  <a:lnSpc>
                    <a:spcPct val="186666"/>
                  </a:lnSpc>
                  <a:buClr>
                    <a:srgbClr val="000000"/>
                  </a:buClr>
                </a:pPr>
                <a:endParaRPr sz="1200" kern="0">
                  <a:solidFill>
                    <a:srgbClr val="000000"/>
                  </a:solidFill>
                  <a:latin typeface="Calibri"/>
                  <a:ea typeface="Calibri"/>
                  <a:cs typeface="Calibri"/>
                  <a:sym typeface="Calibri"/>
                </a:endParaRPr>
              </a:p>
            </p:txBody>
          </p:sp>
        </p:grpSp>
        <p:grpSp>
          <p:nvGrpSpPr>
            <p:cNvPr id="600" name="Google Shape;600;p13"/>
            <p:cNvGrpSpPr/>
            <p:nvPr/>
          </p:nvGrpSpPr>
          <p:grpSpPr>
            <a:xfrm>
              <a:off x="4062684" y="733664"/>
              <a:ext cx="2453069" cy="700364"/>
              <a:chOff x="0" y="-47625"/>
              <a:chExt cx="560156" cy="159927"/>
            </a:xfrm>
          </p:grpSpPr>
          <p:sp>
            <p:nvSpPr>
              <p:cNvPr id="601" name="Google Shape;601;p13"/>
              <p:cNvSpPr/>
              <p:nvPr/>
            </p:nvSpPr>
            <p:spPr>
              <a:xfrm>
                <a:off x="0" y="0"/>
                <a:ext cx="560156" cy="112302"/>
              </a:xfrm>
              <a:custGeom>
                <a:avLst/>
                <a:gdLst/>
                <a:ahLst/>
                <a:cxnLst/>
                <a:rect l="l" t="t" r="r" b="b"/>
                <a:pathLst>
                  <a:path w="560156" h="112302" extrusionOk="0">
                    <a:moveTo>
                      <a:pt x="56151" y="0"/>
                    </a:moveTo>
                    <a:lnTo>
                      <a:pt x="504004" y="0"/>
                    </a:lnTo>
                    <a:cubicBezTo>
                      <a:pt x="518897" y="0"/>
                      <a:pt x="533179" y="5916"/>
                      <a:pt x="543709" y="16446"/>
                    </a:cubicBezTo>
                    <a:cubicBezTo>
                      <a:pt x="554240" y="26977"/>
                      <a:pt x="560156" y="41259"/>
                      <a:pt x="560156" y="56151"/>
                    </a:cubicBezTo>
                    <a:lnTo>
                      <a:pt x="560156" y="56151"/>
                    </a:lnTo>
                    <a:cubicBezTo>
                      <a:pt x="560156" y="87162"/>
                      <a:pt x="535016" y="112302"/>
                      <a:pt x="504004" y="112302"/>
                    </a:cubicBezTo>
                    <a:lnTo>
                      <a:pt x="56151" y="112302"/>
                    </a:lnTo>
                    <a:cubicBezTo>
                      <a:pt x="41259" y="112302"/>
                      <a:pt x="26977" y="106386"/>
                      <a:pt x="16446" y="95856"/>
                    </a:cubicBezTo>
                    <a:cubicBezTo>
                      <a:pt x="5916" y="85326"/>
                      <a:pt x="0" y="71043"/>
                      <a:pt x="0" y="56151"/>
                    </a:cubicBezTo>
                    <a:lnTo>
                      <a:pt x="0" y="56151"/>
                    </a:lnTo>
                    <a:cubicBezTo>
                      <a:pt x="0" y="41259"/>
                      <a:pt x="5916" y="26977"/>
                      <a:pt x="16446" y="16446"/>
                    </a:cubicBezTo>
                    <a:cubicBezTo>
                      <a:pt x="26977" y="5916"/>
                      <a:pt x="41259" y="0"/>
                      <a:pt x="56151" y="0"/>
                    </a:cubicBezTo>
                    <a:close/>
                  </a:path>
                </a:pathLst>
              </a:custGeom>
              <a:solidFill>
                <a:srgbClr val="3B3A3A"/>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02" name="Google Shape;602;p13"/>
              <p:cNvSpPr txBox="1"/>
              <p:nvPr/>
            </p:nvSpPr>
            <p:spPr>
              <a:xfrm>
                <a:off x="0" y="-47625"/>
                <a:ext cx="560156" cy="159927"/>
              </a:xfrm>
              <a:prstGeom prst="rect">
                <a:avLst/>
              </a:prstGeom>
              <a:noFill/>
              <a:ln>
                <a:noFill/>
              </a:ln>
            </p:spPr>
            <p:txBody>
              <a:bodyPr spcFirstLastPara="1" wrap="square" lIns="33867" tIns="33867" rIns="33867" bIns="33867" anchor="ctr" anchorCtr="0">
                <a:noAutofit/>
              </a:bodyPr>
              <a:lstStyle/>
              <a:p>
                <a:pPr algn="ctr" defTabSz="609630">
                  <a:lnSpc>
                    <a:spcPct val="186666"/>
                  </a:lnSpc>
                  <a:buClr>
                    <a:srgbClr val="000000"/>
                  </a:buClr>
                </a:pPr>
                <a:endParaRPr sz="1200" kern="0">
                  <a:solidFill>
                    <a:srgbClr val="000000"/>
                  </a:solidFill>
                  <a:latin typeface="Calibri"/>
                  <a:ea typeface="Calibri"/>
                  <a:cs typeface="Calibri"/>
                  <a:sym typeface="Calibri"/>
                </a:endParaRPr>
              </a:p>
            </p:txBody>
          </p:sp>
        </p:grpSp>
        <p:grpSp>
          <p:nvGrpSpPr>
            <p:cNvPr id="603" name="Google Shape;603;p13"/>
            <p:cNvGrpSpPr/>
            <p:nvPr/>
          </p:nvGrpSpPr>
          <p:grpSpPr>
            <a:xfrm>
              <a:off x="4882719" y="-208563"/>
              <a:ext cx="1633034" cy="700364"/>
              <a:chOff x="0" y="-47625"/>
              <a:chExt cx="372901" cy="159927"/>
            </a:xfrm>
          </p:grpSpPr>
          <p:sp>
            <p:nvSpPr>
              <p:cNvPr id="604" name="Google Shape;604;p13"/>
              <p:cNvSpPr/>
              <p:nvPr/>
            </p:nvSpPr>
            <p:spPr>
              <a:xfrm>
                <a:off x="0" y="0"/>
                <a:ext cx="372901" cy="112302"/>
              </a:xfrm>
              <a:custGeom>
                <a:avLst/>
                <a:gdLst/>
                <a:ahLst/>
                <a:cxnLst/>
                <a:rect l="l" t="t" r="r" b="b"/>
                <a:pathLst>
                  <a:path w="372901" h="112302" extrusionOk="0">
                    <a:moveTo>
                      <a:pt x="56151" y="0"/>
                    </a:moveTo>
                    <a:lnTo>
                      <a:pt x="316750" y="0"/>
                    </a:lnTo>
                    <a:cubicBezTo>
                      <a:pt x="347762" y="0"/>
                      <a:pt x="372901" y="25140"/>
                      <a:pt x="372901" y="56151"/>
                    </a:cubicBezTo>
                    <a:lnTo>
                      <a:pt x="372901" y="56151"/>
                    </a:lnTo>
                    <a:cubicBezTo>
                      <a:pt x="372901" y="71043"/>
                      <a:pt x="366985" y="85326"/>
                      <a:pt x="356455" y="95856"/>
                    </a:cubicBezTo>
                    <a:cubicBezTo>
                      <a:pt x="345925" y="106386"/>
                      <a:pt x="331642" y="112302"/>
                      <a:pt x="316750" y="112302"/>
                    </a:cubicBezTo>
                    <a:lnTo>
                      <a:pt x="56151" y="112302"/>
                    </a:lnTo>
                    <a:cubicBezTo>
                      <a:pt x="41259" y="112302"/>
                      <a:pt x="26977" y="106386"/>
                      <a:pt x="16446" y="95856"/>
                    </a:cubicBezTo>
                    <a:cubicBezTo>
                      <a:pt x="5916" y="85326"/>
                      <a:pt x="0" y="71043"/>
                      <a:pt x="0" y="56151"/>
                    </a:cubicBezTo>
                    <a:lnTo>
                      <a:pt x="0" y="56151"/>
                    </a:lnTo>
                    <a:cubicBezTo>
                      <a:pt x="0" y="41259"/>
                      <a:pt x="5916" y="26977"/>
                      <a:pt x="16446" y="16446"/>
                    </a:cubicBezTo>
                    <a:cubicBezTo>
                      <a:pt x="26977" y="5916"/>
                      <a:pt x="41259" y="0"/>
                      <a:pt x="56151" y="0"/>
                    </a:cubicBezTo>
                    <a:close/>
                  </a:path>
                </a:pathLst>
              </a:custGeom>
              <a:solidFill>
                <a:srgbClr val="3B3A3A"/>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05" name="Google Shape;605;p13"/>
              <p:cNvSpPr txBox="1"/>
              <p:nvPr/>
            </p:nvSpPr>
            <p:spPr>
              <a:xfrm>
                <a:off x="0" y="-47625"/>
                <a:ext cx="372901" cy="159927"/>
              </a:xfrm>
              <a:prstGeom prst="rect">
                <a:avLst/>
              </a:prstGeom>
              <a:noFill/>
              <a:ln>
                <a:noFill/>
              </a:ln>
            </p:spPr>
            <p:txBody>
              <a:bodyPr spcFirstLastPara="1" wrap="square" lIns="33867" tIns="33867" rIns="33867" bIns="33867" anchor="ctr" anchorCtr="0">
                <a:noAutofit/>
              </a:bodyPr>
              <a:lstStyle/>
              <a:p>
                <a:pPr algn="ctr" defTabSz="609630">
                  <a:lnSpc>
                    <a:spcPct val="186666"/>
                  </a:lnSpc>
                  <a:buClr>
                    <a:srgbClr val="000000"/>
                  </a:buClr>
                </a:pPr>
                <a:endParaRPr sz="1200" kern="0">
                  <a:solidFill>
                    <a:srgbClr val="000000"/>
                  </a:solidFill>
                  <a:latin typeface="Calibri"/>
                  <a:ea typeface="Calibri"/>
                  <a:cs typeface="Calibri"/>
                  <a:sym typeface="Calibri"/>
                </a:endParaRPr>
              </a:p>
            </p:txBody>
          </p:sp>
        </p:grpSp>
        <p:grpSp>
          <p:nvGrpSpPr>
            <p:cNvPr id="606" name="Google Shape;606;p13"/>
            <p:cNvGrpSpPr/>
            <p:nvPr/>
          </p:nvGrpSpPr>
          <p:grpSpPr>
            <a:xfrm>
              <a:off x="691427" y="1675891"/>
              <a:ext cx="1633034" cy="700364"/>
              <a:chOff x="0" y="-47625"/>
              <a:chExt cx="372901" cy="159927"/>
            </a:xfrm>
          </p:grpSpPr>
          <p:sp>
            <p:nvSpPr>
              <p:cNvPr id="607" name="Google Shape;607;p13"/>
              <p:cNvSpPr/>
              <p:nvPr/>
            </p:nvSpPr>
            <p:spPr>
              <a:xfrm>
                <a:off x="0" y="0"/>
                <a:ext cx="372901" cy="112302"/>
              </a:xfrm>
              <a:custGeom>
                <a:avLst/>
                <a:gdLst/>
                <a:ahLst/>
                <a:cxnLst/>
                <a:rect l="l" t="t" r="r" b="b"/>
                <a:pathLst>
                  <a:path w="372901" h="112302" extrusionOk="0">
                    <a:moveTo>
                      <a:pt x="56151" y="0"/>
                    </a:moveTo>
                    <a:lnTo>
                      <a:pt x="316750" y="0"/>
                    </a:lnTo>
                    <a:cubicBezTo>
                      <a:pt x="347762" y="0"/>
                      <a:pt x="372901" y="25140"/>
                      <a:pt x="372901" y="56151"/>
                    </a:cubicBezTo>
                    <a:lnTo>
                      <a:pt x="372901" y="56151"/>
                    </a:lnTo>
                    <a:cubicBezTo>
                      <a:pt x="372901" y="71043"/>
                      <a:pt x="366985" y="85326"/>
                      <a:pt x="356455" y="95856"/>
                    </a:cubicBezTo>
                    <a:cubicBezTo>
                      <a:pt x="345925" y="106386"/>
                      <a:pt x="331642" y="112302"/>
                      <a:pt x="316750" y="112302"/>
                    </a:cubicBezTo>
                    <a:lnTo>
                      <a:pt x="56151" y="112302"/>
                    </a:lnTo>
                    <a:cubicBezTo>
                      <a:pt x="41259" y="112302"/>
                      <a:pt x="26977" y="106386"/>
                      <a:pt x="16446" y="95856"/>
                    </a:cubicBezTo>
                    <a:cubicBezTo>
                      <a:pt x="5916" y="85326"/>
                      <a:pt x="0" y="71043"/>
                      <a:pt x="0" y="56151"/>
                    </a:cubicBezTo>
                    <a:lnTo>
                      <a:pt x="0" y="56151"/>
                    </a:lnTo>
                    <a:cubicBezTo>
                      <a:pt x="0" y="41259"/>
                      <a:pt x="5916" y="26977"/>
                      <a:pt x="16446" y="16446"/>
                    </a:cubicBezTo>
                    <a:cubicBezTo>
                      <a:pt x="26977" y="5916"/>
                      <a:pt x="41259" y="0"/>
                      <a:pt x="56151" y="0"/>
                    </a:cubicBezTo>
                    <a:close/>
                  </a:path>
                </a:pathLst>
              </a:custGeom>
              <a:solidFill>
                <a:srgbClr val="7ED957"/>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08" name="Google Shape;608;p13"/>
              <p:cNvSpPr txBox="1"/>
              <p:nvPr/>
            </p:nvSpPr>
            <p:spPr>
              <a:xfrm>
                <a:off x="0" y="-47625"/>
                <a:ext cx="372901" cy="159927"/>
              </a:xfrm>
              <a:prstGeom prst="rect">
                <a:avLst/>
              </a:prstGeom>
              <a:noFill/>
              <a:ln>
                <a:noFill/>
              </a:ln>
            </p:spPr>
            <p:txBody>
              <a:bodyPr spcFirstLastPara="1" wrap="square" lIns="33867" tIns="33867" rIns="33867" bIns="33867" anchor="ctr" anchorCtr="0">
                <a:noAutofit/>
              </a:bodyPr>
              <a:lstStyle/>
              <a:p>
                <a:pPr algn="ctr" defTabSz="609630">
                  <a:lnSpc>
                    <a:spcPct val="186666"/>
                  </a:lnSpc>
                  <a:buClr>
                    <a:srgbClr val="000000"/>
                  </a:buClr>
                </a:pPr>
                <a:endParaRPr sz="1200" kern="0">
                  <a:solidFill>
                    <a:srgbClr val="000000"/>
                  </a:solidFill>
                  <a:latin typeface="Calibri"/>
                  <a:ea typeface="Calibri"/>
                  <a:cs typeface="Calibri"/>
                  <a:sym typeface="Calibri"/>
                </a:endParaRPr>
              </a:p>
            </p:txBody>
          </p:sp>
        </p:grpSp>
        <p:grpSp>
          <p:nvGrpSpPr>
            <p:cNvPr id="609" name="Google Shape;609;p13"/>
            <p:cNvGrpSpPr/>
            <p:nvPr/>
          </p:nvGrpSpPr>
          <p:grpSpPr>
            <a:xfrm>
              <a:off x="1160019" y="2617202"/>
              <a:ext cx="1633034" cy="700364"/>
              <a:chOff x="0" y="-47625"/>
              <a:chExt cx="372901" cy="159927"/>
            </a:xfrm>
          </p:grpSpPr>
          <p:sp>
            <p:nvSpPr>
              <p:cNvPr id="610" name="Google Shape;610;p13"/>
              <p:cNvSpPr/>
              <p:nvPr/>
            </p:nvSpPr>
            <p:spPr>
              <a:xfrm>
                <a:off x="0" y="0"/>
                <a:ext cx="372901" cy="112302"/>
              </a:xfrm>
              <a:custGeom>
                <a:avLst/>
                <a:gdLst/>
                <a:ahLst/>
                <a:cxnLst/>
                <a:rect l="l" t="t" r="r" b="b"/>
                <a:pathLst>
                  <a:path w="372901" h="112302" extrusionOk="0">
                    <a:moveTo>
                      <a:pt x="56151" y="0"/>
                    </a:moveTo>
                    <a:lnTo>
                      <a:pt x="316750" y="0"/>
                    </a:lnTo>
                    <a:cubicBezTo>
                      <a:pt x="347762" y="0"/>
                      <a:pt x="372901" y="25140"/>
                      <a:pt x="372901" y="56151"/>
                    </a:cubicBezTo>
                    <a:lnTo>
                      <a:pt x="372901" y="56151"/>
                    </a:lnTo>
                    <a:cubicBezTo>
                      <a:pt x="372901" y="71043"/>
                      <a:pt x="366985" y="85326"/>
                      <a:pt x="356455" y="95856"/>
                    </a:cubicBezTo>
                    <a:cubicBezTo>
                      <a:pt x="345925" y="106386"/>
                      <a:pt x="331642" y="112302"/>
                      <a:pt x="316750" y="112302"/>
                    </a:cubicBezTo>
                    <a:lnTo>
                      <a:pt x="56151" y="112302"/>
                    </a:lnTo>
                    <a:cubicBezTo>
                      <a:pt x="41259" y="112302"/>
                      <a:pt x="26977" y="106386"/>
                      <a:pt x="16446" y="95856"/>
                    </a:cubicBezTo>
                    <a:cubicBezTo>
                      <a:pt x="5916" y="85326"/>
                      <a:pt x="0" y="71043"/>
                      <a:pt x="0" y="56151"/>
                    </a:cubicBezTo>
                    <a:lnTo>
                      <a:pt x="0" y="56151"/>
                    </a:lnTo>
                    <a:cubicBezTo>
                      <a:pt x="0" y="41259"/>
                      <a:pt x="5916" y="26977"/>
                      <a:pt x="16446" y="16446"/>
                    </a:cubicBezTo>
                    <a:cubicBezTo>
                      <a:pt x="26977" y="5916"/>
                      <a:pt x="41259" y="0"/>
                      <a:pt x="56151" y="0"/>
                    </a:cubicBezTo>
                    <a:close/>
                  </a:path>
                </a:pathLst>
              </a:custGeom>
              <a:solidFill>
                <a:srgbClr val="7ED957"/>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11" name="Google Shape;611;p13"/>
              <p:cNvSpPr txBox="1"/>
              <p:nvPr/>
            </p:nvSpPr>
            <p:spPr>
              <a:xfrm>
                <a:off x="0" y="-47625"/>
                <a:ext cx="372901" cy="159927"/>
              </a:xfrm>
              <a:prstGeom prst="rect">
                <a:avLst/>
              </a:prstGeom>
              <a:noFill/>
              <a:ln>
                <a:noFill/>
              </a:ln>
            </p:spPr>
            <p:txBody>
              <a:bodyPr spcFirstLastPara="1" wrap="square" lIns="33867" tIns="33867" rIns="33867" bIns="33867" anchor="ctr" anchorCtr="0">
                <a:noAutofit/>
              </a:bodyPr>
              <a:lstStyle/>
              <a:p>
                <a:pPr algn="ctr" defTabSz="609630">
                  <a:lnSpc>
                    <a:spcPct val="186666"/>
                  </a:lnSpc>
                  <a:buClr>
                    <a:srgbClr val="000000"/>
                  </a:buClr>
                </a:pPr>
                <a:endParaRPr sz="1200" kern="0">
                  <a:solidFill>
                    <a:srgbClr val="000000"/>
                  </a:solidFill>
                  <a:latin typeface="Calibri"/>
                  <a:ea typeface="Calibri"/>
                  <a:cs typeface="Calibri"/>
                  <a:sym typeface="Calibri"/>
                </a:endParaRPr>
              </a:p>
            </p:txBody>
          </p:sp>
        </p:grpSp>
        <p:grpSp>
          <p:nvGrpSpPr>
            <p:cNvPr id="612" name="Google Shape;612;p13"/>
            <p:cNvGrpSpPr/>
            <p:nvPr/>
          </p:nvGrpSpPr>
          <p:grpSpPr>
            <a:xfrm>
              <a:off x="2956287" y="733664"/>
              <a:ext cx="995228" cy="700364"/>
              <a:chOff x="0" y="-47625"/>
              <a:chExt cx="227259" cy="159927"/>
            </a:xfrm>
          </p:grpSpPr>
          <p:sp>
            <p:nvSpPr>
              <p:cNvPr id="613" name="Google Shape;613;p13"/>
              <p:cNvSpPr/>
              <p:nvPr/>
            </p:nvSpPr>
            <p:spPr>
              <a:xfrm>
                <a:off x="0" y="0"/>
                <a:ext cx="227259" cy="112302"/>
              </a:xfrm>
              <a:custGeom>
                <a:avLst/>
                <a:gdLst/>
                <a:ahLst/>
                <a:cxnLst/>
                <a:rect l="l" t="t" r="r" b="b"/>
                <a:pathLst>
                  <a:path w="227259" h="112302" extrusionOk="0">
                    <a:moveTo>
                      <a:pt x="56151" y="0"/>
                    </a:moveTo>
                    <a:lnTo>
                      <a:pt x="171108" y="0"/>
                    </a:lnTo>
                    <a:cubicBezTo>
                      <a:pt x="186000" y="0"/>
                      <a:pt x="200283" y="5916"/>
                      <a:pt x="210813" y="16446"/>
                    </a:cubicBezTo>
                    <a:cubicBezTo>
                      <a:pt x="221343" y="26977"/>
                      <a:pt x="227259" y="41259"/>
                      <a:pt x="227259" y="56151"/>
                    </a:cubicBezTo>
                    <a:lnTo>
                      <a:pt x="227259" y="56151"/>
                    </a:lnTo>
                    <a:cubicBezTo>
                      <a:pt x="227259" y="87162"/>
                      <a:pt x="202120" y="112302"/>
                      <a:pt x="171108" y="112302"/>
                    </a:cubicBezTo>
                    <a:lnTo>
                      <a:pt x="56151" y="112302"/>
                    </a:lnTo>
                    <a:cubicBezTo>
                      <a:pt x="41259" y="112302"/>
                      <a:pt x="26977" y="106386"/>
                      <a:pt x="16446" y="95856"/>
                    </a:cubicBezTo>
                    <a:cubicBezTo>
                      <a:pt x="5916" y="85326"/>
                      <a:pt x="0" y="71043"/>
                      <a:pt x="0" y="56151"/>
                    </a:cubicBezTo>
                    <a:lnTo>
                      <a:pt x="0" y="56151"/>
                    </a:lnTo>
                    <a:cubicBezTo>
                      <a:pt x="0" y="41259"/>
                      <a:pt x="5916" y="26977"/>
                      <a:pt x="16446" y="16446"/>
                    </a:cubicBezTo>
                    <a:cubicBezTo>
                      <a:pt x="26977" y="5916"/>
                      <a:pt x="41259" y="0"/>
                      <a:pt x="56151" y="0"/>
                    </a:cubicBezTo>
                    <a:close/>
                  </a:path>
                </a:pathLst>
              </a:custGeom>
              <a:solidFill>
                <a:srgbClr val="FFDE59"/>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14" name="Google Shape;614;p13"/>
              <p:cNvSpPr txBox="1"/>
              <p:nvPr/>
            </p:nvSpPr>
            <p:spPr>
              <a:xfrm>
                <a:off x="0" y="-47625"/>
                <a:ext cx="227259" cy="159927"/>
              </a:xfrm>
              <a:prstGeom prst="rect">
                <a:avLst/>
              </a:prstGeom>
              <a:noFill/>
              <a:ln>
                <a:noFill/>
              </a:ln>
            </p:spPr>
            <p:txBody>
              <a:bodyPr spcFirstLastPara="1" wrap="square" lIns="33867" tIns="33867" rIns="33867" bIns="33867" anchor="ctr" anchorCtr="0">
                <a:noAutofit/>
              </a:bodyPr>
              <a:lstStyle/>
              <a:p>
                <a:pPr algn="ctr" defTabSz="609630">
                  <a:lnSpc>
                    <a:spcPct val="186666"/>
                  </a:lnSpc>
                  <a:buClr>
                    <a:srgbClr val="000000"/>
                  </a:buClr>
                </a:pPr>
                <a:endParaRPr sz="1200" kern="0">
                  <a:solidFill>
                    <a:srgbClr val="000000"/>
                  </a:solidFill>
                  <a:latin typeface="Calibri"/>
                  <a:ea typeface="Calibri"/>
                  <a:cs typeface="Calibri"/>
                  <a:sym typeface="Calibri"/>
                </a:endParaRPr>
              </a:p>
            </p:txBody>
          </p:sp>
        </p:grpSp>
        <p:grpSp>
          <p:nvGrpSpPr>
            <p:cNvPr id="615" name="Google Shape;615;p13"/>
            <p:cNvGrpSpPr/>
            <p:nvPr/>
          </p:nvGrpSpPr>
          <p:grpSpPr>
            <a:xfrm>
              <a:off x="0" y="2617202"/>
              <a:ext cx="995228" cy="700364"/>
              <a:chOff x="0" y="-47625"/>
              <a:chExt cx="227259" cy="159927"/>
            </a:xfrm>
          </p:grpSpPr>
          <p:sp>
            <p:nvSpPr>
              <p:cNvPr id="616" name="Google Shape;616;p13"/>
              <p:cNvSpPr/>
              <p:nvPr/>
            </p:nvSpPr>
            <p:spPr>
              <a:xfrm>
                <a:off x="0" y="0"/>
                <a:ext cx="227259" cy="112302"/>
              </a:xfrm>
              <a:custGeom>
                <a:avLst/>
                <a:gdLst/>
                <a:ahLst/>
                <a:cxnLst/>
                <a:rect l="l" t="t" r="r" b="b"/>
                <a:pathLst>
                  <a:path w="227259" h="112302" extrusionOk="0">
                    <a:moveTo>
                      <a:pt x="56151" y="0"/>
                    </a:moveTo>
                    <a:lnTo>
                      <a:pt x="171108" y="0"/>
                    </a:lnTo>
                    <a:cubicBezTo>
                      <a:pt x="186000" y="0"/>
                      <a:pt x="200283" y="5916"/>
                      <a:pt x="210813" y="16446"/>
                    </a:cubicBezTo>
                    <a:cubicBezTo>
                      <a:pt x="221343" y="26977"/>
                      <a:pt x="227259" y="41259"/>
                      <a:pt x="227259" y="56151"/>
                    </a:cubicBezTo>
                    <a:lnTo>
                      <a:pt x="227259" y="56151"/>
                    </a:lnTo>
                    <a:cubicBezTo>
                      <a:pt x="227259" y="87162"/>
                      <a:pt x="202120" y="112302"/>
                      <a:pt x="171108" y="112302"/>
                    </a:cubicBezTo>
                    <a:lnTo>
                      <a:pt x="56151" y="112302"/>
                    </a:lnTo>
                    <a:cubicBezTo>
                      <a:pt x="41259" y="112302"/>
                      <a:pt x="26977" y="106386"/>
                      <a:pt x="16446" y="95856"/>
                    </a:cubicBezTo>
                    <a:cubicBezTo>
                      <a:pt x="5916" y="85326"/>
                      <a:pt x="0" y="71043"/>
                      <a:pt x="0" y="56151"/>
                    </a:cubicBezTo>
                    <a:lnTo>
                      <a:pt x="0" y="56151"/>
                    </a:lnTo>
                    <a:cubicBezTo>
                      <a:pt x="0" y="41259"/>
                      <a:pt x="5916" y="26977"/>
                      <a:pt x="16446" y="16446"/>
                    </a:cubicBezTo>
                    <a:cubicBezTo>
                      <a:pt x="26977" y="5916"/>
                      <a:pt x="41259" y="0"/>
                      <a:pt x="56151" y="0"/>
                    </a:cubicBezTo>
                    <a:close/>
                  </a:path>
                </a:pathLst>
              </a:custGeom>
              <a:solidFill>
                <a:srgbClr val="545454"/>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17" name="Google Shape;617;p13"/>
              <p:cNvSpPr txBox="1"/>
              <p:nvPr/>
            </p:nvSpPr>
            <p:spPr>
              <a:xfrm>
                <a:off x="0" y="-47625"/>
                <a:ext cx="227259" cy="159927"/>
              </a:xfrm>
              <a:prstGeom prst="rect">
                <a:avLst/>
              </a:prstGeom>
              <a:noFill/>
              <a:ln>
                <a:noFill/>
              </a:ln>
            </p:spPr>
            <p:txBody>
              <a:bodyPr spcFirstLastPara="1" wrap="square" lIns="33867" tIns="33867" rIns="33867" bIns="33867" anchor="ctr" anchorCtr="0">
                <a:noAutofit/>
              </a:bodyPr>
              <a:lstStyle/>
              <a:p>
                <a:pPr algn="ctr" defTabSz="609630">
                  <a:lnSpc>
                    <a:spcPct val="186666"/>
                  </a:lnSpc>
                  <a:buClr>
                    <a:srgbClr val="000000"/>
                  </a:buClr>
                </a:pPr>
                <a:endParaRPr sz="1200" kern="0">
                  <a:solidFill>
                    <a:srgbClr val="000000"/>
                  </a:solidFill>
                  <a:latin typeface="Calibri"/>
                  <a:ea typeface="Calibri"/>
                  <a:cs typeface="Calibri"/>
                  <a:sym typeface="Calibri"/>
                </a:endParaRPr>
              </a:p>
            </p:txBody>
          </p:sp>
        </p:grpSp>
        <p:grpSp>
          <p:nvGrpSpPr>
            <p:cNvPr id="618" name="Google Shape;618;p13"/>
            <p:cNvGrpSpPr/>
            <p:nvPr/>
          </p:nvGrpSpPr>
          <p:grpSpPr>
            <a:xfrm>
              <a:off x="3740791" y="-208563"/>
              <a:ext cx="995228" cy="700364"/>
              <a:chOff x="0" y="-47625"/>
              <a:chExt cx="227259" cy="159927"/>
            </a:xfrm>
          </p:grpSpPr>
          <p:sp>
            <p:nvSpPr>
              <p:cNvPr id="619" name="Google Shape;619;p13"/>
              <p:cNvSpPr/>
              <p:nvPr/>
            </p:nvSpPr>
            <p:spPr>
              <a:xfrm>
                <a:off x="0" y="0"/>
                <a:ext cx="227259" cy="112302"/>
              </a:xfrm>
              <a:custGeom>
                <a:avLst/>
                <a:gdLst/>
                <a:ahLst/>
                <a:cxnLst/>
                <a:rect l="l" t="t" r="r" b="b"/>
                <a:pathLst>
                  <a:path w="227259" h="112302" extrusionOk="0">
                    <a:moveTo>
                      <a:pt x="56151" y="0"/>
                    </a:moveTo>
                    <a:lnTo>
                      <a:pt x="171108" y="0"/>
                    </a:lnTo>
                    <a:cubicBezTo>
                      <a:pt x="186000" y="0"/>
                      <a:pt x="200283" y="5916"/>
                      <a:pt x="210813" y="16446"/>
                    </a:cubicBezTo>
                    <a:cubicBezTo>
                      <a:pt x="221343" y="26977"/>
                      <a:pt x="227259" y="41259"/>
                      <a:pt x="227259" y="56151"/>
                    </a:cubicBezTo>
                    <a:lnTo>
                      <a:pt x="227259" y="56151"/>
                    </a:lnTo>
                    <a:cubicBezTo>
                      <a:pt x="227259" y="87162"/>
                      <a:pt x="202120" y="112302"/>
                      <a:pt x="171108" y="112302"/>
                    </a:cubicBezTo>
                    <a:lnTo>
                      <a:pt x="56151" y="112302"/>
                    </a:lnTo>
                    <a:cubicBezTo>
                      <a:pt x="41259" y="112302"/>
                      <a:pt x="26977" y="106386"/>
                      <a:pt x="16446" y="95856"/>
                    </a:cubicBezTo>
                    <a:cubicBezTo>
                      <a:pt x="5916" y="85326"/>
                      <a:pt x="0" y="71043"/>
                      <a:pt x="0" y="56151"/>
                    </a:cubicBezTo>
                    <a:lnTo>
                      <a:pt x="0" y="56151"/>
                    </a:lnTo>
                    <a:cubicBezTo>
                      <a:pt x="0" y="41259"/>
                      <a:pt x="5916" y="26977"/>
                      <a:pt x="16446" y="16446"/>
                    </a:cubicBezTo>
                    <a:cubicBezTo>
                      <a:pt x="26977" y="5916"/>
                      <a:pt x="41259" y="0"/>
                      <a:pt x="56151" y="0"/>
                    </a:cubicBezTo>
                    <a:close/>
                  </a:path>
                </a:pathLst>
              </a:custGeom>
              <a:solidFill>
                <a:srgbClr val="7ED957"/>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0" name="Google Shape;620;p13"/>
              <p:cNvSpPr txBox="1"/>
              <p:nvPr/>
            </p:nvSpPr>
            <p:spPr>
              <a:xfrm>
                <a:off x="0" y="-47625"/>
                <a:ext cx="227259" cy="159927"/>
              </a:xfrm>
              <a:prstGeom prst="rect">
                <a:avLst/>
              </a:prstGeom>
              <a:noFill/>
              <a:ln>
                <a:noFill/>
              </a:ln>
            </p:spPr>
            <p:txBody>
              <a:bodyPr spcFirstLastPara="1" wrap="square" lIns="33867" tIns="33867" rIns="33867" bIns="33867" anchor="ctr" anchorCtr="0">
                <a:noAutofit/>
              </a:bodyPr>
              <a:lstStyle/>
              <a:p>
                <a:pPr algn="ctr" defTabSz="609630">
                  <a:lnSpc>
                    <a:spcPct val="186666"/>
                  </a:lnSpc>
                  <a:buClr>
                    <a:srgbClr val="000000"/>
                  </a:buClr>
                </a:pPr>
                <a:endParaRPr sz="1200" kern="0">
                  <a:solidFill>
                    <a:srgbClr val="000000"/>
                  </a:solidFill>
                  <a:latin typeface="Calibri"/>
                  <a:ea typeface="Calibri"/>
                  <a:cs typeface="Calibri"/>
                  <a:sym typeface="Calibri"/>
                </a:endParaRPr>
              </a:p>
            </p:txBody>
          </p:sp>
        </p:grpSp>
      </p:grpSp>
    </p:spTree>
    <p:extLst>
      <p:ext uri="{BB962C8B-B14F-4D97-AF65-F5344CB8AC3E}">
        <p14:creationId xmlns:p14="http://schemas.microsoft.com/office/powerpoint/2010/main" val="805502169"/>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24042" y="217287"/>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a:solidFill>
            <a:schemeClr val="accent1"/>
          </a:solidFill>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59"/>
            <a:ext cx="10326008" cy="812530"/>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4400" kern="0" dirty="0">
                <a:solidFill>
                  <a:srgbClr val="FFFFFF"/>
                </a:solidFill>
                <a:latin typeface="Courier"/>
                <a:cs typeface="Arial"/>
                <a:sym typeface="Courier"/>
              </a:rPr>
              <a:t>DICTIONARY</a:t>
            </a:r>
            <a:endParaRPr lang="en-US" sz="4400"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3" name="TextBox 2">
            <a:extLst>
              <a:ext uri="{FF2B5EF4-FFF2-40B4-BE49-F238E27FC236}">
                <a16:creationId xmlns:a16="http://schemas.microsoft.com/office/drawing/2014/main" id="{6F8EC0E4-49E1-37AB-65E4-73DEABA58CB2}"/>
              </a:ext>
            </a:extLst>
          </p:cNvPr>
          <p:cNvSpPr txBox="1"/>
          <p:nvPr/>
        </p:nvSpPr>
        <p:spPr>
          <a:xfrm>
            <a:off x="868776" y="2582687"/>
            <a:ext cx="10251248" cy="954300"/>
          </a:xfrm>
          <a:prstGeom prst="rect">
            <a:avLst/>
          </a:prstGeom>
          <a:noFill/>
        </p:spPr>
        <p:txBody>
          <a:bodyPr wrap="square">
            <a:spAutoFit/>
          </a:bodyPr>
          <a:lstStyle/>
          <a:p>
            <a:pPr marL="304815" indent="-304815" defTabSz="609630">
              <a:buClr>
                <a:srgbClr val="FFFFFF"/>
              </a:buClr>
              <a:buFont typeface="Arial" panose="020B0604020202020204" pitchFamily="34" charset="0"/>
              <a:buChar char="•"/>
            </a:pPr>
            <a:r>
              <a:rPr lang="en-US" sz="1867" kern="0" dirty="0">
                <a:solidFill>
                  <a:srgbClr val="FFFFFF"/>
                </a:solidFill>
                <a:latin typeface="Roboto Mono" panose="00000009000000000000" pitchFamily="49" charset="0"/>
                <a:ea typeface="Roboto Mono" panose="00000009000000000000" pitchFamily="49" charset="0"/>
                <a:cs typeface="Arial"/>
                <a:sym typeface="Arial"/>
              </a:rPr>
              <a:t>The </a:t>
            </a:r>
            <a:r>
              <a:rPr lang="en-US" sz="1867" kern="0" dirty="0">
                <a:solidFill>
                  <a:srgbClr val="8C52FF"/>
                </a:solidFill>
                <a:latin typeface="Roboto Mono" panose="00000009000000000000" pitchFamily="49" charset="0"/>
                <a:ea typeface="Roboto Mono" panose="00000009000000000000" pitchFamily="49" charset="0"/>
                <a:cs typeface="Arial"/>
                <a:sym typeface="Arial"/>
              </a:rPr>
              <a:t>dictionary</a:t>
            </a:r>
            <a:r>
              <a:rPr lang="en-US" sz="1867" kern="0" dirty="0">
                <a:solidFill>
                  <a:srgbClr val="FFFFFF"/>
                </a:solidFill>
                <a:latin typeface="Roboto Mono" panose="00000009000000000000" pitchFamily="49" charset="0"/>
                <a:ea typeface="Roboto Mono" panose="00000009000000000000" pitchFamily="49" charset="0"/>
                <a:cs typeface="Arial"/>
                <a:sym typeface="Arial"/>
              </a:rPr>
              <a:t> is another Python data structure. It's </a:t>
            </a:r>
            <a:r>
              <a:rPr lang="en-US" sz="1867" kern="0" dirty="0">
                <a:solidFill>
                  <a:srgbClr val="8C52FF"/>
                </a:solidFill>
                <a:latin typeface="Roboto Mono" panose="00000009000000000000" pitchFamily="49" charset="0"/>
                <a:ea typeface="Roboto Mono" panose="00000009000000000000" pitchFamily="49" charset="0"/>
                <a:cs typeface="Arial"/>
                <a:sym typeface="Arial"/>
              </a:rPr>
              <a:t>not a sequence </a:t>
            </a:r>
            <a:r>
              <a:rPr lang="en-US" sz="1867" kern="0" dirty="0">
                <a:solidFill>
                  <a:srgbClr val="FFFFFF"/>
                </a:solidFill>
                <a:latin typeface="Roboto Mono" panose="00000009000000000000" pitchFamily="49" charset="0"/>
                <a:ea typeface="Roboto Mono" panose="00000009000000000000" pitchFamily="49" charset="0"/>
                <a:cs typeface="Arial"/>
                <a:sym typeface="Arial"/>
              </a:rPr>
              <a:t>type (but can be easily adapted to sequence processing) and it is </a:t>
            </a:r>
            <a:r>
              <a:rPr lang="en-US" sz="1867" kern="0" dirty="0">
                <a:solidFill>
                  <a:srgbClr val="8C52FF"/>
                </a:solidFill>
                <a:latin typeface="Roboto Mono" panose="00000009000000000000" pitchFamily="49" charset="0"/>
                <a:ea typeface="Roboto Mono" panose="00000009000000000000" pitchFamily="49" charset="0"/>
                <a:cs typeface="Arial"/>
                <a:sym typeface="Arial"/>
              </a:rPr>
              <a:t>mutable.</a:t>
            </a:r>
          </a:p>
        </p:txBody>
      </p:sp>
      <p:sp>
        <p:nvSpPr>
          <p:cNvPr id="4" name="Rectangle 1">
            <a:extLst>
              <a:ext uri="{FF2B5EF4-FFF2-40B4-BE49-F238E27FC236}">
                <a16:creationId xmlns:a16="http://schemas.microsoft.com/office/drawing/2014/main" id="{DBB23E9B-BC55-2D7E-318E-CFBF079E4D53}"/>
              </a:ext>
            </a:extLst>
          </p:cNvPr>
          <p:cNvSpPr>
            <a:spLocks noChangeArrowheads="1"/>
          </p:cNvSpPr>
          <p:nvPr/>
        </p:nvSpPr>
        <p:spPr bwMode="auto">
          <a:xfrm>
            <a:off x="0" y="-112882"/>
            <a:ext cx="2324034" cy="22576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r>
              <a:rPr lang="en-US" altLang="en-US" sz="667" kern="0">
                <a:solidFill>
                  <a:srgbClr val="222222"/>
                </a:solidFill>
                <a:latin typeface="Open Sans" panose="020B0606030504020204" pitchFamily="34" charset="0"/>
                <a:cs typeface="Open Sans" panose="020B0606030504020204" pitchFamily="34" charset="0"/>
                <a:sym typeface="Arial"/>
              </a:rPr>
              <a:t>Such an effect is caused by a keyword named </a:t>
            </a:r>
            <a:r>
              <a:rPr lang="en-US" altLang="en-US" sz="667" kern="0">
                <a:solidFill>
                  <a:srgbClr val="333333"/>
                </a:solidFill>
                <a:latin typeface="Courier New" panose="02070309020205020404" pitchFamily="49" charset="0"/>
                <a:cs typeface="Courier New" panose="02070309020205020404" pitchFamily="49" charset="0"/>
                <a:sym typeface="Arial"/>
              </a:rPr>
              <a:t>global</a:t>
            </a:r>
            <a:r>
              <a:rPr lang="en-US" altLang="en-US" sz="667" kern="0">
                <a:solidFill>
                  <a:srgbClr val="222222"/>
                </a:solidFill>
                <a:latin typeface="Open Sans" panose="020B0606030504020204" pitchFamily="34" charset="0"/>
                <a:cs typeface="Open Sans" panose="020B0606030504020204" pitchFamily="34" charset="0"/>
                <a:sym typeface="Arial"/>
              </a:rPr>
              <a:t>:</a:t>
            </a:r>
            <a:r>
              <a:rPr lang="en-US" altLang="en-US" sz="1067" kern="0">
                <a:solidFill>
                  <a:srgbClr val="000000"/>
                </a:solidFill>
                <a:cs typeface="Arial"/>
                <a:sym typeface="Arial"/>
              </a:rPr>
              <a:t> </a:t>
            </a:r>
            <a:endParaRPr lang="en-US" altLang="en-US" sz="1200" kern="0">
              <a:solidFill>
                <a:srgbClr val="000000"/>
              </a:solidFill>
              <a:cs typeface="Arial"/>
              <a:sym typeface="Arial"/>
            </a:endParaRPr>
          </a:p>
        </p:txBody>
      </p:sp>
      <p:pic>
        <p:nvPicPr>
          <p:cNvPr id="6" name="Picture 5" descr="A white background with black text and numbers&#10;&#10;Description automatically generated">
            <a:extLst>
              <a:ext uri="{FF2B5EF4-FFF2-40B4-BE49-F238E27FC236}">
                <a16:creationId xmlns:a16="http://schemas.microsoft.com/office/drawing/2014/main" id="{29D97D38-D6E8-1924-6187-359B98F45125}"/>
              </a:ext>
            </a:extLst>
          </p:cNvPr>
          <p:cNvPicPr>
            <a:picLocks noChangeAspect="1"/>
          </p:cNvPicPr>
          <p:nvPr/>
        </p:nvPicPr>
        <p:blipFill>
          <a:blip r:embed="rId3"/>
          <a:stretch>
            <a:fillRect/>
          </a:stretch>
        </p:blipFill>
        <p:spPr>
          <a:xfrm>
            <a:off x="4696125" y="3650495"/>
            <a:ext cx="2790439" cy="2644215"/>
          </a:xfrm>
          <a:prstGeom prst="rect">
            <a:avLst/>
          </a:prstGeom>
        </p:spPr>
      </p:pic>
    </p:spTree>
    <p:extLst>
      <p:ext uri="{BB962C8B-B14F-4D97-AF65-F5344CB8AC3E}">
        <p14:creationId xmlns:p14="http://schemas.microsoft.com/office/powerpoint/2010/main" val="3639718294"/>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24042" y="217287"/>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a:solidFill>
            <a:schemeClr val="accent1"/>
          </a:solidFill>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59"/>
            <a:ext cx="10326008" cy="812530"/>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4400" kern="0" dirty="0">
                <a:solidFill>
                  <a:srgbClr val="FFFFFF"/>
                </a:solidFill>
                <a:latin typeface="Courier"/>
                <a:cs typeface="Arial"/>
                <a:sym typeface="Courier"/>
              </a:rPr>
              <a:t>DICTIONARY</a:t>
            </a:r>
            <a:endParaRPr lang="en-US" sz="4400"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3" name="TextBox 2">
            <a:extLst>
              <a:ext uri="{FF2B5EF4-FFF2-40B4-BE49-F238E27FC236}">
                <a16:creationId xmlns:a16="http://schemas.microsoft.com/office/drawing/2014/main" id="{6F8EC0E4-49E1-37AB-65E4-73DEABA58CB2}"/>
              </a:ext>
            </a:extLst>
          </p:cNvPr>
          <p:cNvSpPr txBox="1"/>
          <p:nvPr/>
        </p:nvSpPr>
        <p:spPr>
          <a:xfrm>
            <a:off x="1071976" y="2378210"/>
            <a:ext cx="10251248" cy="4689489"/>
          </a:xfrm>
          <a:prstGeom prst="rect">
            <a:avLst/>
          </a:prstGeom>
          <a:noFill/>
        </p:spPr>
        <p:txBody>
          <a:bodyPr wrap="square">
            <a:spAutoFit/>
          </a:bodyPr>
          <a:lstStyle/>
          <a:p>
            <a:pPr marL="304815" indent="-304815" defTabSz="609630">
              <a:buClr>
                <a:srgbClr val="FFFFFF"/>
              </a:buClr>
              <a:buFont typeface="Arial" panose="020B0604020202020204" pitchFamily="34" charset="0"/>
              <a:buChar char="•"/>
            </a:pPr>
            <a:r>
              <a:rPr lang="en-US" sz="1867" kern="0" dirty="0">
                <a:solidFill>
                  <a:srgbClr val="FFFFFF"/>
                </a:solidFill>
                <a:latin typeface="Roboto Mono" panose="00000009000000000000" pitchFamily="49" charset="0"/>
                <a:ea typeface="Roboto Mono" panose="00000009000000000000" pitchFamily="49" charset="0"/>
                <a:cs typeface="Arial"/>
                <a:sym typeface="Arial"/>
              </a:rPr>
              <a:t>In Python's world, the word you look for is named a </a:t>
            </a:r>
            <a:r>
              <a:rPr lang="en-US" sz="1867" kern="0" dirty="0">
                <a:solidFill>
                  <a:srgbClr val="8C52FF"/>
                </a:solidFill>
                <a:latin typeface="Roboto Mono" panose="00000009000000000000" pitchFamily="49" charset="0"/>
                <a:ea typeface="Roboto Mono" panose="00000009000000000000" pitchFamily="49" charset="0"/>
                <a:cs typeface="Arial"/>
                <a:sym typeface="Arial"/>
              </a:rPr>
              <a:t>key</a:t>
            </a:r>
            <a:r>
              <a:rPr lang="en-US" sz="1867" kern="0" dirty="0">
                <a:solidFill>
                  <a:srgbClr val="FFFFFF"/>
                </a:solidFill>
                <a:latin typeface="Roboto Mono" panose="00000009000000000000" pitchFamily="49" charset="0"/>
                <a:ea typeface="Roboto Mono" panose="00000009000000000000" pitchFamily="49" charset="0"/>
                <a:cs typeface="Arial"/>
                <a:sym typeface="Arial"/>
              </a:rPr>
              <a:t>. The word you get from the dictionary is called a </a:t>
            </a:r>
            <a:r>
              <a:rPr lang="en-US" sz="1867" kern="0" dirty="0">
                <a:solidFill>
                  <a:srgbClr val="8C52FF"/>
                </a:solidFill>
                <a:latin typeface="Roboto Mono" panose="00000009000000000000" pitchFamily="49" charset="0"/>
                <a:ea typeface="Roboto Mono" panose="00000009000000000000" pitchFamily="49" charset="0"/>
                <a:cs typeface="Arial"/>
                <a:sym typeface="Arial"/>
              </a:rPr>
              <a:t>value</a:t>
            </a:r>
          </a:p>
          <a:p>
            <a:pPr marL="304815" indent="-304815" defTabSz="609630">
              <a:buClr>
                <a:srgbClr val="FFFFFF"/>
              </a:buClr>
              <a:buFont typeface="Arial" panose="020B0604020202020204" pitchFamily="34" charset="0"/>
              <a:buChar char="•"/>
            </a:pPr>
            <a:endParaRPr lang="en-US" sz="1867" kern="0" dirty="0">
              <a:solidFill>
                <a:srgbClr val="FFFFFF"/>
              </a:solidFill>
              <a:latin typeface="Roboto Mono" panose="00000009000000000000" pitchFamily="49" charset="0"/>
              <a:ea typeface="Roboto Mono" panose="00000009000000000000" pitchFamily="49" charset="0"/>
              <a:cs typeface="Arial"/>
              <a:sym typeface="Arial"/>
            </a:endParaRPr>
          </a:p>
          <a:p>
            <a:pPr defTabSz="609630">
              <a:buClr>
                <a:srgbClr val="FFFFFF"/>
              </a:buClr>
            </a:pPr>
            <a:r>
              <a:rPr lang="en-US" sz="1867" kern="0" dirty="0">
                <a:solidFill>
                  <a:srgbClr val="FFFFFF"/>
                </a:solidFill>
                <a:latin typeface="Roboto Mono" panose="00000009000000000000" pitchFamily="49" charset="0"/>
                <a:ea typeface="Roboto Mono" panose="00000009000000000000" pitchFamily="49" charset="0"/>
                <a:cs typeface="Arial"/>
                <a:sym typeface="Arial"/>
              </a:rPr>
              <a:t>Definition: A dictionary is a set of key-value pairs.</a:t>
            </a:r>
          </a:p>
          <a:p>
            <a:pPr marL="304815" indent="-304815" defTabSz="609630">
              <a:buClr>
                <a:srgbClr val="FFFFFF"/>
              </a:buClr>
              <a:buFont typeface="Arial" panose="020B0604020202020204" pitchFamily="34" charset="0"/>
              <a:buChar char="•"/>
            </a:pPr>
            <a:r>
              <a:rPr lang="en-US" sz="1867" kern="0" dirty="0">
                <a:solidFill>
                  <a:srgbClr val="8C52FF"/>
                </a:solidFill>
                <a:latin typeface="Roboto Mono" panose="00000009000000000000" pitchFamily="49" charset="0"/>
                <a:ea typeface="Roboto Mono" panose="00000009000000000000" pitchFamily="49" charset="0"/>
                <a:cs typeface="Arial"/>
                <a:sym typeface="Arial"/>
              </a:rPr>
              <a:t>Unique Keys</a:t>
            </a:r>
            <a:r>
              <a:rPr lang="en-US" sz="1867" kern="0" dirty="0">
                <a:solidFill>
                  <a:srgbClr val="FFFFFF"/>
                </a:solidFill>
                <a:latin typeface="Roboto Mono" panose="00000009000000000000" pitchFamily="49" charset="0"/>
                <a:ea typeface="Roboto Mono" panose="00000009000000000000" pitchFamily="49" charset="0"/>
                <a:cs typeface="Arial"/>
                <a:sym typeface="Arial"/>
              </a:rPr>
              <a:t>: Each key must be unique.</a:t>
            </a:r>
          </a:p>
          <a:p>
            <a:pPr marL="304815" indent="-304815" defTabSz="609630">
              <a:buClr>
                <a:srgbClr val="FFFFFF"/>
              </a:buClr>
              <a:buFont typeface="Arial" panose="020B0604020202020204" pitchFamily="34" charset="0"/>
              <a:buChar char="•"/>
            </a:pPr>
            <a:r>
              <a:rPr lang="en-US" sz="1867" kern="0" dirty="0">
                <a:solidFill>
                  <a:srgbClr val="8C52FF"/>
                </a:solidFill>
                <a:latin typeface="Roboto Mono" panose="00000009000000000000" pitchFamily="49" charset="0"/>
                <a:ea typeface="Roboto Mono" panose="00000009000000000000" pitchFamily="49" charset="0"/>
                <a:cs typeface="Arial"/>
                <a:sym typeface="Arial"/>
              </a:rPr>
              <a:t>Key Types</a:t>
            </a:r>
            <a:r>
              <a:rPr lang="en-US" sz="1867" kern="0" dirty="0">
                <a:solidFill>
                  <a:srgbClr val="FFFFFF"/>
                </a:solidFill>
                <a:latin typeface="Roboto Mono" panose="00000009000000000000" pitchFamily="49" charset="0"/>
                <a:ea typeface="Roboto Mono" panose="00000009000000000000" pitchFamily="49" charset="0"/>
                <a:cs typeface="Arial"/>
                <a:sym typeface="Arial"/>
              </a:rPr>
              <a:t>: Keys can be any immutable type (e.g., numbers, strings), but not lists.</a:t>
            </a:r>
          </a:p>
          <a:p>
            <a:pPr marL="304815" indent="-304815" defTabSz="609630">
              <a:buClr>
                <a:srgbClr val="FFFFFF"/>
              </a:buClr>
              <a:buFont typeface="Arial" panose="020B0604020202020204" pitchFamily="34" charset="0"/>
              <a:buChar char="•"/>
            </a:pPr>
            <a:r>
              <a:rPr lang="en-US" sz="1867" kern="0" dirty="0">
                <a:solidFill>
                  <a:srgbClr val="8C52FF"/>
                </a:solidFill>
                <a:latin typeface="Roboto Mono" panose="00000009000000000000" pitchFamily="49" charset="0"/>
                <a:ea typeface="Roboto Mono" panose="00000009000000000000" pitchFamily="49" charset="0"/>
                <a:cs typeface="Arial"/>
                <a:sym typeface="Arial"/>
              </a:rPr>
              <a:t>Comparison to Lists</a:t>
            </a:r>
            <a:r>
              <a:rPr lang="en-US" sz="1867" kern="0" dirty="0">
                <a:solidFill>
                  <a:srgbClr val="FFFFFF"/>
                </a:solidFill>
                <a:latin typeface="Roboto Mono" panose="00000009000000000000" pitchFamily="49" charset="0"/>
                <a:ea typeface="Roboto Mono" panose="00000009000000000000" pitchFamily="49" charset="0"/>
                <a:cs typeface="Arial"/>
                <a:sym typeface="Arial"/>
              </a:rPr>
              <a:t>: Unlike lists, which have ordered values, dictionaries hold pairs of values.</a:t>
            </a:r>
          </a:p>
          <a:p>
            <a:pPr marL="304815" indent="-304815" defTabSz="609630">
              <a:buClr>
                <a:srgbClr val="FFFFFF"/>
              </a:buClr>
              <a:buFont typeface="Arial" panose="020B0604020202020204" pitchFamily="34" charset="0"/>
              <a:buChar char="•"/>
            </a:pPr>
            <a:r>
              <a:rPr lang="en-US" sz="1867" kern="0" dirty="0">
                <a:solidFill>
                  <a:srgbClr val="8C52FF"/>
                </a:solidFill>
                <a:latin typeface="Roboto Mono" panose="00000009000000000000" pitchFamily="49" charset="0"/>
                <a:ea typeface="Roboto Mono" panose="00000009000000000000" pitchFamily="49" charset="0"/>
                <a:cs typeface="Arial"/>
                <a:sym typeface="Arial"/>
              </a:rPr>
              <a:t>Length</a:t>
            </a:r>
            <a:r>
              <a:rPr lang="en-US" sz="1867" kern="0" dirty="0">
                <a:solidFill>
                  <a:srgbClr val="FFFFFF"/>
                </a:solidFill>
                <a:latin typeface="Roboto Mono" panose="00000009000000000000" pitchFamily="49" charset="0"/>
                <a:ea typeface="Roboto Mono" panose="00000009000000000000" pitchFamily="49" charset="0"/>
                <a:cs typeface="Arial"/>
                <a:sym typeface="Arial"/>
              </a:rPr>
              <a:t>: The </a:t>
            </a:r>
            <a:r>
              <a:rPr lang="en-US" sz="1867" kern="0" dirty="0" err="1">
                <a:solidFill>
                  <a:srgbClr val="FFFFFF"/>
                </a:solidFill>
                <a:latin typeface="Roboto Mono" panose="00000009000000000000" pitchFamily="49" charset="0"/>
                <a:ea typeface="Roboto Mono" panose="00000009000000000000" pitchFamily="49" charset="0"/>
                <a:cs typeface="Arial"/>
                <a:sym typeface="Arial"/>
              </a:rPr>
              <a:t>len</a:t>
            </a:r>
            <a:r>
              <a:rPr lang="en-US" sz="1867" kern="0" dirty="0">
                <a:solidFill>
                  <a:srgbClr val="FFFFFF"/>
                </a:solidFill>
                <a:latin typeface="Roboto Mono" panose="00000009000000000000" pitchFamily="49" charset="0"/>
                <a:ea typeface="Roboto Mono" panose="00000009000000000000" pitchFamily="49" charset="0"/>
                <a:cs typeface="Arial"/>
                <a:sym typeface="Arial"/>
              </a:rPr>
              <a:t>() function returns the number of key-value pairs in a dictionary.</a:t>
            </a:r>
          </a:p>
          <a:p>
            <a:pPr marL="304815" indent="-304815" defTabSz="609630">
              <a:buClr>
                <a:srgbClr val="FFFFFF"/>
              </a:buClr>
              <a:buFont typeface="Arial" panose="020B0604020202020204" pitchFamily="34" charset="0"/>
              <a:buChar char="•"/>
            </a:pPr>
            <a:r>
              <a:rPr lang="en-US" sz="1867" kern="0" dirty="0">
                <a:solidFill>
                  <a:srgbClr val="8C52FF"/>
                </a:solidFill>
                <a:latin typeface="Roboto Mono" panose="00000009000000000000" pitchFamily="49" charset="0"/>
                <a:ea typeface="Roboto Mono" panose="00000009000000000000" pitchFamily="49" charset="0"/>
                <a:cs typeface="Arial"/>
                <a:sym typeface="Arial"/>
              </a:rPr>
              <a:t>One-Way Tool</a:t>
            </a:r>
            <a:r>
              <a:rPr lang="en-US" sz="1867" kern="0" dirty="0">
                <a:solidFill>
                  <a:srgbClr val="FFFFFF"/>
                </a:solidFill>
                <a:latin typeface="Roboto Mono" panose="00000009000000000000" pitchFamily="49" charset="0"/>
                <a:ea typeface="Roboto Mono" panose="00000009000000000000" pitchFamily="49" charset="0"/>
                <a:cs typeface="Arial"/>
                <a:sym typeface="Arial"/>
              </a:rPr>
              <a:t>: Dictionaries allow lookup of values based on keys, but not vice versa (e.g., English-French dictionary only allows English to French lookup).</a:t>
            </a:r>
          </a:p>
          <a:p>
            <a:pPr defTabSz="609630">
              <a:buClr>
                <a:srgbClr val="FFFFFF"/>
              </a:buClr>
            </a:pPr>
            <a:endParaRPr lang="en-US" sz="1867" kern="0" dirty="0">
              <a:solidFill>
                <a:srgbClr val="8C52FF"/>
              </a:solidFill>
              <a:latin typeface="Roboto Mono" panose="00000009000000000000" pitchFamily="49" charset="0"/>
              <a:ea typeface="Roboto Mono" panose="00000009000000000000" pitchFamily="49" charset="0"/>
              <a:cs typeface="Arial"/>
              <a:sym typeface="Arial"/>
            </a:endParaRPr>
          </a:p>
          <a:p>
            <a:pPr defTabSz="609630">
              <a:buClr>
                <a:srgbClr val="FFFFFF"/>
              </a:buClr>
            </a:pPr>
            <a:endParaRPr lang="en-US" sz="1867" kern="0" dirty="0">
              <a:solidFill>
                <a:srgbClr val="8C52FF"/>
              </a:solidFill>
              <a:latin typeface="Roboto Mono" panose="00000009000000000000" pitchFamily="49" charset="0"/>
              <a:ea typeface="Roboto Mono" panose="00000009000000000000" pitchFamily="49" charset="0"/>
              <a:cs typeface="Arial"/>
              <a:sym typeface="Arial"/>
            </a:endParaRPr>
          </a:p>
        </p:txBody>
      </p:sp>
      <p:sp>
        <p:nvSpPr>
          <p:cNvPr id="4" name="Rectangle 1">
            <a:extLst>
              <a:ext uri="{FF2B5EF4-FFF2-40B4-BE49-F238E27FC236}">
                <a16:creationId xmlns:a16="http://schemas.microsoft.com/office/drawing/2014/main" id="{DBB23E9B-BC55-2D7E-318E-CFBF079E4D53}"/>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5" name="Rectangle 1">
            <a:extLst>
              <a:ext uri="{FF2B5EF4-FFF2-40B4-BE49-F238E27FC236}">
                <a16:creationId xmlns:a16="http://schemas.microsoft.com/office/drawing/2014/main" id="{B356BC71-2EED-30DA-0412-EFF83F6F8D6B}"/>
              </a:ext>
            </a:extLst>
          </p:cNvPr>
          <p:cNvSpPr>
            <a:spLocks noChangeArrowheads="1"/>
          </p:cNvSpPr>
          <p:nvPr/>
        </p:nvSpPr>
        <p:spPr bwMode="auto">
          <a:xfrm>
            <a:off x="101600" y="-215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7" name="Rectangle 2">
            <a:extLst>
              <a:ext uri="{FF2B5EF4-FFF2-40B4-BE49-F238E27FC236}">
                <a16:creationId xmlns:a16="http://schemas.microsoft.com/office/drawing/2014/main" id="{448899CC-6475-B44D-1675-18ECB8D36261}"/>
              </a:ext>
            </a:extLst>
          </p:cNvPr>
          <p:cNvSpPr>
            <a:spLocks noChangeArrowheads="1"/>
          </p:cNvSpPr>
          <p:nvPr/>
        </p:nvSpPr>
        <p:spPr bwMode="auto">
          <a:xfrm>
            <a:off x="0" y="-112882"/>
            <a:ext cx="4629152" cy="22576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r>
              <a:rPr lang="en-US" altLang="en-US" sz="667" kern="0">
                <a:solidFill>
                  <a:srgbClr val="222222"/>
                </a:solidFill>
                <a:latin typeface="Open Sans" panose="020B0606030504020204" pitchFamily="34" charset="0"/>
                <a:cs typeface="Open Sans" panose="020B0606030504020204" pitchFamily="34" charset="0"/>
                <a:sym typeface="Arial"/>
              </a:rPr>
              <a:t>In Python's world, the word you look for is named a </a:t>
            </a:r>
            <a:r>
              <a:rPr lang="en-US" altLang="en-US" sz="667" kern="0">
                <a:solidFill>
                  <a:srgbClr val="333333"/>
                </a:solidFill>
                <a:latin typeface="Courier New" panose="02070309020205020404" pitchFamily="49" charset="0"/>
                <a:cs typeface="Courier New" panose="02070309020205020404" pitchFamily="49" charset="0"/>
                <a:sym typeface="Arial"/>
              </a:rPr>
              <a:t>key</a:t>
            </a:r>
            <a:r>
              <a:rPr lang="en-US" altLang="en-US" sz="667" kern="0">
                <a:solidFill>
                  <a:srgbClr val="222222"/>
                </a:solidFill>
                <a:latin typeface="Open Sans" panose="020B0606030504020204" pitchFamily="34" charset="0"/>
                <a:cs typeface="Open Sans" panose="020B0606030504020204" pitchFamily="34" charset="0"/>
                <a:sym typeface="Arial"/>
              </a:rPr>
              <a:t>. The word you get from the dictionary is called a </a:t>
            </a:r>
            <a:r>
              <a:rPr lang="en-US" altLang="en-US" sz="667" kern="0">
                <a:solidFill>
                  <a:srgbClr val="333333"/>
                </a:solidFill>
                <a:latin typeface="Courier New" panose="02070309020205020404" pitchFamily="49" charset="0"/>
                <a:cs typeface="Courier New" panose="02070309020205020404" pitchFamily="49" charset="0"/>
                <a:sym typeface="Arial"/>
              </a:rPr>
              <a:t>value</a:t>
            </a:r>
            <a:r>
              <a:rPr lang="en-US" altLang="en-US" sz="667" kern="0">
                <a:solidFill>
                  <a:srgbClr val="222222"/>
                </a:solidFill>
                <a:latin typeface="Open Sans" panose="020B0606030504020204" pitchFamily="34" charset="0"/>
                <a:cs typeface="Open Sans" panose="020B0606030504020204" pitchFamily="34" charset="0"/>
                <a:sym typeface="Arial"/>
              </a:rPr>
              <a:t>.</a:t>
            </a:r>
            <a:r>
              <a:rPr lang="en-US" altLang="en-US" sz="1067" kern="0">
                <a:solidFill>
                  <a:srgbClr val="000000"/>
                </a:solidFill>
                <a:cs typeface="Arial"/>
                <a:sym typeface="Arial"/>
              </a:rPr>
              <a:t> </a:t>
            </a:r>
            <a:endParaRPr lang="en-US" altLang="en-US" sz="1200" kern="0">
              <a:solidFill>
                <a:srgbClr val="000000"/>
              </a:solidFill>
              <a:cs typeface="Arial"/>
              <a:sym typeface="Arial"/>
            </a:endParaRPr>
          </a:p>
        </p:txBody>
      </p:sp>
    </p:spTree>
    <p:extLst>
      <p:ext uri="{BB962C8B-B14F-4D97-AF65-F5344CB8AC3E}">
        <p14:creationId xmlns:p14="http://schemas.microsoft.com/office/powerpoint/2010/main" val="2345647443"/>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24042" y="217287"/>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a:solidFill>
            <a:schemeClr val="accent1"/>
          </a:solidFill>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59"/>
            <a:ext cx="10326008" cy="812530"/>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4400" kern="0" dirty="0">
                <a:solidFill>
                  <a:srgbClr val="FFFFFF"/>
                </a:solidFill>
                <a:latin typeface="Courier"/>
                <a:cs typeface="Arial"/>
                <a:sym typeface="Courier"/>
              </a:rPr>
              <a:t>How to make a DICTIONARY</a:t>
            </a:r>
            <a:endParaRPr lang="en-US" sz="4400"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3" name="TextBox 2">
            <a:extLst>
              <a:ext uri="{FF2B5EF4-FFF2-40B4-BE49-F238E27FC236}">
                <a16:creationId xmlns:a16="http://schemas.microsoft.com/office/drawing/2014/main" id="{6F8EC0E4-49E1-37AB-65E4-73DEABA58CB2}"/>
              </a:ext>
            </a:extLst>
          </p:cNvPr>
          <p:cNvSpPr txBox="1"/>
          <p:nvPr/>
        </p:nvSpPr>
        <p:spPr>
          <a:xfrm>
            <a:off x="1071976" y="2378209"/>
            <a:ext cx="10251248" cy="1241622"/>
          </a:xfrm>
          <a:prstGeom prst="rect">
            <a:avLst/>
          </a:prstGeom>
          <a:noFill/>
        </p:spPr>
        <p:txBody>
          <a:bodyPr wrap="square">
            <a:spAutoFit/>
          </a:bodyPr>
          <a:lstStyle/>
          <a:p>
            <a:pPr marL="304815" indent="-304815" defTabSz="609630">
              <a:buClr>
                <a:srgbClr val="FFFFFF"/>
              </a:buClr>
              <a:buFont typeface="Arial" panose="020B0604020202020204" pitchFamily="34" charset="0"/>
              <a:buChar char="•"/>
            </a:pPr>
            <a:r>
              <a:rPr lang="en-US" sz="1867" kern="0" dirty="0">
                <a:solidFill>
                  <a:srgbClr val="FFFFFF"/>
                </a:solidFill>
                <a:latin typeface="Roboto Mono" panose="00000009000000000000" pitchFamily="49" charset="0"/>
                <a:ea typeface="Roboto Mono" panose="00000009000000000000" pitchFamily="49" charset="0"/>
                <a:cs typeface="Arial"/>
                <a:sym typeface="Arial"/>
              </a:rPr>
              <a:t>The list of pairs is </a:t>
            </a:r>
            <a:r>
              <a:rPr lang="en-US" sz="1867" kern="0" dirty="0">
                <a:solidFill>
                  <a:srgbClr val="8C52FF"/>
                </a:solidFill>
                <a:latin typeface="Roboto Mono" panose="00000009000000000000" pitchFamily="49" charset="0"/>
                <a:ea typeface="Roboto Mono" panose="00000009000000000000" pitchFamily="49" charset="0"/>
                <a:cs typeface="Arial"/>
                <a:sym typeface="Arial"/>
              </a:rPr>
              <a:t>surrounded by curly braces</a:t>
            </a:r>
            <a:r>
              <a:rPr lang="en-US" sz="1867" kern="0" dirty="0">
                <a:solidFill>
                  <a:srgbClr val="FFFFFF"/>
                </a:solidFill>
                <a:latin typeface="Roboto Mono" panose="00000009000000000000" pitchFamily="49" charset="0"/>
                <a:ea typeface="Roboto Mono" panose="00000009000000000000" pitchFamily="49" charset="0"/>
                <a:cs typeface="Arial"/>
                <a:sym typeface="Arial"/>
              </a:rPr>
              <a:t>, while the pairs themselves are </a:t>
            </a:r>
            <a:r>
              <a:rPr lang="en-US" sz="1867" kern="0" dirty="0">
                <a:solidFill>
                  <a:srgbClr val="8C52FF"/>
                </a:solidFill>
                <a:latin typeface="Roboto Mono" panose="00000009000000000000" pitchFamily="49" charset="0"/>
                <a:ea typeface="Roboto Mono" panose="00000009000000000000" pitchFamily="49" charset="0"/>
                <a:cs typeface="Arial"/>
                <a:sym typeface="Arial"/>
              </a:rPr>
              <a:t>separated by commas</a:t>
            </a:r>
            <a:r>
              <a:rPr lang="en-US" sz="1867" kern="0" dirty="0">
                <a:solidFill>
                  <a:srgbClr val="FFFFFF"/>
                </a:solidFill>
                <a:latin typeface="Roboto Mono" panose="00000009000000000000" pitchFamily="49" charset="0"/>
                <a:ea typeface="Roboto Mono" panose="00000009000000000000" pitchFamily="49" charset="0"/>
                <a:cs typeface="Arial"/>
                <a:sym typeface="Arial"/>
              </a:rPr>
              <a:t>, and the </a:t>
            </a:r>
            <a:r>
              <a:rPr lang="en-US" sz="1867" kern="0" dirty="0">
                <a:solidFill>
                  <a:srgbClr val="8C52FF"/>
                </a:solidFill>
                <a:latin typeface="Roboto Mono" panose="00000009000000000000" pitchFamily="49" charset="0"/>
                <a:ea typeface="Roboto Mono" panose="00000009000000000000" pitchFamily="49" charset="0"/>
                <a:cs typeface="Arial"/>
                <a:sym typeface="Arial"/>
              </a:rPr>
              <a:t>keys and values by colons.</a:t>
            </a:r>
          </a:p>
          <a:p>
            <a:pPr defTabSz="609630">
              <a:buClr>
                <a:srgbClr val="FFFFFF"/>
              </a:buClr>
            </a:pPr>
            <a:endParaRPr lang="en-US" sz="1867" kern="0" dirty="0">
              <a:solidFill>
                <a:srgbClr val="8C52FF"/>
              </a:solidFill>
              <a:latin typeface="Roboto Mono" panose="00000009000000000000" pitchFamily="49" charset="0"/>
              <a:ea typeface="Roboto Mono" panose="00000009000000000000" pitchFamily="49" charset="0"/>
              <a:cs typeface="Arial"/>
              <a:sym typeface="Arial"/>
            </a:endParaRPr>
          </a:p>
        </p:txBody>
      </p:sp>
      <p:sp>
        <p:nvSpPr>
          <p:cNvPr id="4" name="Rectangle 1">
            <a:extLst>
              <a:ext uri="{FF2B5EF4-FFF2-40B4-BE49-F238E27FC236}">
                <a16:creationId xmlns:a16="http://schemas.microsoft.com/office/drawing/2014/main" id="{DBB23E9B-BC55-2D7E-318E-CFBF079E4D53}"/>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5" name="Rectangle 1">
            <a:extLst>
              <a:ext uri="{FF2B5EF4-FFF2-40B4-BE49-F238E27FC236}">
                <a16:creationId xmlns:a16="http://schemas.microsoft.com/office/drawing/2014/main" id="{B356BC71-2EED-30DA-0412-EFF83F6F8D6B}"/>
              </a:ext>
            </a:extLst>
          </p:cNvPr>
          <p:cNvSpPr>
            <a:spLocks noChangeArrowheads="1"/>
          </p:cNvSpPr>
          <p:nvPr/>
        </p:nvSpPr>
        <p:spPr bwMode="auto">
          <a:xfrm>
            <a:off x="101600" y="-215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7" name="Rectangle 2">
            <a:extLst>
              <a:ext uri="{FF2B5EF4-FFF2-40B4-BE49-F238E27FC236}">
                <a16:creationId xmlns:a16="http://schemas.microsoft.com/office/drawing/2014/main" id="{448899CC-6475-B44D-1675-18ECB8D36261}"/>
              </a:ext>
            </a:extLst>
          </p:cNvPr>
          <p:cNvSpPr>
            <a:spLocks noChangeArrowheads="1"/>
          </p:cNvSpPr>
          <p:nvPr/>
        </p:nvSpPr>
        <p:spPr bwMode="auto">
          <a:xfrm>
            <a:off x="0" y="-112882"/>
            <a:ext cx="4629152" cy="22576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r>
              <a:rPr lang="en-US" altLang="en-US" sz="667" kern="0">
                <a:solidFill>
                  <a:srgbClr val="222222"/>
                </a:solidFill>
                <a:latin typeface="Open Sans" panose="020B0606030504020204" pitchFamily="34" charset="0"/>
                <a:cs typeface="Open Sans" panose="020B0606030504020204" pitchFamily="34" charset="0"/>
                <a:sym typeface="Arial"/>
              </a:rPr>
              <a:t>In Python's world, the word you look for is named a </a:t>
            </a:r>
            <a:r>
              <a:rPr lang="en-US" altLang="en-US" sz="667" kern="0">
                <a:solidFill>
                  <a:srgbClr val="333333"/>
                </a:solidFill>
                <a:latin typeface="Courier New" panose="02070309020205020404" pitchFamily="49" charset="0"/>
                <a:cs typeface="Courier New" panose="02070309020205020404" pitchFamily="49" charset="0"/>
                <a:sym typeface="Arial"/>
              </a:rPr>
              <a:t>key</a:t>
            </a:r>
            <a:r>
              <a:rPr lang="en-US" altLang="en-US" sz="667" kern="0">
                <a:solidFill>
                  <a:srgbClr val="222222"/>
                </a:solidFill>
                <a:latin typeface="Open Sans" panose="020B0606030504020204" pitchFamily="34" charset="0"/>
                <a:cs typeface="Open Sans" panose="020B0606030504020204" pitchFamily="34" charset="0"/>
                <a:sym typeface="Arial"/>
              </a:rPr>
              <a:t>. The word you get from the dictionary is called a </a:t>
            </a:r>
            <a:r>
              <a:rPr lang="en-US" altLang="en-US" sz="667" kern="0">
                <a:solidFill>
                  <a:srgbClr val="333333"/>
                </a:solidFill>
                <a:latin typeface="Courier New" panose="02070309020205020404" pitchFamily="49" charset="0"/>
                <a:cs typeface="Courier New" panose="02070309020205020404" pitchFamily="49" charset="0"/>
                <a:sym typeface="Arial"/>
              </a:rPr>
              <a:t>value</a:t>
            </a:r>
            <a:r>
              <a:rPr lang="en-US" altLang="en-US" sz="667" kern="0">
                <a:solidFill>
                  <a:srgbClr val="222222"/>
                </a:solidFill>
                <a:latin typeface="Open Sans" panose="020B0606030504020204" pitchFamily="34" charset="0"/>
                <a:cs typeface="Open Sans" panose="020B0606030504020204" pitchFamily="34" charset="0"/>
                <a:sym typeface="Arial"/>
              </a:rPr>
              <a:t>.</a:t>
            </a:r>
            <a:r>
              <a:rPr lang="en-US" altLang="en-US" sz="1067" kern="0">
                <a:solidFill>
                  <a:srgbClr val="000000"/>
                </a:solidFill>
                <a:cs typeface="Arial"/>
                <a:sym typeface="Arial"/>
              </a:rPr>
              <a:t> </a:t>
            </a:r>
            <a:endParaRPr lang="en-US" altLang="en-US" sz="1200" kern="0">
              <a:solidFill>
                <a:srgbClr val="000000"/>
              </a:solidFill>
              <a:cs typeface="Arial"/>
              <a:sym typeface="Arial"/>
            </a:endParaRPr>
          </a:p>
        </p:txBody>
      </p:sp>
      <p:pic>
        <p:nvPicPr>
          <p:cNvPr id="8" name="Picture 7" descr="A screenshot of a computer&#10;&#10;Description automatically generated">
            <a:extLst>
              <a:ext uri="{FF2B5EF4-FFF2-40B4-BE49-F238E27FC236}">
                <a16:creationId xmlns:a16="http://schemas.microsoft.com/office/drawing/2014/main" id="{9ED7F642-24AB-EC22-2AF5-FA5699A652B0}"/>
              </a:ext>
            </a:extLst>
          </p:cNvPr>
          <p:cNvPicPr>
            <a:picLocks noChangeAspect="1"/>
          </p:cNvPicPr>
          <p:nvPr/>
        </p:nvPicPr>
        <p:blipFill>
          <a:blip r:embed="rId3"/>
          <a:stretch>
            <a:fillRect/>
          </a:stretch>
        </p:blipFill>
        <p:spPr>
          <a:xfrm>
            <a:off x="2712174" y="3899263"/>
            <a:ext cx="7155745" cy="2310435"/>
          </a:xfrm>
          <a:prstGeom prst="rect">
            <a:avLst/>
          </a:prstGeom>
        </p:spPr>
      </p:pic>
    </p:spTree>
    <p:extLst>
      <p:ext uri="{BB962C8B-B14F-4D97-AF65-F5344CB8AC3E}">
        <p14:creationId xmlns:p14="http://schemas.microsoft.com/office/powerpoint/2010/main" val="3567231522"/>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324042" y="217287"/>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a:solidFill>
            <a:schemeClr val="accent1"/>
          </a:solidFill>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59"/>
            <a:ext cx="10326008" cy="812530"/>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4400" kern="0" dirty="0">
                <a:solidFill>
                  <a:srgbClr val="FFFFFF"/>
                </a:solidFill>
                <a:latin typeface="Courier"/>
                <a:cs typeface="Arial"/>
                <a:sym typeface="Courier"/>
              </a:rPr>
              <a:t>How to use a DICTIONARY</a:t>
            </a:r>
            <a:endParaRPr lang="en-US" sz="4400"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3" name="TextBox 2">
            <a:extLst>
              <a:ext uri="{FF2B5EF4-FFF2-40B4-BE49-F238E27FC236}">
                <a16:creationId xmlns:a16="http://schemas.microsoft.com/office/drawing/2014/main" id="{6F8EC0E4-49E1-37AB-65E4-73DEABA58CB2}"/>
              </a:ext>
            </a:extLst>
          </p:cNvPr>
          <p:cNvSpPr txBox="1"/>
          <p:nvPr/>
        </p:nvSpPr>
        <p:spPr>
          <a:xfrm>
            <a:off x="1071976" y="2378209"/>
            <a:ext cx="10251248" cy="666977"/>
          </a:xfrm>
          <a:prstGeom prst="rect">
            <a:avLst/>
          </a:prstGeom>
          <a:noFill/>
        </p:spPr>
        <p:txBody>
          <a:bodyPr wrap="square">
            <a:spAutoFit/>
          </a:bodyPr>
          <a:lstStyle/>
          <a:p>
            <a:pPr defTabSz="609630" eaLnBrk="0" fontAlgn="base" hangingPunct="0">
              <a:spcBef>
                <a:spcPct val="0"/>
              </a:spcBef>
              <a:spcAft>
                <a:spcPct val="0"/>
              </a:spcAft>
            </a:pPr>
            <a:r>
              <a:rPr lang="en-US" altLang="en-US" sz="1867" kern="0" dirty="0">
                <a:solidFill>
                  <a:srgbClr val="FFFFFF"/>
                </a:solidFill>
                <a:latin typeface="Roboto Mono" panose="00000009000000000000" pitchFamily="49" charset="0"/>
                <a:ea typeface="Roboto Mono" panose="00000009000000000000" pitchFamily="49" charset="0"/>
                <a:cs typeface="Open Sans" panose="020B0606030504020204" pitchFamily="34" charset="0"/>
                <a:sym typeface="Arial"/>
              </a:rPr>
              <a:t>If you want to get any of the values, you have to deliver a valid key value:</a:t>
            </a:r>
          </a:p>
        </p:txBody>
      </p:sp>
      <p:sp>
        <p:nvSpPr>
          <p:cNvPr id="4" name="Rectangle 1">
            <a:extLst>
              <a:ext uri="{FF2B5EF4-FFF2-40B4-BE49-F238E27FC236}">
                <a16:creationId xmlns:a16="http://schemas.microsoft.com/office/drawing/2014/main" id="{DBB23E9B-BC55-2D7E-318E-CFBF079E4D53}"/>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5" name="Rectangle 1">
            <a:extLst>
              <a:ext uri="{FF2B5EF4-FFF2-40B4-BE49-F238E27FC236}">
                <a16:creationId xmlns:a16="http://schemas.microsoft.com/office/drawing/2014/main" id="{B356BC71-2EED-30DA-0412-EFF83F6F8D6B}"/>
              </a:ext>
            </a:extLst>
          </p:cNvPr>
          <p:cNvSpPr>
            <a:spLocks noChangeArrowheads="1"/>
          </p:cNvSpPr>
          <p:nvPr/>
        </p:nvSpPr>
        <p:spPr bwMode="auto">
          <a:xfrm>
            <a:off x="101600" y="-215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7" name="Rectangle 2">
            <a:extLst>
              <a:ext uri="{FF2B5EF4-FFF2-40B4-BE49-F238E27FC236}">
                <a16:creationId xmlns:a16="http://schemas.microsoft.com/office/drawing/2014/main" id="{448899CC-6475-B44D-1675-18ECB8D36261}"/>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9" name="Rectangle 1">
            <a:extLst>
              <a:ext uri="{FF2B5EF4-FFF2-40B4-BE49-F238E27FC236}">
                <a16:creationId xmlns:a16="http://schemas.microsoft.com/office/drawing/2014/main" id="{DE78F43B-2A41-5F06-F83D-31165893DD32}"/>
              </a:ext>
            </a:extLst>
          </p:cNvPr>
          <p:cNvSpPr>
            <a:spLocks noChangeArrowheads="1"/>
          </p:cNvSpPr>
          <p:nvPr/>
        </p:nvSpPr>
        <p:spPr bwMode="auto">
          <a:xfrm>
            <a:off x="101600" y="-215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pic>
        <p:nvPicPr>
          <p:cNvPr id="13" name="Picture 12">
            <a:extLst>
              <a:ext uri="{FF2B5EF4-FFF2-40B4-BE49-F238E27FC236}">
                <a16:creationId xmlns:a16="http://schemas.microsoft.com/office/drawing/2014/main" id="{A22A2C96-9262-AE21-1B6D-5BD55ACA9C73}"/>
              </a:ext>
            </a:extLst>
          </p:cNvPr>
          <p:cNvPicPr>
            <a:picLocks noChangeAspect="1"/>
          </p:cNvPicPr>
          <p:nvPr/>
        </p:nvPicPr>
        <p:blipFill>
          <a:blip r:embed="rId3"/>
          <a:stretch>
            <a:fillRect/>
          </a:stretch>
        </p:blipFill>
        <p:spPr>
          <a:xfrm>
            <a:off x="870642" y="3414211"/>
            <a:ext cx="10653916" cy="1581286"/>
          </a:xfrm>
          <a:prstGeom prst="rect">
            <a:avLst/>
          </a:prstGeom>
        </p:spPr>
      </p:pic>
      <p:sp>
        <p:nvSpPr>
          <p:cNvPr id="14" name="TextBox 13">
            <a:extLst>
              <a:ext uri="{FF2B5EF4-FFF2-40B4-BE49-F238E27FC236}">
                <a16:creationId xmlns:a16="http://schemas.microsoft.com/office/drawing/2014/main" id="{5BB73AA6-2D92-3F58-A707-4586C2340219}"/>
              </a:ext>
            </a:extLst>
          </p:cNvPr>
          <p:cNvSpPr txBox="1"/>
          <p:nvPr/>
        </p:nvSpPr>
        <p:spPr>
          <a:xfrm>
            <a:off x="870642" y="5304684"/>
            <a:ext cx="10251248" cy="666977"/>
          </a:xfrm>
          <a:prstGeom prst="rect">
            <a:avLst/>
          </a:prstGeom>
          <a:noFill/>
        </p:spPr>
        <p:txBody>
          <a:bodyPr wrap="square">
            <a:spAutoFit/>
          </a:bodyPr>
          <a:lstStyle/>
          <a:p>
            <a:pPr algn="ctr" defTabSz="609630" eaLnBrk="0" fontAlgn="base" hangingPunct="0">
              <a:spcBef>
                <a:spcPct val="0"/>
              </a:spcBef>
              <a:spcAft>
                <a:spcPct val="0"/>
              </a:spcAft>
            </a:pPr>
            <a:r>
              <a:rPr lang="en-US" altLang="en-US" sz="1867" kern="0" dirty="0">
                <a:solidFill>
                  <a:srgbClr val="8C52FF"/>
                </a:solidFill>
                <a:latin typeface="Roboto Mono" panose="00000009000000000000" pitchFamily="49" charset="0"/>
                <a:ea typeface="Roboto Mono" panose="00000009000000000000" pitchFamily="49" charset="0"/>
                <a:cs typeface="Open Sans" panose="020B0606030504020204" pitchFamily="34" charset="0"/>
                <a:sym typeface="Arial"/>
              </a:rPr>
              <a:t>print(dictionary['cat'])</a:t>
            </a:r>
          </a:p>
          <a:p>
            <a:pPr algn="ctr" defTabSz="609630" eaLnBrk="0" fontAlgn="base" hangingPunct="0">
              <a:spcBef>
                <a:spcPct val="0"/>
              </a:spcBef>
              <a:spcAft>
                <a:spcPct val="0"/>
              </a:spcAft>
            </a:pPr>
            <a:r>
              <a:rPr lang="en-US" altLang="en-US" sz="1867" kern="0" dirty="0">
                <a:solidFill>
                  <a:srgbClr val="8C52FF"/>
                </a:solidFill>
                <a:latin typeface="Roboto Mono" panose="00000009000000000000" pitchFamily="49" charset="0"/>
                <a:ea typeface="Roboto Mono" panose="00000009000000000000" pitchFamily="49" charset="0"/>
                <a:cs typeface="Open Sans" panose="020B0606030504020204" pitchFamily="34" charset="0"/>
                <a:sym typeface="Arial"/>
              </a:rPr>
              <a:t>print(</a:t>
            </a:r>
            <a:r>
              <a:rPr lang="en-US" altLang="en-US" sz="1867" kern="0" dirty="0" err="1">
                <a:solidFill>
                  <a:srgbClr val="8C52FF"/>
                </a:solidFill>
                <a:latin typeface="Roboto Mono" panose="00000009000000000000" pitchFamily="49" charset="0"/>
                <a:ea typeface="Roboto Mono" panose="00000009000000000000" pitchFamily="49" charset="0"/>
                <a:cs typeface="Open Sans" panose="020B0606030504020204" pitchFamily="34" charset="0"/>
                <a:sym typeface="Arial"/>
              </a:rPr>
              <a:t>phone_numbers</a:t>
            </a:r>
            <a:r>
              <a:rPr lang="en-US" altLang="en-US" sz="1867" kern="0" dirty="0">
                <a:solidFill>
                  <a:srgbClr val="8C52FF"/>
                </a:solidFill>
                <a:latin typeface="Roboto Mono" panose="00000009000000000000" pitchFamily="49" charset="0"/>
                <a:ea typeface="Roboto Mono" panose="00000009000000000000" pitchFamily="49" charset="0"/>
                <a:cs typeface="Open Sans" panose="020B0606030504020204" pitchFamily="34" charset="0"/>
                <a:sym typeface="Arial"/>
              </a:rPr>
              <a:t>['Suzy'])</a:t>
            </a:r>
          </a:p>
        </p:txBody>
      </p:sp>
    </p:spTree>
    <p:extLst>
      <p:ext uri="{BB962C8B-B14F-4D97-AF65-F5344CB8AC3E}">
        <p14:creationId xmlns:p14="http://schemas.microsoft.com/office/powerpoint/2010/main" val="2172975424"/>
      </p:ext>
    </p:extLst>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425642" y="277561"/>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a:solidFill>
            <a:schemeClr val="accent1"/>
          </a:solidFill>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59"/>
            <a:ext cx="10326008" cy="812530"/>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4400" kern="0" dirty="0">
                <a:solidFill>
                  <a:srgbClr val="FFFFFF"/>
                </a:solidFill>
                <a:latin typeface="Courier"/>
                <a:cs typeface="Arial"/>
                <a:sym typeface="Courier"/>
              </a:rPr>
              <a:t>How to use a DICTIONARY</a:t>
            </a:r>
            <a:endParaRPr lang="en-US" sz="4400"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3" name="TextBox 2">
            <a:extLst>
              <a:ext uri="{FF2B5EF4-FFF2-40B4-BE49-F238E27FC236}">
                <a16:creationId xmlns:a16="http://schemas.microsoft.com/office/drawing/2014/main" id="{6F8EC0E4-49E1-37AB-65E4-73DEABA58CB2}"/>
              </a:ext>
            </a:extLst>
          </p:cNvPr>
          <p:cNvSpPr txBox="1"/>
          <p:nvPr/>
        </p:nvSpPr>
        <p:spPr>
          <a:xfrm>
            <a:off x="1071976" y="2378209"/>
            <a:ext cx="10251248" cy="379656"/>
          </a:xfrm>
          <a:prstGeom prst="rect">
            <a:avLst/>
          </a:prstGeom>
          <a:noFill/>
        </p:spPr>
        <p:txBody>
          <a:bodyPr wrap="square">
            <a:spAutoFit/>
          </a:bodyPr>
          <a:lstStyle/>
          <a:p>
            <a:pPr defTabSz="609630" eaLnBrk="0" fontAlgn="base" hangingPunct="0">
              <a:spcBef>
                <a:spcPct val="0"/>
              </a:spcBef>
              <a:spcAft>
                <a:spcPct val="0"/>
              </a:spcAft>
            </a:pPr>
            <a:r>
              <a:rPr lang="en-US" altLang="en-US" sz="1867" kern="0" dirty="0">
                <a:solidFill>
                  <a:srgbClr val="FFFFFF"/>
                </a:solidFill>
                <a:latin typeface="Roboto Mono" panose="00000009000000000000" pitchFamily="49" charset="0"/>
                <a:ea typeface="Roboto Mono" panose="00000009000000000000" pitchFamily="49" charset="0"/>
                <a:cs typeface="Open Sans" panose="020B0606030504020204" pitchFamily="34" charset="0"/>
                <a:sym typeface="Arial"/>
              </a:rPr>
              <a:t>And now the most important news: you </a:t>
            </a:r>
            <a:r>
              <a:rPr lang="en-US" altLang="en-US" sz="1867" kern="0" dirty="0">
                <a:solidFill>
                  <a:srgbClr val="8C52FF"/>
                </a:solidFill>
                <a:latin typeface="Roboto Mono" panose="00000009000000000000" pitchFamily="49" charset="0"/>
                <a:ea typeface="Roboto Mono" panose="00000009000000000000" pitchFamily="49" charset="0"/>
                <a:cs typeface="Open Sans" panose="020B0606030504020204" pitchFamily="34" charset="0"/>
                <a:sym typeface="Arial"/>
              </a:rPr>
              <a:t>mustn't use a non-existent key</a:t>
            </a:r>
            <a:r>
              <a:rPr lang="en-US" altLang="en-US" sz="1867" kern="0" dirty="0">
                <a:solidFill>
                  <a:srgbClr val="FFFFFF"/>
                </a:solidFill>
                <a:latin typeface="Roboto Mono" panose="00000009000000000000" pitchFamily="49" charset="0"/>
                <a:ea typeface="Roboto Mono" panose="00000009000000000000" pitchFamily="49" charset="0"/>
                <a:cs typeface="Open Sans" panose="020B0606030504020204" pitchFamily="34" charset="0"/>
                <a:sym typeface="Arial"/>
              </a:rPr>
              <a:t>.</a:t>
            </a:r>
          </a:p>
        </p:txBody>
      </p:sp>
      <p:sp>
        <p:nvSpPr>
          <p:cNvPr id="4" name="Rectangle 1">
            <a:extLst>
              <a:ext uri="{FF2B5EF4-FFF2-40B4-BE49-F238E27FC236}">
                <a16:creationId xmlns:a16="http://schemas.microsoft.com/office/drawing/2014/main" id="{DBB23E9B-BC55-2D7E-318E-CFBF079E4D53}"/>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5" name="Rectangle 1">
            <a:extLst>
              <a:ext uri="{FF2B5EF4-FFF2-40B4-BE49-F238E27FC236}">
                <a16:creationId xmlns:a16="http://schemas.microsoft.com/office/drawing/2014/main" id="{B356BC71-2EED-30DA-0412-EFF83F6F8D6B}"/>
              </a:ext>
            </a:extLst>
          </p:cNvPr>
          <p:cNvSpPr>
            <a:spLocks noChangeArrowheads="1"/>
          </p:cNvSpPr>
          <p:nvPr/>
        </p:nvSpPr>
        <p:spPr bwMode="auto">
          <a:xfrm>
            <a:off x="101600" y="-215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7" name="Rectangle 2">
            <a:extLst>
              <a:ext uri="{FF2B5EF4-FFF2-40B4-BE49-F238E27FC236}">
                <a16:creationId xmlns:a16="http://schemas.microsoft.com/office/drawing/2014/main" id="{448899CC-6475-B44D-1675-18ECB8D36261}"/>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9" name="Rectangle 1">
            <a:extLst>
              <a:ext uri="{FF2B5EF4-FFF2-40B4-BE49-F238E27FC236}">
                <a16:creationId xmlns:a16="http://schemas.microsoft.com/office/drawing/2014/main" id="{DE78F43B-2A41-5F06-F83D-31165893DD32}"/>
              </a:ext>
            </a:extLst>
          </p:cNvPr>
          <p:cNvSpPr>
            <a:spLocks noChangeArrowheads="1"/>
          </p:cNvSpPr>
          <p:nvPr/>
        </p:nvSpPr>
        <p:spPr bwMode="auto">
          <a:xfrm>
            <a:off x="101600" y="-215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pic>
        <p:nvPicPr>
          <p:cNvPr id="8" name="Picture 7">
            <a:extLst>
              <a:ext uri="{FF2B5EF4-FFF2-40B4-BE49-F238E27FC236}">
                <a16:creationId xmlns:a16="http://schemas.microsoft.com/office/drawing/2014/main" id="{04EB0475-A0BE-5CD1-278E-D5FB2FE99467}"/>
              </a:ext>
            </a:extLst>
          </p:cNvPr>
          <p:cNvPicPr>
            <a:picLocks noChangeAspect="1"/>
          </p:cNvPicPr>
          <p:nvPr/>
        </p:nvPicPr>
        <p:blipFill>
          <a:blip r:embed="rId3"/>
          <a:stretch>
            <a:fillRect/>
          </a:stretch>
        </p:blipFill>
        <p:spPr>
          <a:xfrm>
            <a:off x="1071976" y="2951721"/>
            <a:ext cx="5889837" cy="954559"/>
          </a:xfrm>
          <a:prstGeom prst="rect">
            <a:avLst/>
          </a:prstGeom>
        </p:spPr>
      </p:pic>
      <p:sp>
        <p:nvSpPr>
          <p:cNvPr id="10" name="TextBox 9">
            <a:extLst>
              <a:ext uri="{FF2B5EF4-FFF2-40B4-BE49-F238E27FC236}">
                <a16:creationId xmlns:a16="http://schemas.microsoft.com/office/drawing/2014/main" id="{BE09BCF1-B8B5-F5D5-6CFE-266D84893BD7}"/>
              </a:ext>
            </a:extLst>
          </p:cNvPr>
          <p:cNvSpPr txBox="1"/>
          <p:nvPr/>
        </p:nvSpPr>
        <p:spPr>
          <a:xfrm>
            <a:off x="1071976" y="4200027"/>
            <a:ext cx="10251248" cy="954300"/>
          </a:xfrm>
          <a:prstGeom prst="rect">
            <a:avLst/>
          </a:prstGeom>
          <a:noFill/>
        </p:spPr>
        <p:txBody>
          <a:bodyPr wrap="square">
            <a:spAutoFit/>
          </a:bodyPr>
          <a:lstStyle/>
          <a:p>
            <a:pPr defTabSz="609630" eaLnBrk="0" fontAlgn="base" hangingPunct="0">
              <a:spcBef>
                <a:spcPct val="0"/>
              </a:spcBef>
              <a:spcAft>
                <a:spcPct val="0"/>
              </a:spcAft>
            </a:pPr>
            <a:r>
              <a:rPr lang="en-US" altLang="en-US" sz="1867" kern="0" dirty="0">
                <a:solidFill>
                  <a:srgbClr val="FFFFFF"/>
                </a:solidFill>
                <a:latin typeface="Roboto Mono" panose="00000009000000000000" pitchFamily="49" charset="0"/>
                <a:ea typeface="Roboto Mono" panose="00000009000000000000" pitchFamily="49" charset="0"/>
                <a:cs typeface="Open Sans" panose="020B0606030504020204" pitchFamily="34" charset="0"/>
                <a:sym typeface="Arial"/>
              </a:rPr>
              <a:t>Fortunately, there's a simple way to avoid such a situation. The in operator, together with its companion, not in, can salvage this situation. </a:t>
            </a:r>
          </a:p>
        </p:txBody>
      </p:sp>
      <p:sp>
        <p:nvSpPr>
          <p:cNvPr id="11" name="Rectangle 1">
            <a:extLst>
              <a:ext uri="{FF2B5EF4-FFF2-40B4-BE49-F238E27FC236}">
                <a16:creationId xmlns:a16="http://schemas.microsoft.com/office/drawing/2014/main" id="{B3F40D55-97CA-D739-A160-3750B074EE90}"/>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Tree>
    <p:extLst>
      <p:ext uri="{BB962C8B-B14F-4D97-AF65-F5344CB8AC3E}">
        <p14:creationId xmlns:p14="http://schemas.microsoft.com/office/powerpoint/2010/main" val="426215033"/>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425642" y="277561"/>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a:solidFill>
            <a:schemeClr val="accent1"/>
          </a:solidFill>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59"/>
            <a:ext cx="10326008" cy="812530"/>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4400" kern="0" dirty="0">
                <a:solidFill>
                  <a:srgbClr val="FFFFFF"/>
                </a:solidFill>
                <a:latin typeface="Courier"/>
                <a:cs typeface="Arial"/>
                <a:sym typeface="Courier"/>
              </a:rPr>
              <a:t>How to use a DICTIONARY</a:t>
            </a:r>
            <a:endParaRPr lang="en-US" sz="4400"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4" name="Rectangle 1">
            <a:extLst>
              <a:ext uri="{FF2B5EF4-FFF2-40B4-BE49-F238E27FC236}">
                <a16:creationId xmlns:a16="http://schemas.microsoft.com/office/drawing/2014/main" id="{DBB23E9B-BC55-2D7E-318E-CFBF079E4D53}"/>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5" name="Rectangle 1">
            <a:extLst>
              <a:ext uri="{FF2B5EF4-FFF2-40B4-BE49-F238E27FC236}">
                <a16:creationId xmlns:a16="http://schemas.microsoft.com/office/drawing/2014/main" id="{B356BC71-2EED-30DA-0412-EFF83F6F8D6B}"/>
              </a:ext>
            </a:extLst>
          </p:cNvPr>
          <p:cNvSpPr>
            <a:spLocks noChangeArrowheads="1"/>
          </p:cNvSpPr>
          <p:nvPr/>
        </p:nvSpPr>
        <p:spPr bwMode="auto">
          <a:xfrm>
            <a:off x="101600" y="-215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7" name="Rectangle 2">
            <a:extLst>
              <a:ext uri="{FF2B5EF4-FFF2-40B4-BE49-F238E27FC236}">
                <a16:creationId xmlns:a16="http://schemas.microsoft.com/office/drawing/2014/main" id="{448899CC-6475-B44D-1675-18ECB8D36261}"/>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9" name="Rectangle 1">
            <a:extLst>
              <a:ext uri="{FF2B5EF4-FFF2-40B4-BE49-F238E27FC236}">
                <a16:creationId xmlns:a16="http://schemas.microsoft.com/office/drawing/2014/main" id="{DE78F43B-2A41-5F06-F83D-31165893DD32}"/>
              </a:ext>
            </a:extLst>
          </p:cNvPr>
          <p:cNvSpPr>
            <a:spLocks noChangeArrowheads="1"/>
          </p:cNvSpPr>
          <p:nvPr/>
        </p:nvSpPr>
        <p:spPr bwMode="auto">
          <a:xfrm>
            <a:off x="101600" y="-215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0" name="TextBox 9">
            <a:extLst>
              <a:ext uri="{FF2B5EF4-FFF2-40B4-BE49-F238E27FC236}">
                <a16:creationId xmlns:a16="http://schemas.microsoft.com/office/drawing/2014/main" id="{BE09BCF1-B8B5-F5D5-6CFE-266D84893BD7}"/>
              </a:ext>
            </a:extLst>
          </p:cNvPr>
          <p:cNvSpPr txBox="1"/>
          <p:nvPr/>
        </p:nvSpPr>
        <p:spPr>
          <a:xfrm>
            <a:off x="1033492" y="5276857"/>
            <a:ext cx="10251248" cy="954300"/>
          </a:xfrm>
          <a:prstGeom prst="rect">
            <a:avLst/>
          </a:prstGeom>
          <a:noFill/>
        </p:spPr>
        <p:txBody>
          <a:bodyPr wrap="square">
            <a:spAutoFit/>
          </a:bodyPr>
          <a:lstStyle/>
          <a:p>
            <a:pPr defTabSz="609630" eaLnBrk="0" fontAlgn="base" hangingPunct="0">
              <a:spcBef>
                <a:spcPct val="0"/>
              </a:spcBef>
              <a:spcAft>
                <a:spcPct val="0"/>
              </a:spcAft>
            </a:pPr>
            <a:r>
              <a:rPr lang="en-US" altLang="en-US" sz="1867" kern="0" dirty="0">
                <a:solidFill>
                  <a:srgbClr val="FFFFFF"/>
                </a:solidFill>
                <a:latin typeface="Roboto Mono" panose="00000009000000000000" pitchFamily="49" charset="0"/>
                <a:ea typeface="Roboto Mono" panose="00000009000000000000" pitchFamily="49" charset="0"/>
                <a:cs typeface="Open Sans" panose="020B0606030504020204" pitchFamily="34" charset="0"/>
                <a:sym typeface="Arial"/>
              </a:rPr>
              <a:t>Cat -&gt; chat</a:t>
            </a:r>
          </a:p>
          <a:p>
            <a:pPr defTabSz="609630" eaLnBrk="0" fontAlgn="base" hangingPunct="0">
              <a:spcBef>
                <a:spcPct val="0"/>
              </a:spcBef>
              <a:spcAft>
                <a:spcPct val="0"/>
              </a:spcAft>
            </a:pPr>
            <a:r>
              <a:rPr lang="en-US" altLang="en-US" sz="1867" kern="0" dirty="0">
                <a:solidFill>
                  <a:srgbClr val="FFFFFF"/>
                </a:solidFill>
                <a:latin typeface="Roboto Mono" panose="00000009000000000000" pitchFamily="49" charset="0"/>
                <a:ea typeface="Roboto Mono" panose="00000009000000000000" pitchFamily="49" charset="0"/>
                <a:cs typeface="Open Sans" panose="020B0606030504020204" pitchFamily="34" charset="0"/>
                <a:sym typeface="Arial"/>
              </a:rPr>
              <a:t>Lion is not in dictionary</a:t>
            </a:r>
          </a:p>
          <a:p>
            <a:pPr defTabSz="609630" eaLnBrk="0" fontAlgn="base" hangingPunct="0">
              <a:spcBef>
                <a:spcPct val="0"/>
              </a:spcBef>
              <a:spcAft>
                <a:spcPct val="0"/>
              </a:spcAft>
            </a:pPr>
            <a:r>
              <a:rPr lang="en-US" altLang="en-US" sz="1867" kern="0" dirty="0">
                <a:solidFill>
                  <a:srgbClr val="FFFFFF"/>
                </a:solidFill>
                <a:latin typeface="Roboto Mono" panose="00000009000000000000" pitchFamily="49" charset="0"/>
                <a:ea typeface="Roboto Mono" panose="00000009000000000000" pitchFamily="49" charset="0"/>
                <a:cs typeface="Open Sans" panose="020B0606030504020204" pitchFamily="34" charset="0"/>
                <a:sym typeface="Arial"/>
              </a:rPr>
              <a:t>Horse -&gt; cheval </a:t>
            </a:r>
          </a:p>
        </p:txBody>
      </p:sp>
      <p:sp>
        <p:nvSpPr>
          <p:cNvPr id="11" name="Rectangle 1">
            <a:extLst>
              <a:ext uri="{FF2B5EF4-FFF2-40B4-BE49-F238E27FC236}">
                <a16:creationId xmlns:a16="http://schemas.microsoft.com/office/drawing/2014/main" id="{B3F40D55-97CA-D739-A160-3750B074EE90}"/>
              </a:ext>
            </a:extLst>
          </p:cNvPr>
          <p:cNvSpPr>
            <a:spLocks noChangeArrowheads="1"/>
          </p:cNvSpPr>
          <p:nvPr/>
        </p:nvSpPr>
        <p:spPr bwMode="auto">
          <a:xfrm>
            <a:off x="0" y="-12311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pic>
        <p:nvPicPr>
          <p:cNvPr id="12" name="Picture 11">
            <a:extLst>
              <a:ext uri="{FF2B5EF4-FFF2-40B4-BE49-F238E27FC236}">
                <a16:creationId xmlns:a16="http://schemas.microsoft.com/office/drawing/2014/main" id="{73BFACC9-CA45-48DC-1462-99CFB4E37D72}"/>
              </a:ext>
            </a:extLst>
          </p:cNvPr>
          <p:cNvPicPr>
            <a:picLocks noChangeAspect="1"/>
          </p:cNvPicPr>
          <p:nvPr/>
        </p:nvPicPr>
        <p:blipFill>
          <a:blip r:embed="rId3"/>
          <a:stretch>
            <a:fillRect/>
          </a:stretch>
        </p:blipFill>
        <p:spPr>
          <a:xfrm>
            <a:off x="1405911" y="2464645"/>
            <a:ext cx="9592687" cy="2476091"/>
          </a:xfrm>
          <a:prstGeom prst="rect">
            <a:avLst/>
          </a:prstGeom>
        </p:spPr>
      </p:pic>
    </p:spTree>
    <p:extLst>
      <p:ext uri="{BB962C8B-B14F-4D97-AF65-F5344CB8AC3E}">
        <p14:creationId xmlns:p14="http://schemas.microsoft.com/office/powerpoint/2010/main" val="735841056"/>
      </p:ext>
    </p:extLst>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425642" y="277561"/>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a:solidFill>
            <a:schemeClr val="accent1"/>
          </a:solidFill>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59"/>
            <a:ext cx="10326008" cy="812530"/>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4400" kern="0" dirty="0">
                <a:solidFill>
                  <a:srgbClr val="FFFFFF"/>
                </a:solidFill>
                <a:latin typeface="Courier"/>
                <a:cs typeface="Arial"/>
                <a:sym typeface="Courier"/>
              </a:rPr>
              <a:t>How to use a DICTIONARY</a:t>
            </a:r>
            <a:endParaRPr lang="en-US" sz="4400"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10" name="TextBox 9">
            <a:extLst>
              <a:ext uri="{FF2B5EF4-FFF2-40B4-BE49-F238E27FC236}">
                <a16:creationId xmlns:a16="http://schemas.microsoft.com/office/drawing/2014/main" id="{BE09BCF1-B8B5-F5D5-6CFE-266D84893BD7}"/>
              </a:ext>
            </a:extLst>
          </p:cNvPr>
          <p:cNvSpPr txBox="1"/>
          <p:nvPr/>
        </p:nvSpPr>
        <p:spPr>
          <a:xfrm>
            <a:off x="938687" y="2469389"/>
            <a:ext cx="10251248" cy="3540200"/>
          </a:xfrm>
          <a:prstGeom prst="rect">
            <a:avLst/>
          </a:prstGeom>
          <a:noFill/>
        </p:spPr>
        <p:txBody>
          <a:bodyPr wrap="square">
            <a:spAutoFit/>
          </a:bodyPr>
          <a:lstStyle/>
          <a:p>
            <a:pPr defTabSz="609630" eaLnBrk="0" fontAlgn="base" hangingPunct="0">
              <a:spcBef>
                <a:spcPct val="0"/>
              </a:spcBef>
              <a:spcAft>
                <a:spcPct val="0"/>
              </a:spcAft>
            </a:pPr>
            <a:r>
              <a:rPr lang="en-US" altLang="en-US" sz="1867" kern="0" dirty="0">
                <a:solidFill>
                  <a:srgbClr val="FFFFFF"/>
                </a:solidFill>
                <a:latin typeface="Roboto Mono" panose="00000009000000000000" pitchFamily="49" charset="0"/>
                <a:ea typeface="Roboto Mono" panose="00000009000000000000" pitchFamily="49" charset="0"/>
                <a:cs typeface="Open Sans" panose="020B0606030504020204" pitchFamily="34" charset="0"/>
                <a:sym typeface="Arial"/>
              </a:rPr>
              <a:t>Can dictionaries be browsed using for loop, like lists or tuples?</a:t>
            </a:r>
          </a:p>
          <a:p>
            <a:pPr defTabSz="609630" eaLnBrk="0" fontAlgn="base" hangingPunct="0">
              <a:spcBef>
                <a:spcPct val="0"/>
              </a:spcBef>
              <a:spcAft>
                <a:spcPct val="0"/>
              </a:spcAft>
            </a:pPr>
            <a:endParaRPr lang="en-US" altLang="en-US" sz="1867" kern="0" dirty="0">
              <a:solidFill>
                <a:srgbClr val="FFFFFF"/>
              </a:solidFill>
              <a:latin typeface="Roboto Mono" panose="00000009000000000000" pitchFamily="49" charset="0"/>
              <a:ea typeface="Roboto Mono" panose="00000009000000000000" pitchFamily="49" charset="0"/>
              <a:cs typeface="Open Sans" panose="020B0606030504020204" pitchFamily="34" charset="0"/>
              <a:sym typeface="Arial"/>
            </a:endParaRPr>
          </a:p>
          <a:p>
            <a:pPr defTabSz="609630" eaLnBrk="0" fontAlgn="base" hangingPunct="0">
              <a:spcBef>
                <a:spcPct val="0"/>
              </a:spcBef>
              <a:spcAft>
                <a:spcPct val="0"/>
              </a:spcAft>
            </a:pPr>
            <a:r>
              <a:rPr lang="en-US" altLang="en-US" sz="1867" kern="0" dirty="0">
                <a:solidFill>
                  <a:srgbClr val="FFFFFF"/>
                </a:solidFill>
                <a:latin typeface="Roboto Mono" panose="00000009000000000000" pitchFamily="49" charset="0"/>
                <a:ea typeface="Roboto Mono" panose="00000009000000000000" pitchFamily="49" charset="0"/>
                <a:cs typeface="Open Sans" panose="020B0606030504020204" pitchFamily="34" charset="0"/>
                <a:sym typeface="Arial"/>
              </a:rPr>
              <a:t>NO:</a:t>
            </a:r>
          </a:p>
          <a:p>
            <a:pPr defTabSz="609630" eaLnBrk="0" fontAlgn="base" hangingPunct="0">
              <a:spcBef>
                <a:spcPct val="0"/>
              </a:spcBef>
              <a:spcAft>
                <a:spcPct val="0"/>
              </a:spcAft>
            </a:pPr>
            <a:r>
              <a:rPr lang="en-US" altLang="en-US" sz="1867" b="1" kern="0" dirty="0">
                <a:solidFill>
                  <a:srgbClr val="FFFFFF"/>
                </a:solidFill>
                <a:latin typeface="Roboto Mono" panose="00000009000000000000" pitchFamily="49" charset="0"/>
                <a:ea typeface="Roboto Mono" panose="00000009000000000000" pitchFamily="49" charset="0"/>
                <a:cs typeface="Open Sans" panose="020B0606030504020204" pitchFamily="34" charset="0"/>
                <a:sym typeface="Arial"/>
              </a:rPr>
              <a:t>B</a:t>
            </a:r>
            <a:r>
              <a:rPr lang="en-US" altLang="en-US" sz="1867" kern="0" dirty="0">
                <a:solidFill>
                  <a:srgbClr val="FFFFFF"/>
                </a:solidFill>
                <a:latin typeface="Roboto Mono" panose="00000009000000000000" pitchFamily="49" charset="0"/>
                <a:ea typeface="Roboto Mono" panose="00000009000000000000" pitchFamily="49" charset="0"/>
                <a:cs typeface="Open Sans" panose="020B0606030504020204" pitchFamily="34" charset="0"/>
                <a:sym typeface="Arial"/>
              </a:rPr>
              <a:t>ecause a dictionary is </a:t>
            </a:r>
            <a:r>
              <a:rPr lang="en-US" altLang="en-US" sz="1867" kern="0" dirty="0">
                <a:solidFill>
                  <a:srgbClr val="8C52FF"/>
                </a:solidFill>
                <a:latin typeface="Roboto Mono" panose="00000009000000000000" pitchFamily="49" charset="0"/>
                <a:ea typeface="Roboto Mono" panose="00000009000000000000" pitchFamily="49" charset="0"/>
                <a:cs typeface="Open Sans" panose="020B0606030504020204" pitchFamily="34" charset="0"/>
                <a:sym typeface="Arial"/>
              </a:rPr>
              <a:t>not a sequence type </a:t>
            </a:r>
            <a:r>
              <a:rPr lang="en-US" altLang="en-US" sz="1867" kern="0" dirty="0">
                <a:solidFill>
                  <a:srgbClr val="FFFFFF"/>
                </a:solidFill>
                <a:latin typeface="Roboto Mono" panose="00000009000000000000" pitchFamily="49" charset="0"/>
                <a:ea typeface="Roboto Mono" panose="00000009000000000000" pitchFamily="49" charset="0"/>
                <a:cs typeface="Open Sans" panose="020B0606030504020204" pitchFamily="34" charset="0"/>
                <a:sym typeface="Arial"/>
              </a:rPr>
              <a:t>- the for loop is useless with it. </a:t>
            </a:r>
          </a:p>
          <a:p>
            <a:pPr defTabSz="609630" eaLnBrk="0" fontAlgn="base" hangingPunct="0">
              <a:spcBef>
                <a:spcPct val="0"/>
              </a:spcBef>
              <a:spcAft>
                <a:spcPct val="0"/>
              </a:spcAft>
            </a:pPr>
            <a:endParaRPr lang="en-US" altLang="en-US" sz="1867" kern="0" dirty="0">
              <a:solidFill>
                <a:srgbClr val="FFFFFF"/>
              </a:solidFill>
              <a:latin typeface="Roboto Mono" panose="00000009000000000000" pitchFamily="49" charset="0"/>
              <a:ea typeface="Roboto Mono" panose="00000009000000000000" pitchFamily="49" charset="0"/>
              <a:cs typeface="Open Sans" panose="020B0606030504020204" pitchFamily="34" charset="0"/>
              <a:sym typeface="Arial"/>
            </a:endParaRPr>
          </a:p>
          <a:p>
            <a:pPr defTabSz="609630" eaLnBrk="0" fontAlgn="base" hangingPunct="0">
              <a:spcBef>
                <a:spcPct val="0"/>
              </a:spcBef>
              <a:spcAft>
                <a:spcPct val="0"/>
              </a:spcAft>
            </a:pPr>
            <a:r>
              <a:rPr lang="en-US" altLang="en-US" sz="1867" kern="0" dirty="0">
                <a:solidFill>
                  <a:srgbClr val="FFFFFF"/>
                </a:solidFill>
                <a:latin typeface="Roboto Mono" panose="00000009000000000000" pitchFamily="49" charset="0"/>
                <a:ea typeface="Roboto Mono" panose="00000009000000000000" pitchFamily="49" charset="0"/>
                <a:cs typeface="Open Sans" panose="020B0606030504020204" pitchFamily="34" charset="0"/>
                <a:sym typeface="Arial"/>
              </a:rPr>
              <a:t>YES:</a:t>
            </a:r>
          </a:p>
          <a:p>
            <a:pPr defTabSz="609630" eaLnBrk="0" fontAlgn="base" hangingPunct="0">
              <a:spcBef>
                <a:spcPct val="0"/>
              </a:spcBef>
              <a:spcAft>
                <a:spcPct val="0"/>
              </a:spcAft>
            </a:pPr>
            <a:r>
              <a:rPr lang="en-US" altLang="en-US" sz="1867" kern="0" dirty="0">
                <a:solidFill>
                  <a:srgbClr val="FFFFFF"/>
                </a:solidFill>
                <a:latin typeface="Roboto Mono" panose="00000009000000000000" pitchFamily="49" charset="0"/>
                <a:ea typeface="Roboto Mono" panose="00000009000000000000" pitchFamily="49" charset="0"/>
                <a:cs typeface="Open Sans" panose="020B0606030504020204" pitchFamily="34" charset="0"/>
                <a:sym typeface="Arial"/>
              </a:rPr>
              <a:t>Because there are simple and very effective tools that can </a:t>
            </a:r>
            <a:r>
              <a:rPr lang="en-US" altLang="en-US" sz="1867" kern="0" dirty="0">
                <a:solidFill>
                  <a:srgbClr val="8C52FF"/>
                </a:solidFill>
                <a:latin typeface="Roboto Mono" panose="00000009000000000000" pitchFamily="49" charset="0"/>
                <a:ea typeface="Roboto Mono" panose="00000009000000000000" pitchFamily="49" charset="0"/>
                <a:cs typeface="Open Sans" panose="020B0606030504020204" pitchFamily="34" charset="0"/>
                <a:sym typeface="Arial"/>
              </a:rPr>
              <a:t>adapt any dictionary</a:t>
            </a:r>
            <a:r>
              <a:rPr lang="en-US" altLang="en-US" sz="1867" kern="0" dirty="0">
                <a:solidFill>
                  <a:srgbClr val="FFFFFF"/>
                </a:solidFill>
                <a:latin typeface="Roboto Mono" panose="00000009000000000000" pitchFamily="49" charset="0"/>
                <a:ea typeface="Roboto Mono" panose="00000009000000000000" pitchFamily="49" charset="0"/>
                <a:cs typeface="Open Sans" panose="020B0606030504020204" pitchFamily="34" charset="0"/>
                <a:sym typeface="Arial"/>
              </a:rPr>
              <a:t> to the for </a:t>
            </a:r>
            <a:r>
              <a:rPr lang="en-US" altLang="en-US" sz="1867" kern="0" dirty="0">
                <a:solidFill>
                  <a:srgbClr val="8C52FF"/>
                </a:solidFill>
                <a:latin typeface="Roboto Mono" panose="00000009000000000000" pitchFamily="49" charset="0"/>
                <a:ea typeface="Roboto Mono" panose="00000009000000000000" pitchFamily="49" charset="0"/>
                <a:cs typeface="Open Sans" panose="020B0606030504020204" pitchFamily="34" charset="0"/>
                <a:sym typeface="Arial"/>
              </a:rPr>
              <a:t>loop requirements </a:t>
            </a:r>
          </a:p>
          <a:p>
            <a:pPr defTabSz="609630" eaLnBrk="0" fontAlgn="base" hangingPunct="0">
              <a:spcBef>
                <a:spcPct val="0"/>
              </a:spcBef>
              <a:spcAft>
                <a:spcPct val="0"/>
              </a:spcAft>
            </a:pPr>
            <a:endParaRPr lang="en-US" altLang="en-US" sz="1867" kern="0" dirty="0">
              <a:solidFill>
                <a:srgbClr val="FFFFFF"/>
              </a:solidFill>
              <a:latin typeface="Roboto Mono" panose="00000009000000000000" pitchFamily="49" charset="0"/>
              <a:ea typeface="Roboto Mono" panose="00000009000000000000" pitchFamily="49" charset="0"/>
              <a:cs typeface="Open Sans" panose="020B0606030504020204" pitchFamily="34" charset="0"/>
              <a:sym typeface="Arial"/>
            </a:endParaRPr>
          </a:p>
          <a:p>
            <a:pPr defTabSz="609630" eaLnBrk="0" fontAlgn="base" hangingPunct="0">
              <a:spcBef>
                <a:spcPct val="0"/>
              </a:spcBef>
              <a:spcAft>
                <a:spcPct val="0"/>
              </a:spcAft>
            </a:pPr>
            <a:endParaRPr lang="en-US" altLang="en-US" sz="1867" kern="0" dirty="0">
              <a:solidFill>
                <a:srgbClr val="FFFFFF"/>
              </a:solidFill>
              <a:latin typeface="Roboto Mono" panose="00000009000000000000" pitchFamily="49" charset="0"/>
              <a:ea typeface="Roboto Mono" panose="00000009000000000000" pitchFamily="49" charset="0"/>
              <a:cs typeface="Open Sans" panose="020B0606030504020204" pitchFamily="34" charset="0"/>
              <a:sym typeface="Arial"/>
            </a:endParaRPr>
          </a:p>
          <a:p>
            <a:pPr defTabSz="609630" eaLnBrk="0" fontAlgn="base" hangingPunct="0">
              <a:spcBef>
                <a:spcPct val="0"/>
              </a:spcBef>
              <a:spcAft>
                <a:spcPct val="0"/>
              </a:spcAft>
            </a:pPr>
            <a:endParaRPr lang="en-US" altLang="en-US" sz="1867" kern="0" dirty="0">
              <a:solidFill>
                <a:srgbClr val="FFFFFF"/>
              </a:solidFill>
              <a:latin typeface="Roboto Mono" panose="00000009000000000000" pitchFamily="49" charset="0"/>
              <a:ea typeface="Roboto Mono" panose="00000009000000000000" pitchFamily="49" charset="0"/>
              <a:cs typeface="Open Sans" panose="020B0606030504020204" pitchFamily="34" charset="0"/>
              <a:sym typeface="Arial"/>
            </a:endParaRPr>
          </a:p>
        </p:txBody>
      </p:sp>
    </p:spTree>
    <p:extLst>
      <p:ext uri="{BB962C8B-B14F-4D97-AF65-F5344CB8AC3E}">
        <p14:creationId xmlns:p14="http://schemas.microsoft.com/office/powerpoint/2010/main" val="727740031"/>
      </p:ext>
    </p:extLst>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425642" y="277561"/>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a:solidFill>
            <a:schemeClr val="accent1"/>
          </a:solidFill>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59"/>
            <a:ext cx="10326008" cy="812530"/>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4400" kern="0" dirty="0">
                <a:solidFill>
                  <a:srgbClr val="FFFFFF"/>
                </a:solidFill>
                <a:latin typeface="Courier"/>
                <a:cs typeface="Arial"/>
                <a:sym typeface="Courier"/>
              </a:rPr>
              <a:t>How to use a DICTIONARY</a:t>
            </a:r>
            <a:endParaRPr lang="en-US" sz="4400"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10" name="TextBox 9">
            <a:extLst>
              <a:ext uri="{FF2B5EF4-FFF2-40B4-BE49-F238E27FC236}">
                <a16:creationId xmlns:a16="http://schemas.microsoft.com/office/drawing/2014/main" id="{BE09BCF1-B8B5-F5D5-6CFE-266D84893BD7}"/>
              </a:ext>
            </a:extLst>
          </p:cNvPr>
          <p:cNvSpPr txBox="1"/>
          <p:nvPr/>
        </p:nvSpPr>
        <p:spPr>
          <a:xfrm>
            <a:off x="938687" y="2469389"/>
            <a:ext cx="10251248" cy="2103589"/>
          </a:xfrm>
          <a:prstGeom prst="rect">
            <a:avLst/>
          </a:prstGeom>
          <a:noFill/>
        </p:spPr>
        <p:txBody>
          <a:bodyPr wrap="square">
            <a:spAutoFit/>
          </a:bodyPr>
          <a:lstStyle/>
          <a:p>
            <a:pPr defTabSz="609630" eaLnBrk="0" fontAlgn="base" hangingPunct="0">
              <a:spcBef>
                <a:spcPct val="0"/>
              </a:spcBef>
              <a:spcAft>
                <a:spcPct val="0"/>
              </a:spcAft>
            </a:pPr>
            <a:r>
              <a:rPr lang="en-US" altLang="en-US" sz="1867" kern="0" dirty="0">
                <a:solidFill>
                  <a:srgbClr val="FFFFFF"/>
                </a:solidFill>
                <a:latin typeface="Roboto Mono" panose="00000009000000000000" pitchFamily="49" charset="0"/>
                <a:ea typeface="Roboto Mono" panose="00000009000000000000" pitchFamily="49" charset="0"/>
                <a:cs typeface="Open Sans" panose="020B0606030504020204" pitchFamily="34" charset="0"/>
                <a:sym typeface="Arial"/>
              </a:rPr>
              <a:t>The first of them is a method named keys(), possessed by each dictionary. The method </a:t>
            </a:r>
            <a:r>
              <a:rPr lang="en-US" altLang="en-US" sz="1867" kern="0" dirty="0">
                <a:solidFill>
                  <a:srgbClr val="8C52FF"/>
                </a:solidFill>
                <a:latin typeface="Roboto Mono" panose="00000009000000000000" pitchFamily="49" charset="0"/>
                <a:ea typeface="Roboto Mono" panose="00000009000000000000" pitchFamily="49" charset="0"/>
                <a:cs typeface="Open Sans" panose="020B0606030504020204" pitchFamily="34" charset="0"/>
                <a:sym typeface="Arial"/>
              </a:rPr>
              <a:t>returns an </a:t>
            </a:r>
            <a:r>
              <a:rPr lang="en-US" altLang="en-US" sz="1867" kern="0" dirty="0" err="1">
                <a:solidFill>
                  <a:srgbClr val="8C52FF"/>
                </a:solidFill>
                <a:latin typeface="Roboto Mono" panose="00000009000000000000" pitchFamily="49" charset="0"/>
                <a:ea typeface="Roboto Mono" panose="00000009000000000000" pitchFamily="49" charset="0"/>
                <a:cs typeface="Open Sans" panose="020B0606030504020204" pitchFamily="34" charset="0"/>
                <a:sym typeface="Arial"/>
              </a:rPr>
              <a:t>iterable</a:t>
            </a:r>
            <a:r>
              <a:rPr lang="en-US" altLang="en-US" sz="1867" kern="0" dirty="0">
                <a:solidFill>
                  <a:srgbClr val="8C52FF"/>
                </a:solidFill>
                <a:latin typeface="Roboto Mono" panose="00000009000000000000" pitchFamily="49" charset="0"/>
                <a:ea typeface="Roboto Mono" panose="00000009000000000000" pitchFamily="49" charset="0"/>
                <a:cs typeface="Open Sans" panose="020B0606030504020204" pitchFamily="34" charset="0"/>
                <a:sym typeface="Arial"/>
              </a:rPr>
              <a:t> object consisting of all the keys gathered within the dictionary</a:t>
            </a:r>
            <a:r>
              <a:rPr lang="en-US" altLang="en-US" sz="1867" kern="0" dirty="0">
                <a:solidFill>
                  <a:srgbClr val="FFFFFF"/>
                </a:solidFill>
                <a:latin typeface="Roboto Mono" panose="00000009000000000000" pitchFamily="49" charset="0"/>
                <a:ea typeface="Roboto Mono" panose="00000009000000000000" pitchFamily="49" charset="0"/>
                <a:cs typeface="Open Sans" panose="020B0606030504020204" pitchFamily="34" charset="0"/>
                <a:sym typeface="Arial"/>
              </a:rPr>
              <a:t>. Having a group of keys enables you to access the whole dictionary in an easy and handy way. </a:t>
            </a:r>
          </a:p>
          <a:p>
            <a:pPr defTabSz="609630" eaLnBrk="0" fontAlgn="base" hangingPunct="0">
              <a:spcBef>
                <a:spcPct val="0"/>
              </a:spcBef>
              <a:spcAft>
                <a:spcPct val="0"/>
              </a:spcAft>
            </a:pPr>
            <a:endParaRPr lang="en-US" altLang="en-US" sz="1867" kern="0" dirty="0">
              <a:solidFill>
                <a:srgbClr val="FFFFFF"/>
              </a:solidFill>
              <a:latin typeface="Roboto Mono" panose="00000009000000000000" pitchFamily="49" charset="0"/>
              <a:ea typeface="Roboto Mono" panose="00000009000000000000" pitchFamily="49" charset="0"/>
              <a:cs typeface="Open Sans" panose="020B0606030504020204" pitchFamily="34" charset="0"/>
              <a:sym typeface="Arial"/>
            </a:endParaRPr>
          </a:p>
          <a:p>
            <a:pPr defTabSz="609630" eaLnBrk="0" fontAlgn="base" hangingPunct="0">
              <a:spcBef>
                <a:spcPct val="0"/>
              </a:spcBef>
              <a:spcAft>
                <a:spcPct val="0"/>
              </a:spcAft>
            </a:pPr>
            <a:endParaRPr lang="en-US" altLang="en-US" sz="1867" kern="0" dirty="0">
              <a:solidFill>
                <a:srgbClr val="FFFFFF"/>
              </a:solidFill>
              <a:latin typeface="Roboto Mono" panose="00000009000000000000" pitchFamily="49" charset="0"/>
              <a:ea typeface="Roboto Mono" panose="00000009000000000000" pitchFamily="49" charset="0"/>
              <a:cs typeface="Open Sans" panose="020B0606030504020204" pitchFamily="34" charset="0"/>
              <a:sym typeface="Arial"/>
            </a:endParaRPr>
          </a:p>
          <a:p>
            <a:pPr defTabSz="609630" eaLnBrk="0" fontAlgn="base" hangingPunct="0">
              <a:spcBef>
                <a:spcPct val="0"/>
              </a:spcBef>
              <a:spcAft>
                <a:spcPct val="0"/>
              </a:spcAft>
            </a:pPr>
            <a:endParaRPr lang="en-US" altLang="en-US" sz="1867" kern="0" dirty="0">
              <a:solidFill>
                <a:srgbClr val="FFFFFF"/>
              </a:solidFill>
              <a:latin typeface="Roboto Mono" panose="00000009000000000000" pitchFamily="49" charset="0"/>
              <a:ea typeface="Roboto Mono" panose="00000009000000000000" pitchFamily="49" charset="0"/>
              <a:cs typeface="Open Sans" panose="020B0606030504020204" pitchFamily="34" charset="0"/>
              <a:sym typeface="Arial"/>
            </a:endParaRPr>
          </a:p>
        </p:txBody>
      </p:sp>
      <p:pic>
        <p:nvPicPr>
          <p:cNvPr id="4" name="Picture 3" descr="A computer screen shot of a computer code&#10;&#10;Description automatically generated">
            <a:extLst>
              <a:ext uri="{FF2B5EF4-FFF2-40B4-BE49-F238E27FC236}">
                <a16:creationId xmlns:a16="http://schemas.microsoft.com/office/drawing/2014/main" id="{4C458FD1-8B70-4D7B-C325-1596CE981867}"/>
              </a:ext>
            </a:extLst>
          </p:cNvPr>
          <p:cNvPicPr>
            <a:picLocks noChangeAspect="1"/>
          </p:cNvPicPr>
          <p:nvPr/>
        </p:nvPicPr>
        <p:blipFill>
          <a:blip r:embed="rId3"/>
          <a:stretch>
            <a:fillRect/>
          </a:stretch>
        </p:blipFill>
        <p:spPr>
          <a:xfrm>
            <a:off x="1454646" y="4260191"/>
            <a:ext cx="9926882" cy="1444584"/>
          </a:xfrm>
          <a:prstGeom prst="rect">
            <a:avLst/>
          </a:prstGeom>
        </p:spPr>
      </p:pic>
      <p:sp>
        <p:nvSpPr>
          <p:cNvPr id="7" name="Rectangle 3">
            <a:extLst>
              <a:ext uri="{FF2B5EF4-FFF2-40B4-BE49-F238E27FC236}">
                <a16:creationId xmlns:a16="http://schemas.microsoft.com/office/drawing/2014/main" id="{F153D34B-33C4-FAE7-D75E-1879E84A908F}"/>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Tree>
    <p:extLst>
      <p:ext uri="{BB962C8B-B14F-4D97-AF65-F5344CB8AC3E}">
        <p14:creationId xmlns:p14="http://schemas.microsoft.com/office/powerpoint/2010/main" val="2422062865"/>
      </p:ext>
    </p:extLst>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425642" y="277561"/>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a:solidFill>
            <a:schemeClr val="accent1"/>
          </a:solidFill>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59"/>
            <a:ext cx="10326008" cy="812530"/>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4400" kern="0" dirty="0">
                <a:solidFill>
                  <a:srgbClr val="FFFFFF"/>
                </a:solidFill>
                <a:latin typeface="Courier"/>
                <a:cs typeface="Arial"/>
                <a:sym typeface="Courier"/>
              </a:rPr>
              <a:t>How to use a DICTIONARY</a:t>
            </a:r>
            <a:endParaRPr lang="en-US" sz="4400"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10" name="TextBox 9">
            <a:extLst>
              <a:ext uri="{FF2B5EF4-FFF2-40B4-BE49-F238E27FC236}">
                <a16:creationId xmlns:a16="http://schemas.microsoft.com/office/drawing/2014/main" id="{BE09BCF1-B8B5-F5D5-6CFE-266D84893BD7}"/>
              </a:ext>
            </a:extLst>
          </p:cNvPr>
          <p:cNvSpPr txBox="1"/>
          <p:nvPr/>
        </p:nvSpPr>
        <p:spPr>
          <a:xfrm>
            <a:off x="938687" y="2469389"/>
            <a:ext cx="10251248" cy="1528945"/>
          </a:xfrm>
          <a:prstGeom prst="rect">
            <a:avLst/>
          </a:prstGeom>
          <a:noFill/>
        </p:spPr>
        <p:txBody>
          <a:bodyPr wrap="square">
            <a:spAutoFit/>
          </a:bodyPr>
          <a:lstStyle/>
          <a:p>
            <a:pPr defTabSz="609630" eaLnBrk="0" fontAlgn="base" hangingPunct="0">
              <a:spcBef>
                <a:spcPct val="0"/>
              </a:spcBef>
              <a:spcAft>
                <a:spcPct val="0"/>
              </a:spcAft>
            </a:pPr>
            <a:r>
              <a:rPr lang="en-US" altLang="en-US" sz="1867" kern="0" dirty="0">
                <a:solidFill>
                  <a:srgbClr val="FFFFFF"/>
                </a:solidFill>
                <a:latin typeface="Roboto Mono" panose="00000009000000000000" pitchFamily="49" charset="0"/>
                <a:ea typeface="Roboto Mono" panose="00000009000000000000" pitchFamily="49" charset="0"/>
                <a:cs typeface="Open Sans" panose="020B0606030504020204" pitchFamily="34" charset="0"/>
                <a:sym typeface="Arial"/>
              </a:rPr>
              <a:t>There is also a method named values(), which works similarly to keys(), but </a:t>
            </a:r>
            <a:r>
              <a:rPr lang="en-US" altLang="en-US" sz="1867" kern="0" dirty="0">
                <a:solidFill>
                  <a:srgbClr val="8C52FF"/>
                </a:solidFill>
                <a:latin typeface="Roboto Mono" panose="00000009000000000000" pitchFamily="49" charset="0"/>
                <a:ea typeface="Roboto Mono" panose="00000009000000000000" pitchFamily="49" charset="0"/>
                <a:cs typeface="Open Sans" panose="020B0606030504020204" pitchFamily="34" charset="0"/>
                <a:sym typeface="Arial"/>
              </a:rPr>
              <a:t>returns values.</a:t>
            </a:r>
          </a:p>
          <a:p>
            <a:pPr defTabSz="609630" eaLnBrk="0" fontAlgn="base" hangingPunct="0">
              <a:spcBef>
                <a:spcPct val="0"/>
              </a:spcBef>
              <a:spcAft>
                <a:spcPct val="0"/>
              </a:spcAft>
            </a:pPr>
            <a:endParaRPr lang="en-US" altLang="en-US" sz="1867" kern="0" dirty="0">
              <a:solidFill>
                <a:srgbClr val="8C52FF"/>
              </a:solidFill>
              <a:latin typeface="Roboto Mono" panose="00000009000000000000" pitchFamily="49" charset="0"/>
              <a:ea typeface="Roboto Mono" panose="00000009000000000000" pitchFamily="49" charset="0"/>
              <a:cs typeface="Open Sans" panose="020B0606030504020204" pitchFamily="34" charset="0"/>
              <a:sym typeface="Arial"/>
            </a:endParaRPr>
          </a:p>
          <a:p>
            <a:pPr defTabSz="609630" eaLnBrk="0" fontAlgn="base" hangingPunct="0">
              <a:spcBef>
                <a:spcPct val="0"/>
              </a:spcBef>
              <a:spcAft>
                <a:spcPct val="0"/>
              </a:spcAft>
            </a:pPr>
            <a:r>
              <a:rPr lang="en-US" altLang="en-US" sz="1867" kern="0" dirty="0">
                <a:solidFill>
                  <a:srgbClr val="FFFFFF"/>
                </a:solidFill>
                <a:latin typeface="Roboto Mono" panose="00000009000000000000" pitchFamily="49" charset="0"/>
                <a:ea typeface="Roboto Mono" panose="00000009000000000000" pitchFamily="49" charset="0"/>
                <a:cs typeface="Open Sans" panose="020B0606030504020204" pitchFamily="34" charset="0"/>
                <a:sym typeface="Arial"/>
              </a:rPr>
              <a:t>As the dictionary is not able to automatically find a key for a given value, the role of this method is rather limited.</a:t>
            </a:r>
          </a:p>
        </p:txBody>
      </p:sp>
      <p:sp>
        <p:nvSpPr>
          <p:cNvPr id="7" name="Rectangle 3">
            <a:extLst>
              <a:ext uri="{FF2B5EF4-FFF2-40B4-BE49-F238E27FC236}">
                <a16:creationId xmlns:a16="http://schemas.microsoft.com/office/drawing/2014/main" id="{F153D34B-33C4-FAE7-D75E-1879E84A908F}"/>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pic>
        <p:nvPicPr>
          <p:cNvPr id="11" name="Picture 10">
            <a:extLst>
              <a:ext uri="{FF2B5EF4-FFF2-40B4-BE49-F238E27FC236}">
                <a16:creationId xmlns:a16="http://schemas.microsoft.com/office/drawing/2014/main" id="{0497DDFB-408F-9D39-7651-E23A30943D52}"/>
              </a:ext>
            </a:extLst>
          </p:cNvPr>
          <p:cNvPicPr>
            <a:picLocks noChangeAspect="1"/>
          </p:cNvPicPr>
          <p:nvPr/>
        </p:nvPicPr>
        <p:blipFill>
          <a:blip r:embed="rId3"/>
          <a:stretch>
            <a:fillRect/>
          </a:stretch>
        </p:blipFill>
        <p:spPr>
          <a:xfrm>
            <a:off x="1018874" y="4526938"/>
            <a:ext cx="10367719" cy="1513955"/>
          </a:xfrm>
          <a:prstGeom prst="rect">
            <a:avLst/>
          </a:prstGeom>
        </p:spPr>
      </p:pic>
    </p:spTree>
    <p:extLst>
      <p:ext uri="{BB962C8B-B14F-4D97-AF65-F5344CB8AC3E}">
        <p14:creationId xmlns:p14="http://schemas.microsoft.com/office/powerpoint/2010/main" val="3336426426"/>
      </p:ext>
    </p:extLst>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425642" y="277561"/>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a:solidFill>
            <a:schemeClr val="accent1"/>
          </a:solidFill>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59"/>
            <a:ext cx="10326008" cy="812530"/>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4400" kern="0" dirty="0">
                <a:solidFill>
                  <a:srgbClr val="FFFFFF"/>
                </a:solidFill>
                <a:latin typeface="Courier"/>
                <a:cs typeface="Arial"/>
                <a:sym typeface="Courier"/>
              </a:rPr>
              <a:t>How to use a DICTIONARY</a:t>
            </a:r>
            <a:endParaRPr lang="en-US" sz="4400"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10" name="TextBox 9">
            <a:extLst>
              <a:ext uri="{FF2B5EF4-FFF2-40B4-BE49-F238E27FC236}">
                <a16:creationId xmlns:a16="http://schemas.microsoft.com/office/drawing/2014/main" id="{BE09BCF1-B8B5-F5D5-6CFE-266D84893BD7}"/>
              </a:ext>
            </a:extLst>
          </p:cNvPr>
          <p:cNvSpPr txBox="1"/>
          <p:nvPr/>
        </p:nvSpPr>
        <p:spPr>
          <a:xfrm>
            <a:off x="938687" y="2469389"/>
            <a:ext cx="10251248" cy="2103589"/>
          </a:xfrm>
          <a:prstGeom prst="rect">
            <a:avLst/>
          </a:prstGeom>
          <a:noFill/>
        </p:spPr>
        <p:txBody>
          <a:bodyPr wrap="square">
            <a:spAutoFit/>
          </a:bodyPr>
          <a:lstStyle/>
          <a:p>
            <a:pPr defTabSz="609630" eaLnBrk="0" fontAlgn="base" hangingPunct="0">
              <a:spcBef>
                <a:spcPct val="0"/>
              </a:spcBef>
              <a:spcAft>
                <a:spcPct val="0"/>
              </a:spcAft>
            </a:pPr>
            <a:r>
              <a:rPr lang="en-US" altLang="en-US" sz="1867" kern="0" dirty="0">
                <a:solidFill>
                  <a:srgbClr val="8C52FF"/>
                </a:solidFill>
                <a:latin typeface="Roboto Mono" panose="00000009000000000000" pitchFamily="49" charset="0"/>
                <a:ea typeface="Roboto Mono" panose="00000009000000000000" pitchFamily="49" charset="0"/>
                <a:cs typeface="Open Sans" panose="020B0606030504020204" pitchFamily="34" charset="0"/>
                <a:sym typeface="Arial"/>
              </a:rPr>
              <a:t>items() method</a:t>
            </a:r>
          </a:p>
          <a:p>
            <a:pPr marL="304815" indent="-304815" defTabSz="609630" eaLnBrk="0" fontAlgn="base" hangingPunct="0">
              <a:spcBef>
                <a:spcPct val="0"/>
              </a:spcBef>
              <a:spcAft>
                <a:spcPct val="0"/>
              </a:spcAft>
              <a:buFont typeface="Arial" panose="020B0604020202020204" pitchFamily="34" charset="0"/>
              <a:buChar char="•"/>
            </a:pPr>
            <a:r>
              <a:rPr lang="en-US" altLang="en-US" sz="1867" kern="0" dirty="0">
                <a:solidFill>
                  <a:srgbClr val="FFFFFF"/>
                </a:solidFill>
                <a:latin typeface="Roboto Mono" panose="00000009000000000000" pitchFamily="49" charset="0"/>
                <a:ea typeface="Roboto Mono" panose="00000009000000000000" pitchFamily="49" charset="0"/>
                <a:cs typeface="Open Sans" panose="020B0606030504020204" pitchFamily="34" charset="0"/>
                <a:sym typeface="Arial"/>
              </a:rPr>
              <a:t>The method </a:t>
            </a:r>
            <a:r>
              <a:rPr lang="en-US" altLang="en-US" sz="1867" kern="0" dirty="0">
                <a:solidFill>
                  <a:srgbClr val="8C52FF"/>
                </a:solidFill>
                <a:latin typeface="Roboto Mono" panose="00000009000000000000" pitchFamily="49" charset="0"/>
                <a:ea typeface="Roboto Mono" panose="00000009000000000000" pitchFamily="49" charset="0"/>
                <a:cs typeface="Open Sans" panose="020B0606030504020204" pitchFamily="34" charset="0"/>
                <a:sym typeface="Arial"/>
              </a:rPr>
              <a:t>returns tuples </a:t>
            </a:r>
            <a:r>
              <a:rPr lang="en-US" altLang="en-US" sz="1867" kern="0" dirty="0">
                <a:solidFill>
                  <a:srgbClr val="FFFFFF"/>
                </a:solidFill>
                <a:latin typeface="Roboto Mono" panose="00000009000000000000" pitchFamily="49" charset="0"/>
                <a:ea typeface="Roboto Mono" panose="00000009000000000000" pitchFamily="49" charset="0"/>
                <a:cs typeface="Open Sans" panose="020B0606030504020204" pitchFamily="34" charset="0"/>
                <a:sym typeface="Arial"/>
              </a:rPr>
              <a:t>(this is the first example where tuples are something more than just an example of themselves) </a:t>
            </a:r>
            <a:r>
              <a:rPr lang="en-US" altLang="en-US" sz="1867" kern="0" dirty="0">
                <a:solidFill>
                  <a:srgbClr val="8C52FF"/>
                </a:solidFill>
                <a:latin typeface="Roboto Mono" panose="00000009000000000000" pitchFamily="49" charset="0"/>
                <a:ea typeface="Roboto Mono" panose="00000009000000000000" pitchFamily="49" charset="0"/>
                <a:cs typeface="Open Sans" panose="020B0606030504020204" pitchFamily="34" charset="0"/>
                <a:sym typeface="Arial"/>
              </a:rPr>
              <a:t>where each tuple is a key-value pair.</a:t>
            </a:r>
            <a:r>
              <a:rPr lang="en-US" altLang="en-US" sz="1867" kern="0" dirty="0">
                <a:solidFill>
                  <a:srgbClr val="FFFFFF"/>
                </a:solidFill>
                <a:latin typeface="Roboto Mono" panose="00000009000000000000" pitchFamily="49" charset="0"/>
                <a:ea typeface="Roboto Mono" panose="00000009000000000000" pitchFamily="49" charset="0"/>
                <a:cs typeface="Open Sans" panose="020B0606030504020204" pitchFamily="34" charset="0"/>
                <a:sym typeface="Arial"/>
              </a:rPr>
              <a:t> </a:t>
            </a:r>
          </a:p>
          <a:p>
            <a:pPr defTabSz="609630" eaLnBrk="0" fontAlgn="base" hangingPunct="0">
              <a:spcBef>
                <a:spcPct val="0"/>
              </a:spcBef>
              <a:spcAft>
                <a:spcPct val="0"/>
              </a:spcAft>
            </a:pPr>
            <a:endParaRPr lang="en-US" altLang="en-US" sz="1867" kern="0" dirty="0">
              <a:solidFill>
                <a:srgbClr val="FFFFFF"/>
              </a:solidFill>
              <a:latin typeface="Roboto Mono" panose="00000009000000000000" pitchFamily="49" charset="0"/>
              <a:ea typeface="Roboto Mono" panose="00000009000000000000" pitchFamily="49" charset="0"/>
              <a:cs typeface="Open Sans" panose="020B0606030504020204" pitchFamily="34" charset="0"/>
              <a:sym typeface="Arial"/>
            </a:endParaRPr>
          </a:p>
          <a:p>
            <a:pPr defTabSz="609630" eaLnBrk="0" fontAlgn="base" hangingPunct="0">
              <a:spcBef>
                <a:spcPct val="0"/>
              </a:spcBef>
              <a:spcAft>
                <a:spcPct val="0"/>
              </a:spcAft>
            </a:pPr>
            <a:endParaRPr lang="en-US" altLang="en-US" sz="1867" kern="0" dirty="0">
              <a:solidFill>
                <a:srgbClr val="FFFFFF"/>
              </a:solidFill>
              <a:latin typeface="Roboto Mono" panose="00000009000000000000" pitchFamily="49" charset="0"/>
              <a:ea typeface="Roboto Mono" panose="00000009000000000000" pitchFamily="49" charset="0"/>
              <a:cs typeface="Open Sans" panose="020B0606030504020204" pitchFamily="34" charset="0"/>
              <a:sym typeface="Arial"/>
            </a:endParaRPr>
          </a:p>
          <a:p>
            <a:pPr defTabSz="609630" eaLnBrk="0" fontAlgn="base" hangingPunct="0">
              <a:spcBef>
                <a:spcPct val="0"/>
              </a:spcBef>
              <a:spcAft>
                <a:spcPct val="0"/>
              </a:spcAft>
            </a:pPr>
            <a:endParaRPr lang="en-US" altLang="en-US" sz="1867" kern="0" dirty="0">
              <a:solidFill>
                <a:srgbClr val="FFFFFF"/>
              </a:solidFill>
              <a:latin typeface="Roboto Mono" panose="00000009000000000000" pitchFamily="49" charset="0"/>
              <a:ea typeface="Roboto Mono" panose="00000009000000000000" pitchFamily="49" charset="0"/>
              <a:cs typeface="Open Sans" panose="020B0606030504020204" pitchFamily="34" charset="0"/>
              <a:sym typeface="Arial"/>
            </a:endParaRPr>
          </a:p>
        </p:txBody>
      </p:sp>
      <p:sp>
        <p:nvSpPr>
          <p:cNvPr id="7" name="Rectangle 3">
            <a:extLst>
              <a:ext uri="{FF2B5EF4-FFF2-40B4-BE49-F238E27FC236}">
                <a16:creationId xmlns:a16="http://schemas.microsoft.com/office/drawing/2014/main" id="{F153D34B-33C4-FAE7-D75E-1879E84A908F}"/>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pic>
        <p:nvPicPr>
          <p:cNvPr id="9" name="Picture 8">
            <a:extLst>
              <a:ext uri="{FF2B5EF4-FFF2-40B4-BE49-F238E27FC236}">
                <a16:creationId xmlns:a16="http://schemas.microsoft.com/office/drawing/2014/main" id="{C6712C84-CAA7-51A9-3D49-68C6ED21AFC8}"/>
              </a:ext>
            </a:extLst>
          </p:cNvPr>
          <p:cNvPicPr>
            <a:picLocks noChangeAspect="1"/>
          </p:cNvPicPr>
          <p:nvPr/>
        </p:nvPicPr>
        <p:blipFill>
          <a:blip r:embed="rId3"/>
          <a:stretch>
            <a:fillRect/>
          </a:stretch>
        </p:blipFill>
        <p:spPr>
          <a:xfrm>
            <a:off x="1156986" y="3984622"/>
            <a:ext cx="10266120" cy="1444861"/>
          </a:xfrm>
          <a:prstGeom prst="rect">
            <a:avLst/>
          </a:prstGeom>
        </p:spPr>
      </p:pic>
    </p:spTree>
    <p:extLst>
      <p:ext uri="{BB962C8B-B14F-4D97-AF65-F5344CB8AC3E}">
        <p14:creationId xmlns:p14="http://schemas.microsoft.com/office/powerpoint/2010/main" val="3132570582"/>
      </p:ext>
    </p:extLst>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425642" y="277561"/>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a:solidFill>
            <a:schemeClr val="accent1"/>
          </a:solidFill>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59"/>
            <a:ext cx="10326008" cy="812530"/>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4400" kern="0" dirty="0">
                <a:solidFill>
                  <a:srgbClr val="FFFFFF"/>
                </a:solidFill>
                <a:latin typeface="Courier"/>
                <a:cs typeface="Arial"/>
                <a:sym typeface="Courier"/>
              </a:rPr>
              <a:t>How to use a DICTIONARY</a:t>
            </a:r>
            <a:endParaRPr lang="en-US" sz="4400"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10" name="TextBox 9">
            <a:extLst>
              <a:ext uri="{FF2B5EF4-FFF2-40B4-BE49-F238E27FC236}">
                <a16:creationId xmlns:a16="http://schemas.microsoft.com/office/drawing/2014/main" id="{BE09BCF1-B8B5-F5D5-6CFE-266D84893BD7}"/>
              </a:ext>
            </a:extLst>
          </p:cNvPr>
          <p:cNvSpPr txBox="1"/>
          <p:nvPr/>
        </p:nvSpPr>
        <p:spPr>
          <a:xfrm>
            <a:off x="938687" y="2469389"/>
            <a:ext cx="10251248" cy="1528945"/>
          </a:xfrm>
          <a:prstGeom prst="rect">
            <a:avLst/>
          </a:prstGeom>
          <a:noFill/>
        </p:spPr>
        <p:txBody>
          <a:bodyPr wrap="square">
            <a:spAutoFit/>
          </a:bodyPr>
          <a:lstStyle/>
          <a:p>
            <a:pPr defTabSz="609630" eaLnBrk="0" fontAlgn="base" hangingPunct="0">
              <a:spcBef>
                <a:spcPct val="0"/>
              </a:spcBef>
              <a:spcAft>
                <a:spcPct val="0"/>
              </a:spcAft>
            </a:pPr>
            <a:r>
              <a:rPr lang="en-US" altLang="en-US" sz="1867" kern="0" dirty="0">
                <a:solidFill>
                  <a:srgbClr val="8C52FF"/>
                </a:solidFill>
                <a:latin typeface="Roboto Mono" panose="00000009000000000000" pitchFamily="49" charset="0"/>
                <a:ea typeface="Roboto Mono" panose="00000009000000000000" pitchFamily="49" charset="0"/>
                <a:cs typeface="Open Sans" panose="020B0606030504020204" pitchFamily="34" charset="0"/>
                <a:sym typeface="Arial"/>
              </a:rPr>
              <a:t>Modifying:</a:t>
            </a:r>
          </a:p>
          <a:p>
            <a:pPr marL="304815" indent="-304815" defTabSz="609630" eaLnBrk="0" fontAlgn="base" hangingPunct="0">
              <a:spcBef>
                <a:spcPct val="0"/>
              </a:spcBef>
              <a:spcAft>
                <a:spcPct val="0"/>
              </a:spcAft>
              <a:buFont typeface="Arial" panose="020B0604020202020204" pitchFamily="34" charset="0"/>
              <a:buChar char="•"/>
            </a:pPr>
            <a:r>
              <a:rPr lang="en-US" altLang="en-US" sz="1867" kern="0" dirty="0">
                <a:solidFill>
                  <a:srgbClr val="FFFFFF"/>
                </a:solidFill>
                <a:latin typeface="Roboto Mono" panose="00000009000000000000" pitchFamily="49" charset="0"/>
                <a:ea typeface="Roboto Mono" panose="00000009000000000000" pitchFamily="49" charset="0"/>
                <a:cs typeface="Open Sans" panose="020B0606030504020204" pitchFamily="34" charset="0"/>
                <a:sym typeface="Arial"/>
              </a:rPr>
              <a:t>Assigning a new value to an existing key is simple - as dictionaries are fully </a:t>
            </a:r>
            <a:r>
              <a:rPr lang="en-US" altLang="en-US" sz="1867" kern="0" dirty="0">
                <a:solidFill>
                  <a:srgbClr val="8C52FF"/>
                </a:solidFill>
                <a:latin typeface="Roboto Mono" panose="00000009000000000000" pitchFamily="49" charset="0"/>
                <a:ea typeface="Roboto Mono" panose="00000009000000000000" pitchFamily="49" charset="0"/>
                <a:cs typeface="Open Sans" panose="020B0606030504020204" pitchFamily="34" charset="0"/>
                <a:sym typeface="Arial"/>
              </a:rPr>
              <a:t>mutable</a:t>
            </a:r>
            <a:r>
              <a:rPr lang="en-US" altLang="en-US" sz="1867" kern="0" dirty="0">
                <a:solidFill>
                  <a:srgbClr val="FFFFFF"/>
                </a:solidFill>
                <a:latin typeface="Roboto Mono" panose="00000009000000000000" pitchFamily="49" charset="0"/>
                <a:ea typeface="Roboto Mono" panose="00000009000000000000" pitchFamily="49" charset="0"/>
                <a:cs typeface="Open Sans" panose="020B0606030504020204" pitchFamily="34" charset="0"/>
                <a:sym typeface="Arial"/>
              </a:rPr>
              <a:t>, there are no obstacles to modifying them.</a:t>
            </a:r>
          </a:p>
          <a:p>
            <a:pPr defTabSz="609630" eaLnBrk="0" fontAlgn="base" hangingPunct="0">
              <a:spcBef>
                <a:spcPct val="0"/>
              </a:spcBef>
              <a:spcAft>
                <a:spcPct val="0"/>
              </a:spcAft>
            </a:pPr>
            <a:endParaRPr lang="en-US" altLang="en-US" sz="1867" kern="0" dirty="0">
              <a:solidFill>
                <a:srgbClr val="FFFFFF"/>
              </a:solidFill>
              <a:latin typeface="Roboto Mono" panose="00000009000000000000" pitchFamily="49" charset="0"/>
              <a:ea typeface="Roboto Mono" panose="00000009000000000000" pitchFamily="49" charset="0"/>
              <a:cs typeface="Open Sans" panose="020B0606030504020204" pitchFamily="34" charset="0"/>
              <a:sym typeface="Arial"/>
            </a:endParaRPr>
          </a:p>
          <a:p>
            <a:pPr defTabSz="609630" eaLnBrk="0" fontAlgn="base" hangingPunct="0">
              <a:spcBef>
                <a:spcPct val="0"/>
              </a:spcBef>
              <a:spcAft>
                <a:spcPct val="0"/>
              </a:spcAft>
            </a:pPr>
            <a:endParaRPr lang="en-US" altLang="en-US" sz="1867" kern="0" dirty="0">
              <a:solidFill>
                <a:srgbClr val="FFFFFF"/>
              </a:solidFill>
              <a:latin typeface="Roboto Mono" panose="00000009000000000000" pitchFamily="49" charset="0"/>
              <a:ea typeface="Roboto Mono" panose="00000009000000000000" pitchFamily="49" charset="0"/>
              <a:cs typeface="Open Sans" panose="020B0606030504020204" pitchFamily="34" charset="0"/>
              <a:sym typeface="Arial"/>
            </a:endParaRPr>
          </a:p>
        </p:txBody>
      </p:sp>
      <p:sp>
        <p:nvSpPr>
          <p:cNvPr id="7" name="Rectangle 3">
            <a:extLst>
              <a:ext uri="{FF2B5EF4-FFF2-40B4-BE49-F238E27FC236}">
                <a16:creationId xmlns:a16="http://schemas.microsoft.com/office/drawing/2014/main" id="{F153D34B-33C4-FAE7-D75E-1879E84A908F}"/>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pic>
        <p:nvPicPr>
          <p:cNvPr id="4" name="Picture 3">
            <a:extLst>
              <a:ext uri="{FF2B5EF4-FFF2-40B4-BE49-F238E27FC236}">
                <a16:creationId xmlns:a16="http://schemas.microsoft.com/office/drawing/2014/main" id="{BC531CD4-5674-A5E3-FADC-FAD34B7BF824}"/>
              </a:ext>
            </a:extLst>
          </p:cNvPr>
          <p:cNvPicPr>
            <a:picLocks noChangeAspect="1"/>
          </p:cNvPicPr>
          <p:nvPr/>
        </p:nvPicPr>
        <p:blipFill>
          <a:blip r:embed="rId3"/>
          <a:stretch>
            <a:fillRect/>
          </a:stretch>
        </p:blipFill>
        <p:spPr>
          <a:xfrm>
            <a:off x="760327" y="4076323"/>
            <a:ext cx="11059438" cy="1497846"/>
          </a:xfrm>
          <a:prstGeom prst="rect">
            <a:avLst/>
          </a:prstGeom>
        </p:spPr>
      </p:pic>
    </p:spTree>
    <p:extLst>
      <p:ext uri="{BB962C8B-B14F-4D97-AF65-F5344CB8AC3E}">
        <p14:creationId xmlns:p14="http://schemas.microsoft.com/office/powerpoint/2010/main" val="951176271"/>
      </p:ext>
    </p:extLst>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425642" y="277561"/>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a:solidFill>
            <a:schemeClr val="accent1"/>
          </a:solidFill>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59"/>
            <a:ext cx="10326008" cy="812530"/>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4400" kern="0" dirty="0">
                <a:solidFill>
                  <a:srgbClr val="FFFFFF"/>
                </a:solidFill>
                <a:latin typeface="Courier"/>
                <a:cs typeface="Arial"/>
                <a:sym typeface="Courier"/>
              </a:rPr>
              <a:t>How to use a DICTIONARY</a:t>
            </a:r>
            <a:endParaRPr lang="en-US" sz="4400"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10" name="TextBox 9">
            <a:extLst>
              <a:ext uri="{FF2B5EF4-FFF2-40B4-BE49-F238E27FC236}">
                <a16:creationId xmlns:a16="http://schemas.microsoft.com/office/drawing/2014/main" id="{BE09BCF1-B8B5-F5D5-6CFE-266D84893BD7}"/>
              </a:ext>
            </a:extLst>
          </p:cNvPr>
          <p:cNvSpPr txBox="1"/>
          <p:nvPr/>
        </p:nvSpPr>
        <p:spPr>
          <a:xfrm>
            <a:off x="938687" y="2469389"/>
            <a:ext cx="10251248" cy="1528945"/>
          </a:xfrm>
          <a:prstGeom prst="rect">
            <a:avLst/>
          </a:prstGeom>
          <a:noFill/>
        </p:spPr>
        <p:txBody>
          <a:bodyPr wrap="square">
            <a:spAutoFit/>
          </a:bodyPr>
          <a:lstStyle/>
          <a:p>
            <a:pPr defTabSz="609630" eaLnBrk="0" fontAlgn="base" hangingPunct="0">
              <a:spcBef>
                <a:spcPct val="0"/>
              </a:spcBef>
              <a:spcAft>
                <a:spcPct val="0"/>
              </a:spcAft>
            </a:pPr>
            <a:r>
              <a:rPr lang="en-US" altLang="en-US" sz="1867" kern="0" dirty="0">
                <a:solidFill>
                  <a:srgbClr val="8C52FF"/>
                </a:solidFill>
                <a:latin typeface="Roboto Mono" panose="00000009000000000000" pitchFamily="49" charset="0"/>
                <a:ea typeface="Roboto Mono" panose="00000009000000000000" pitchFamily="49" charset="0"/>
                <a:cs typeface="Open Sans" panose="020B0606030504020204" pitchFamily="34" charset="0"/>
                <a:sym typeface="Arial"/>
              </a:rPr>
              <a:t>Adding and update():</a:t>
            </a:r>
          </a:p>
          <a:p>
            <a:pPr marL="304815" indent="-304815" defTabSz="609630" eaLnBrk="0" fontAlgn="base" hangingPunct="0">
              <a:spcBef>
                <a:spcPct val="0"/>
              </a:spcBef>
              <a:spcAft>
                <a:spcPct val="0"/>
              </a:spcAft>
              <a:buFont typeface="Arial" panose="020B0604020202020204" pitchFamily="34" charset="0"/>
              <a:buChar char="•"/>
            </a:pPr>
            <a:r>
              <a:rPr lang="en-US" altLang="en-US" sz="1867" kern="0" dirty="0">
                <a:solidFill>
                  <a:srgbClr val="FFFFFF"/>
                </a:solidFill>
                <a:latin typeface="Roboto Mono" panose="00000009000000000000" pitchFamily="49" charset="0"/>
                <a:ea typeface="Roboto Mono" panose="00000009000000000000" pitchFamily="49" charset="0"/>
                <a:cs typeface="Open Sans" panose="020B0606030504020204" pitchFamily="34" charset="0"/>
                <a:sym typeface="Arial"/>
              </a:rPr>
              <a:t>Adding a new key-value pair to a dictionary is as simple as changing a value - you only have to assign a value to a new, previously non-existent key.</a:t>
            </a:r>
          </a:p>
          <a:p>
            <a:pPr defTabSz="609630" eaLnBrk="0" fontAlgn="base" hangingPunct="0">
              <a:spcBef>
                <a:spcPct val="0"/>
              </a:spcBef>
              <a:spcAft>
                <a:spcPct val="0"/>
              </a:spcAft>
            </a:pPr>
            <a:endParaRPr lang="en-US" altLang="en-US" sz="1867" kern="0" dirty="0">
              <a:solidFill>
                <a:srgbClr val="FFFFFF"/>
              </a:solidFill>
              <a:latin typeface="Roboto Mono" panose="00000009000000000000" pitchFamily="49" charset="0"/>
              <a:ea typeface="Roboto Mono" panose="00000009000000000000" pitchFamily="49" charset="0"/>
              <a:cs typeface="Open Sans" panose="020B0606030504020204" pitchFamily="34" charset="0"/>
              <a:sym typeface="Arial"/>
            </a:endParaRPr>
          </a:p>
        </p:txBody>
      </p:sp>
      <p:sp>
        <p:nvSpPr>
          <p:cNvPr id="7" name="Rectangle 3">
            <a:extLst>
              <a:ext uri="{FF2B5EF4-FFF2-40B4-BE49-F238E27FC236}">
                <a16:creationId xmlns:a16="http://schemas.microsoft.com/office/drawing/2014/main" id="{F153D34B-33C4-FAE7-D75E-1879E84A908F}"/>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pic>
        <p:nvPicPr>
          <p:cNvPr id="5" name="Picture 4">
            <a:extLst>
              <a:ext uri="{FF2B5EF4-FFF2-40B4-BE49-F238E27FC236}">
                <a16:creationId xmlns:a16="http://schemas.microsoft.com/office/drawing/2014/main" id="{43819D16-6223-503F-F9E1-4F28236CEF34}"/>
              </a:ext>
            </a:extLst>
          </p:cNvPr>
          <p:cNvPicPr>
            <a:picLocks noChangeAspect="1"/>
          </p:cNvPicPr>
          <p:nvPr/>
        </p:nvPicPr>
        <p:blipFill>
          <a:blip r:embed="rId3"/>
          <a:stretch>
            <a:fillRect/>
          </a:stretch>
        </p:blipFill>
        <p:spPr>
          <a:xfrm>
            <a:off x="1355956" y="3807282"/>
            <a:ext cx="9717689" cy="1282446"/>
          </a:xfrm>
          <a:prstGeom prst="rect">
            <a:avLst/>
          </a:prstGeom>
        </p:spPr>
      </p:pic>
      <p:pic>
        <p:nvPicPr>
          <p:cNvPr id="8" name="Picture 7">
            <a:extLst>
              <a:ext uri="{FF2B5EF4-FFF2-40B4-BE49-F238E27FC236}">
                <a16:creationId xmlns:a16="http://schemas.microsoft.com/office/drawing/2014/main" id="{8D4D5CB6-B346-212A-93DA-8D69FC7AA91C}"/>
              </a:ext>
            </a:extLst>
          </p:cNvPr>
          <p:cNvPicPr>
            <a:picLocks noChangeAspect="1"/>
          </p:cNvPicPr>
          <p:nvPr/>
        </p:nvPicPr>
        <p:blipFill>
          <a:blip r:embed="rId4"/>
          <a:stretch>
            <a:fillRect/>
          </a:stretch>
        </p:blipFill>
        <p:spPr>
          <a:xfrm>
            <a:off x="1530170" y="5150582"/>
            <a:ext cx="9334861" cy="1331082"/>
          </a:xfrm>
          <a:prstGeom prst="rect">
            <a:avLst/>
          </a:prstGeom>
        </p:spPr>
      </p:pic>
    </p:spTree>
    <p:extLst>
      <p:ext uri="{BB962C8B-B14F-4D97-AF65-F5344CB8AC3E}">
        <p14:creationId xmlns:p14="http://schemas.microsoft.com/office/powerpoint/2010/main" val="2312553102"/>
      </p:ext>
    </p:extLst>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425642" y="277561"/>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a:solidFill>
            <a:schemeClr val="accent1"/>
          </a:solidFill>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59"/>
            <a:ext cx="10326008" cy="812530"/>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4400" kern="0" dirty="0">
                <a:solidFill>
                  <a:srgbClr val="FFFFFF"/>
                </a:solidFill>
                <a:latin typeface="Courier"/>
                <a:cs typeface="Arial"/>
                <a:sym typeface="Courier"/>
              </a:rPr>
              <a:t>How to use a DICTIONARY</a:t>
            </a:r>
            <a:endParaRPr lang="en-US" sz="4400"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10" name="TextBox 9">
            <a:extLst>
              <a:ext uri="{FF2B5EF4-FFF2-40B4-BE49-F238E27FC236}">
                <a16:creationId xmlns:a16="http://schemas.microsoft.com/office/drawing/2014/main" id="{BE09BCF1-B8B5-F5D5-6CFE-266D84893BD7}"/>
              </a:ext>
            </a:extLst>
          </p:cNvPr>
          <p:cNvSpPr txBox="1"/>
          <p:nvPr/>
        </p:nvSpPr>
        <p:spPr>
          <a:xfrm>
            <a:off x="938687" y="2469389"/>
            <a:ext cx="10251248" cy="954300"/>
          </a:xfrm>
          <a:prstGeom prst="rect">
            <a:avLst/>
          </a:prstGeom>
          <a:noFill/>
        </p:spPr>
        <p:txBody>
          <a:bodyPr wrap="square">
            <a:spAutoFit/>
          </a:bodyPr>
          <a:lstStyle/>
          <a:p>
            <a:pPr defTabSz="609630" eaLnBrk="0" fontAlgn="base" hangingPunct="0">
              <a:spcBef>
                <a:spcPct val="0"/>
              </a:spcBef>
              <a:spcAft>
                <a:spcPct val="0"/>
              </a:spcAft>
            </a:pPr>
            <a:r>
              <a:rPr lang="en-US" altLang="en-US" sz="1867" kern="0" dirty="0">
                <a:solidFill>
                  <a:srgbClr val="8C52FF"/>
                </a:solidFill>
                <a:latin typeface="Roboto Mono" panose="00000009000000000000" pitchFamily="49" charset="0"/>
                <a:ea typeface="Roboto Mono" panose="00000009000000000000" pitchFamily="49" charset="0"/>
                <a:cs typeface="Open Sans" panose="020B0606030504020204" pitchFamily="34" charset="0"/>
                <a:sym typeface="Arial"/>
              </a:rPr>
              <a:t>Remove a key():</a:t>
            </a:r>
          </a:p>
          <a:p>
            <a:pPr marL="304815" indent="-304815" defTabSz="609630" eaLnBrk="0" fontAlgn="base" hangingPunct="0">
              <a:spcBef>
                <a:spcPct val="0"/>
              </a:spcBef>
              <a:spcAft>
                <a:spcPct val="0"/>
              </a:spcAft>
              <a:buFont typeface="Arial" panose="020B0604020202020204" pitchFamily="34" charset="0"/>
              <a:buChar char="•"/>
            </a:pPr>
            <a:r>
              <a:rPr lang="en-US" altLang="en-US" sz="1867" kern="0" dirty="0">
                <a:solidFill>
                  <a:srgbClr val="FFFFFF"/>
                </a:solidFill>
                <a:latin typeface="Roboto Mono" panose="00000009000000000000" pitchFamily="49" charset="0"/>
                <a:ea typeface="Roboto Mono" panose="00000009000000000000" pitchFamily="49" charset="0"/>
                <a:cs typeface="Open Sans" panose="020B0606030504020204" pitchFamily="34" charset="0"/>
                <a:sym typeface="Arial"/>
              </a:rPr>
              <a:t>Removing a key will always cause the </a:t>
            </a:r>
            <a:r>
              <a:rPr lang="en-US" altLang="en-US" sz="1867" kern="0" dirty="0">
                <a:solidFill>
                  <a:srgbClr val="8C52FF"/>
                </a:solidFill>
                <a:latin typeface="Roboto Mono" panose="00000009000000000000" pitchFamily="49" charset="0"/>
                <a:ea typeface="Roboto Mono" panose="00000009000000000000" pitchFamily="49" charset="0"/>
                <a:cs typeface="Open Sans" panose="020B0606030504020204" pitchFamily="34" charset="0"/>
                <a:sym typeface="Arial"/>
              </a:rPr>
              <a:t>removal of the associated value. Values cannot exist without their keys.</a:t>
            </a:r>
          </a:p>
        </p:txBody>
      </p:sp>
      <p:sp>
        <p:nvSpPr>
          <p:cNvPr id="7" name="Rectangle 3">
            <a:extLst>
              <a:ext uri="{FF2B5EF4-FFF2-40B4-BE49-F238E27FC236}">
                <a16:creationId xmlns:a16="http://schemas.microsoft.com/office/drawing/2014/main" id="{F153D34B-33C4-FAE7-D75E-1879E84A908F}"/>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pic>
        <p:nvPicPr>
          <p:cNvPr id="4" name="Picture 3">
            <a:extLst>
              <a:ext uri="{FF2B5EF4-FFF2-40B4-BE49-F238E27FC236}">
                <a16:creationId xmlns:a16="http://schemas.microsoft.com/office/drawing/2014/main" id="{9E67345A-5621-75A8-4E07-13BF98F347F1}"/>
              </a:ext>
            </a:extLst>
          </p:cNvPr>
          <p:cNvPicPr>
            <a:picLocks noChangeAspect="1"/>
          </p:cNvPicPr>
          <p:nvPr/>
        </p:nvPicPr>
        <p:blipFill>
          <a:blip r:embed="rId3"/>
          <a:stretch>
            <a:fillRect/>
          </a:stretch>
        </p:blipFill>
        <p:spPr>
          <a:xfrm>
            <a:off x="1127042" y="3877506"/>
            <a:ext cx="9671249" cy="1278694"/>
          </a:xfrm>
          <a:prstGeom prst="rect">
            <a:avLst/>
          </a:prstGeom>
        </p:spPr>
      </p:pic>
    </p:spTree>
    <p:extLst>
      <p:ext uri="{BB962C8B-B14F-4D97-AF65-F5344CB8AC3E}">
        <p14:creationId xmlns:p14="http://schemas.microsoft.com/office/powerpoint/2010/main" val="4001504452"/>
      </p:ext>
    </p:extLst>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425642" y="277561"/>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a:solidFill>
            <a:schemeClr val="accent1"/>
          </a:solidFill>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59"/>
            <a:ext cx="10326008" cy="812530"/>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4400" kern="0" dirty="0">
                <a:solidFill>
                  <a:srgbClr val="FFFFFF"/>
                </a:solidFill>
                <a:latin typeface="Courier"/>
                <a:cs typeface="Arial"/>
                <a:sym typeface="Courier"/>
              </a:rPr>
              <a:t>How to use a DICTIONARY</a:t>
            </a:r>
            <a:endParaRPr lang="en-US" sz="4400"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10" name="TextBox 9">
            <a:extLst>
              <a:ext uri="{FF2B5EF4-FFF2-40B4-BE49-F238E27FC236}">
                <a16:creationId xmlns:a16="http://schemas.microsoft.com/office/drawing/2014/main" id="{BE09BCF1-B8B5-F5D5-6CFE-266D84893BD7}"/>
              </a:ext>
            </a:extLst>
          </p:cNvPr>
          <p:cNvSpPr txBox="1"/>
          <p:nvPr/>
        </p:nvSpPr>
        <p:spPr>
          <a:xfrm>
            <a:off x="938687" y="2469389"/>
            <a:ext cx="10251248" cy="666977"/>
          </a:xfrm>
          <a:prstGeom prst="rect">
            <a:avLst/>
          </a:prstGeom>
          <a:noFill/>
        </p:spPr>
        <p:txBody>
          <a:bodyPr wrap="square">
            <a:spAutoFit/>
          </a:bodyPr>
          <a:lstStyle/>
          <a:p>
            <a:pPr defTabSz="609630" eaLnBrk="0" fontAlgn="base" hangingPunct="0">
              <a:spcBef>
                <a:spcPct val="0"/>
              </a:spcBef>
              <a:spcAft>
                <a:spcPct val="0"/>
              </a:spcAft>
            </a:pPr>
            <a:r>
              <a:rPr lang="en-US" altLang="en-US" sz="1867" kern="0" dirty="0">
                <a:solidFill>
                  <a:srgbClr val="8C52FF"/>
                </a:solidFill>
                <a:latin typeface="Roboto Mono" panose="00000009000000000000" pitchFamily="49" charset="0"/>
                <a:ea typeface="Roboto Mono" panose="00000009000000000000" pitchFamily="49" charset="0"/>
                <a:cs typeface="Open Sans" panose="020B0606030504020204" pitchFamily="34" charset="0"/>
                <a:sym typeface="Arial"/>
              </a:rPr>
              <a:t>Remove last item in dictionary:</a:t>
            </a:r>
          </a:p>
          <a:p>
            <a:pPr marL="304815" indent="-304815" defTabSz="609630" eaLnBrk="0" fontAlgn="base" hangingPunct="0">
              <a:spcBef>
                <a:spcPct val="0"/>
              </a:spcBef>
              <a:spcAft>
                <a:spcPct val="0"/>
              </a:spcAft>
              <a:buFont typeface="Arial" panose="020B0604020202020204" pitchFamily="34" charset="0"/>
              <a:buChar char="•"/>
            </a:pPr>
            <a:r>
              <a:rPr lang="en-US" altLang="en-US" sz="1867" kern="0" dirty="0">
                <a:solidFill>
                  <a:srgbClr val="FFFFFF"/>
                </a:solidFill>
                <a:latin typeface="Roboto Mono" panose="00000009000000000000" pitchFamily="49" charset="0"/>
                <a:ea typeface="Roboto Mono" panose="00000009000000000000" pitchFamily="49" charset="0"/>
                <a:cs typeface="Open Sans" panose="020B0606030504020204" pitchFamily="34" charset="0"/>
                <a:sym typeface="Arial"/>
              </a:rPr>
              <a:t>To remove the last item in a dictionary, you can use the </a:t>
            </a:r>
            <a:r>
              <a:rPr lang="en-US" altLang="en-US" sz="1867" kern="0" dirty="0" err="1">
                <a:solidFill>
                  <a:srgbClr val="FFFFFF"/>
                </a:solidFill>
                <a:latin typeface="Roboto Mono" panose="00000009000000000000" pitchFamily="49" charset="0"/>
                <a:ea typeface="Roboto Mono" panose="00000009000000000000" pitchFamily="49" charset="0"/>
                <a:cs typeface="Open Sans" panose="020B0606030504020204" pitchFamily="34" charset="0"/>
                <a:sym typeface="Arial"/>
              </a:rPr>
              <a:t>popitem</a:t>
            </a:r>
            <a:r>
              <a:rPr lang="en-US" altLang="en-US" sz="1867" kern="0" dirty="0">
                <a:solidFill>
                  <a:srgbClr val="FFFFFF"/>
                </a:solidFill>
                <a:latin typeface="Roboto Mono" panose="00000009000000000000" pitchFamily="49" charset="0"/>
                <a:ea typeface="Roboto Mono" panose="00000009000000000000" pitchFamily="49" charset="0"/>
                <a:cs typeface="Open Sans" panose="020B0606030504020204" pitchFamily="34" charset="0"/>
                <a:sym typeface="Arial"/>
              </a:rPr>
              <a:t>()</a:t>
            </a:r>
            <a:r>
              <a:rPr lang="en-US" altLang="en-US" sz="1867" kern="0" dirty="0">
                <a:solidFill>
                  <a:srgbClr val="8C52FF"/>
                </a:solidFill>
                <a:latin typeface="Roboto Mono" panose="00000009000000000000" pitchFamily="49" charset="0"/>
                <a:ea typeface="Roboto Mono" panose="00000009000000000000" pitchFamily="49" charset="0"/>
                <a:cs typeface="Open Sans" panose="020B0606030504020204" pitchFamily="34" charset="0"/>
                <a:sym typeface="Arial"/>
              </a:rPr>
              <a:t>.</a:t>
            </a:r>
          </a:p>
        </p:txBody>
      </p:sp>
      <p:sp>
        <p:nvSpPr>
          <p:cNvPr id="7" name="Rectangle 3">
            <a:extLst>
              <a:ext uri="{FF2B5EF4-FFF2-40B4-BE49-F238E27FC236}">
                <a16:creationId xmlns:a16="http://schemas.microsoft.com/office/drawing/2014/main" id="{F153D34B-33C4-FAE7-D75E-1879E84A908F}"/>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pic>
        <p:nvPicPr>
          <p:cNvPr id="6" name="Picture 5">
            <a:extLst>
              <a:ext uri="{FF2B5EF4-FFF2-40B4-BE49-F238E27FC236}">
                <a16:creationId xmlns:a16="http://schemas.microsoft.com/office/drawing/2014/main" id="{07FF32AF-92AA-880B-7D8E-E9D6F2253C08}"/>
              </a:ext>
            </a:extLst>
          </p:cNvPr>
          <p:cNvPicPr>
            <a:picLocks noChangeAspect="1"/>
          </p:cNvPicPr>
          <p:nvPr/>
        </p:nvPicPr>
        <p:blipFill>
          <a:blip r:embed="rId3"/>
          <a:stretch>
            <a:fillRect/>
          </a:stretch>
        </p:blipFill>
        <p:spPr>
          <a:xfrm>
            <a:off x="1758335" y="3788695"/>
            <a:ext cx="8675330" cy="1266823"/>
          </a:xfrm>
          <a:prstGeom prst="rect">
            <a:avLst/>
          </a:prstGeom>
        </p:spPr>
      </p:pic>
    </p:spTree>
    <p:extLst>
      <p:ext uri="{BB962C8B-B14F-4D97-AF65-F5344CB8AC3E}">
        <p14:creationId xmlns:p14="http://schemas.microsoft.com/office/powerpoint/2010/main" val="3673689964"/>
      </p:ext>
    </p:extLst>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Shape 563"/>
        <p:cNvGrpSpPr/>
        <p:nvPr/>
      </p:nvGrpSpPr>
      <p:grpSpPr>
        <a:xfrm>
          <a:off x="0" y="0"/>
          <a:ext cx="0" cy="0"/>
          <a:chOff x="0" y="0"/>
          <a:chExt cx="0" cy="0"/>
        </a:xfrm>
      </p:grpSpPr>
      <p:grpSp>
        <p:nvGrpSpPr>
          <p:cNvPr id="564" name="Google Shape;564;p13"/>
          <p:cNvGrpSpPr/>
          <p:nvPr/>
        </p:nvGrpSpPr>
        <p:grpSpPr>
          <a:xfrm>
            <a:off x="324042" y="217287"/>
            <a:ext cx="11543917" cy="6302879"/>
            <a:chOff x="0" y="-241102"/>
            <a:chExt cx="23087835" cy="12605759"/>
          </a:xfrm>
        </p:grpSpPr>
        <p:grpSp>
          <p:nvGrpSpPr>
            <p:cNvPr id="565" name="Google Shape;565;p13"/>
            <p:cNvGrpSpPr/>
            <p:nvPr/>
          </p:nvGrpSpPr>
          <p:grpSpPr>
            <a:xfrm>
              <a:off x="0" y="-241102"/>
              <a:ext cx="23069216" cy="12605759"/>
              <a:chOff x="0" y="-47625"/>
              <a:chExt cx="4556882" cy="2490026"/>
            </a:xfrm>
          </p:grpSpPr>
          <p:sp>
            <p:nvSpPr>
              <p:cNvPr id="566" name="Google Shape;566;p13"/>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567" name="Google Shape;567;p13"/>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568" name="Google Shape;568;p13"/>
            <p:cNvGrpSpPr/>
            <p:nvPr/>
          </p:nvGrpSpPr>
          <p:grpSpPr>
            <a:xfrm>
              <a:off x="18619" y="-241102"/>
              <a:ext cx="23069216" cy="12605759"/>
              <a:chOff x="0" y="-47625"/>
              <a:chExt cx="4556882" cy="2490026"/>
            </a:xfrm>
          </p:grpSpPr>
          <p:sp>
            <p:nvSpPr>
              <p:cNvPr id="569" name="Google Shape;569;p13"/>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570" name="Google Shape;570;p13"/>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cxnSp>
          <p:nvCxnSpPr>
            <p:cNvPr id="571" name="Google Shape;571;p13"/>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572" name="Google Shape;572;p13"/>
            <p:cNvGrpSpPr/>
            <p:nvPr/>
          </p:nvGrpSpPr>
          <p:grpSpPr>
            <a:xfrm>
              <a:off x="318466" y="201915"/>
              <a:ext cx="394763" cy="394763"/>
              <a:chOff x="0" y="0"/>
              <a:chExt cx="812800" cy="812800"/>
            </a:xfrm>
          </p:grpSpPr>
          <p:sp>
            <p:nvSpPr>
              <p:cNvPr id="573" name="Google Shape;573;p13"/>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574" name="Google Shape;574;p13"/>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575" name="Google Shape;575;p13"/>
            <p:cNvGrpSpPr/>
            <p:nvPr/>
          </p:nvGrpSpPr>
          <p:grpSpPr>
            <a:xfrm>
              <a:off x="989083" y="201915"/>
              <a:ext cx="394763" cy="394763"/>
              <a:chOff x="0" y="0"/>
              <a:chExt cx="812800" cy="812800"/>
            </a:xfrm>
          </p:grpSpPr>
          <p:sp>
            <p:nvSpPr>
              <p:cNvPr id="576" name="Google Shape;576;p13"/>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577" name="Google Shape;577;p13"/>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578" name="Google Shape;578;p13"/>
            <p:cNvGrpSpPr/>
            <p:nvPr/>
          </p:nvGrpSpPr>
          <p:grpSpPr>
            <a:xfrm>
              <a:off x="1663247" y="201915"/>
              <a:ext cx="394763" cy="394763"/>
              <a:chOff x="0" y="0"/>
              <a:chExt cx="812800" cy="812800"/>
            </a:xfrm>
          </p:grpSpPr>
          <p:sp>
            <p:nvSpPr>
              <p:cNvPr id="579" name="Google Shape;579;p13"/>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580" name="Google Shape;580;p13"/>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sp>
        <p:nvSpPr>
          <p:cNvPr id="581" name="Google Shape;581;p13"/>
          <p:cNvSpPr txBox="1"/>
          <p:nvPr/>
        </p:nvSpPr>
        <p:spPr>
          <a:xfrm>
            <a:off x="739460" y="2467033"/>
            <a:ext cx="6880946" cy="2441566"/>
          </a:xfrm>
          <a:prstGeom prst="rect">
            <a:avLst/>
          </a:prstGeom>
          <a:noFill/>
          <a:ln>
            <a:noFill/>
          </a:ln>
        </p:spPr>
        <p:txBody>
          <a:bodyPr spcFirstLastPara="1" wrap="square" lIns="0" tIns="0" rIns="0" bIns="0" anchor="t" anchorCtr="0">
            <a:spAutoFit/>
          </a:bodyPr>
          <a:lstStyle/>
          <a:p>
            <a:pPr defTabSz="609630">
              <a:lnSpc>
                <a:spcPct val="119997"/>
              </a:lnSpc>
              <a:buClr>
                <a:srgbClr val="000000"/>
              </a:buClr>
            </a:pPr>
            <a:r>
              <a:rPr lang="en-US" sz="6611" kern="0" dirty="0">
                <a:solidFill>
                  <a:srgbClr val="FFFFFF"/>
                </a:solidFill>
                <a:latin typeface="Courier"/>
                <a:ea typeface="Courier"/>
                <a:cs typeface="Courier"/>
                <a:sym typeface="Courier"/>
              </a:rPr>
              <a:t>COLLECTION</a:t>
            </a:r>
          </a:p>
          <a:p>
            <a:pPr defTabSz="609630">
              <a:lnSpc>
                <a:spcPct val="119997"/>
              </a:lnSpc>
              <a:buClr>
                <a:srgbClr val="000000"/>
              </a:buClr>
            </a:pPr>
            <a:r>
              <a:rPr lang="en-US" sz="6611" kern="0" dirty="0">
                <a:solidFill>
                  <a:srgbClr val="FFFFFF"/>
                </a:solidFill>
                <a:latin typeface="Courier"/>
                <a:ea typeface="Courier"/>
                <a:cs typeface="Courier"/>
                <a:sym typeface="Courier"/>
              </a:rPr>
              <a:t>SET</a:t>
            </a:r>
            <a:endParaRPr sz="933" kern="0" dirty="0">
              <a:solidFill>
                <a:srgbClr val="000000"/>
              </a:solidFill>
              <a:latin typeface="Arial"/>
              <a:cs typeface="Arial"/>
              <a:sym typeface="Arial"/>
            </a:endParaRPr>
          </a:p>
        </p:txBody>
      </p:sp>
      <p:grpSp>
        <p:nvGrpSpPr>
          <p:cNvPr id="582" name="Google Shape;582;p13"/>
          <p:cNvGrpSpPr/>
          <p:nvPr/>
        </p:nvGrpSpPr>
        <p:grpSpPr>
          <a:xfrm>
            <a:off x="685801" y="998505"/>
            <a:ext cx="1755951" cy="1109071"/>
            <a:chOff x="0" y="-47625"/>
            <a:chExt cx="751045" cy="474365"/>
          </a:xfrm>
        </p:grpSpPr>
        <p:sp>
          <p:nvSpPr>
            <p:cNvPr id="583" name="Google Shape;583;p13"/>
            <p:cNvSpPr/>
            <p:nvPr/>
          </p:nvSpPr>
          <p:spPr>
            <a:xfrm>
              <a:off x="0" y="0"/>
              <a:ext cx="751045" cy="426740"/>
            </a:xfrm>
            <a:custGeom>
              <a:avLst/>
              <a:gdLst/>
              <a:ahLst/>
              <a:cxnLst/>
              <a:rect l="l" t="t" r="r" b="b"/>
              <a:pathLst>
                <a:path w="751045" h="426740" extrusionOk="0">
                  <a:moveTo>
                    <a:pt x="47029" y="0"/>
                  </a:moveTo>
                  <a:lnTo>
                    <a:pt x="704016" y="0"/>
                  </a:lnTo>
                  <a:cubicBezTo>
                    <a:pt x="729989" y="0"/>
                    <a:pt x="751045" y="21056"/>
                    <a:pt x="751045" y="47029"/>
                  </a:cubicBezTo>
                  <a:lnTo>
                    <a:pt x="751045" y="379711"/>
                  </a:lnTo>
                  <a:cubicBezTo>
                    <a:pt x="751045" y="405685"/>
                    <a:pt x="729989" y="426740"/>
                    <a:pt x="704016" y="426740"/>
                  </a:cubicBezTo>
                  <a:lnTo>
                    <a:pt x="47029" y="426740"/>
                  </a:lnTo>
                  <a:cubicBezTo>
                    <a:pt x="21056" y="426740"/>
                    <a:pt x="0" y="405685"/>
                    <a:pt x="0" y="379711"/>
                  </a:cubicBezTo>
                  <a:lnTo>
                    <a:pt x="0" y="47029"/>
                  </a:lnTo>
                  <a:cubicBezTo>
                    <a:pt x="0" y="21056"/>
                    <a:pt x="21056" y="0"/>
                    <a:pt x="47029" y="0"/>
                  </a:cubicBezTo>
                  <a:close/>
                </a:path>
              </a:pathLst>
            </a:custGeom>
            <a:solidFill>
              <a:srgbClr val="FF66C4"/>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584" name="Google Shape;584;p13"/>
            <p:cNvSpPr txBox="1"/>
            <p:nvPr/>
          </p:nvSpPr>
          <p:spPr>
            <a:xfrm>
              <a:off x="0" y="-47625"/>
              <a:ext cx="751045"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585" name="Google Shape;585;p13"/>
          <p:cNvGrpSpPr/>
          <p:nvPr/>
        </p:nvGrpSpPr>
        <p:grpSpPr>
          <a:xfrm>
            <a:off x="739461" y="1161334"/>
            <a:ext cx="1755951" cy="1109071"/>
            <a:chOff x="0" y="-47625"/>
            <a:chExt cx="751045" cy="474365"/>
          </a:xfrm>
        </p:grpSpPr>
        <p:sp>
          <p:nvSpPr>
            <p:cNvPr id="586" name="Google Shape;586;p13"/>
            <p:cNvSpPr/>
            <p:nvPr/>
          </p:nvSpPr>
          <p:spPr>
            <a:xfrm>
              <a:off x="0" y="0"/>
              <a:ext cx="751045" cy="426740"/>
            </a:xfrm>
            <a:custGeom>
              <a:avLst/>
              <a:gdLst/>
              <a:ahLst/>
              <a:cxnLst/>
              <a:rect l="l" t="t" r="r" b="b"/>
              <a:pathLst>
                <a:path w="751045" h="426740" extrusionOk="0">
                  <a:moveTo>
                    <a:pt x="52908" y="0"/>
                  </a:moveTo>
                  <a:lnTo>
                    <a:pt x="698137" y="0"/>
                  </a:lnTo>
                  <a:cubicBezTo>
                    <a:pt x="727357" y="0"/>
                    <a:pt x="751045" y="23688"/>
                    <a:pt x="751045" y="52908"/>
                  </a:cubicBezTo>
                  <a:lnTo>
                    <a:pt x="751045" y="373833"/>
                  </a:lnTo>
                  <a:cubicBezTo>
                    <a:pt x="751045" y="403053"/>
                    <a:pt x="727357" y="426740"/>
                    <a:pt x="698137" y="426740"/>
                  </a:cubicBezTo>
                  <a:lnTo>
                    <a:pt x="52908" y="426740"/>
                  </a:lnTo>
                  <a:cubicBezTo>
                    <a:pt x="23688" y="426740"/>
                    <a:pt x="0" y="403053"/>
                    <a:pt x="0" y="373833"/>
                  </a:cubicBezTo>
                  <a:lnTo>
                    <a:pt x="0" y="52908"/>
                  </a:lnTo>
                  <a:cubicBezTo>
                    <a:pt x="0" y="23688"/>
                    <a:pt x="23688" y="0"/>
                    <a:pt x="52908"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587" name="Google Shape;587;p13"/>
            <p:cNvSpPr txBox="1"/>
            <p:nvPr/>
          </p:nvSpPr>
          <p:spPr>
            <a:xfrm>
              <a:off x="0" y="-47625"/>
              <a:ext cx="751045"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588" name="Google Shape;588;p13"/>
          <p:cNvSpPr txBox="1"/>
          <p:nvPr/>
        </p:nvSpPr>
        <p:spPr>
          <a:xfrm>
            <a:off x="1039774" y="1310107"/>
            <a:ext cx="1155325" cy="1220783"/>
          </a:xfrm>
          <a:prstGeom prst="rect">
            <a:avLst/>
          </a:prstGeom>
          <a:noFill/>
          <a:ln>
            <a:noFill/>
          </a:ln>
        </p:spPr>
        <p:txBody>
          <a:bodyPr spcFirstLastPara="1" wrap="square" lIns="0" tIns="0" rIns="0" bIns="0" anchor="t" anchorCtr="0">
            <a:spAutoFit/>
          </a:bodyPr>
          <a:lstStyle/>
          <a:p>
            <a:pPr defTabSz="609630">
              <a:lnSpc>
                <a:spcPct val="119997"/>
              </a:lnSpc>
              <a:buClr>
                <a:srgbClr val="000000"/>
              </a:buClr>
            </a:pPr>
            <a:r>
              <a:rPr lang="en-US" sz="6611" kern="0" dirty="0">
                <a:solidFill>
                  <a:srgbClr val="FFFFFF"/>
                </a:solidFill>
                <a:latin typeface="Courier"/>
                <a:ea typeface="Courier"/>
                <a:cs typeface="Courier"/>
                <a:sym typeface="Courier"/>
              </a:rPr>
              <a:t>01</a:t>
            </a:r>
            <a:endParaRPr sz="933" kern="0" dirty="0">
              <a:solidFill>
                <a:srgbClr val="000000"/>
              </a:solidFill>
              <a:latin typeface="Arial"/>
              <a:cs typeface="Arial"/>
              <a:sym typeface="Arial"/>
            </a:endParaRPr>
          </a:p>
        </p:txBody>
      </p:sp>
      <p:grpSp>
        <p:nvGrpSpPr>
          <p:cNvPr id="590" name="Google Shape;590;p13"/>
          <p:cNvGrpSpPr/>
          <p:nvPr/>
        </p:nvGrpSpPr>
        <p:grpSpPr>
          <a:xfrm>
            <a:off x="8158040" y="1005571"/>
            <a:ext cx="3257877" cy="1763065"/>
            <a:chOff x="0" y="-208563"/>
            <a:chExt cx="6515753" cy="3526129"/>
          </a:xfrm>
        </p:grpSpPr>
        <p:grpSp>
          <p:nvGrpSpPr>
            <p:cNvPr id="591" name="Google Shape;591;p13"/>
            <p:cNvGrpSpPr/>
            <p:nvPr/>
          </p:nvGrpSpPr>
          <p:grpSpPr>
            <a:xfrm>
              <a:off x="2956287" y="2617202"/>
              <a:ext cx="3559466" cy="700364"/>
              <a:chOff x="0" y="-47625"/>
              <a:chExt cx="812800" cy="159927"/>
            </a:xfrm>
          </p:grpSpPr>
          <p:sp>
            <p:nvSpPr>
              <p:cNvPr id="592" name="Google Shape;592;p13"/>
              <p:cNvSpPr/>
              <p:nvPr/>
            </p:nvSpPr>
            <p:spPr>
              <a:xfrm>
                <a:off x="0" y="0"/>
                <a:ext cx="812800" cy="112302"/>
              </a:xfrm>
              <a:custGeom>
                <a:avLst/>
                <a:gdLst/>
                <a:ahLst/>
                <a:cxnLst/>
                <a:rect l="l" t="t" r="r" b="b"/>
                <a:pathLst>
                  <a:path w="812800" h="112302" extrusionOk="0">
                    <a:moveTo>
                      <a:pt x="56151" y="0"/>
                    </a:moveTo>
                    <a:lnTo>
                      <a:pt x="756649" y="0"/>
                    </a:lnTo>
                    <a:cubicBezTo>
                      <a:pt x="771541" y="0"/>
                      <a:pt x="785823" y="5916"/>
                      <a:pt x="796354" y="16446"/>
                    </a:cubicBezTo>
                    <a:cubicBezTo>
                      <a:pt x="806884" y="26977"/>
                      <a:pt x="812800" y="41259"/>
                      <a:pt x="812800" y="56151"/>
                    </a:cubicBezTo>
                    <a:lnTo>
                      <a:pt x="812800" y="56151"/>
                    </a:lnTo>
                    <a:cubicBezTo>
                      <a:pt x="812800" y="87162"/>
                      <a:pt x="787660" y="112302"/>
                      <a:pt x="756649" y="112302"/>
                    </a:cubicBezTo>
                    <a:lnTo>
                      <a:pt x="56151" y="112302"/>
                    </a:lnTo>
                    <a:cubicBezTo>
                      <a:pt x="41259" y="112302"/>
                      <a:pt x="26977" y="106386"/>
                      <a:pt x="16446" y="95856"/>
                    </a:cubicBezTo>
                    <a:cubicBezTo>
                      <a:pt x="5916" y="85326"/>
                      <a:pt x="0" y="71043"/>
                      <a:pt x="0" y="56151"/>
                    </a:cubicBezTo>
                    <a:lnTo>
                      <a:pt x="0" y="56151"/>
                    </a:lnTo>
                    <a:cubicBezTo>
                      <a:pt x="0" y="41259"/>
                      <a:pt x="5916" y="26977"/>
                      <a:pt x="16446" y="16446"/>
                    </a:cubicBezTo>
                    <a:cubicBezTo>
                      <a:pt x="26977" y="5916"/>
                      <a:pt x="41259" y="0"/>
                      <a:pt x="56151" y="0"/>
                    </a:cubicBezTo>
                    <a:close/>
                  </a:path>
                </a:pathLst>
              </a:custGeom>
              <a:solidFill>
                <a:srgbClr val="8C52FF"/>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593" name="Google Shape;593;p13"/>
              <p:cNvSpPr txBox="1"/>
              <p:nvPr/>
            </p:nvSpPr>
            <p:spPr>
              <a:xfrm>
                <a:off x="0" y="-47625"/>
                <a:ext cx="812800" cy="159927"/>
              </a:xfrm>
              <a:prstGeom prst="rect">
                <a:avLst/>
              </a:prstGeom>
              <a:noFill/>
              <a:ln>
                <a:noFill/>
              </a:ln>
            </p:spPr>
            <p:txBody>
              <a:bodyPr spcFirstLastPara="1" wrap="square" lIns="33867" tIns="33867" rIns="33867" bIns="33867" anchor="ctr" anchorCtr="0">
                <a:noAutofit/>
              </a:bodyPr>
              <a:lstStyle/>
              <a:p>
                <a:pPr algn="ctr" defTabSz="609630">
                  <a:lnSpc>
                    <a:spcPct val="186666"/>
                  </a:lnSpc>
                  <a:buClr>
                    <a:srgbClr val="000000"/>
                  </a:buClr>
                </a:pPr>
                <a:endParaRPr sz="1200" kern="0">
                  <a:solidFill>
                    <a:srgbClr val="000000"/>
                  </a:solidFill>
                  <a:latin typeface="Calibri"/>
                  <a:ea typeface="Calibri"/>
                  <a:cs typeface="Calibri"/>
                  <a:sym typeface="Calibri"/>
                </a:endParaRPr>
              </a:p>
            </p:txBody>
          </p:sp>
        </p:grpSp>
        <p:grpSp>
          <p:nvGrpSpPr>
            <p:cNvPr id="594" name="Google Shape;594;p13"/>
            <p:cNvGrpSpPr/>
            <p:nvPr/>
          </p:nvGrpSpPr>
          <p:grpSpPr>
            <a:xfrm>
              <a:off x="2500711" y="1675891"/>
              <a:ext cx="4015041" cy="700364"/>
              <a:chOff x="0" y="-47625"/>
              <a:chExt cx="916830" cy="159927"/>
            </a:xfrm>
          </p:grpSpPr>
          <p:sp>
            <p:nvSpPr>
              <p:cNvPr id="595" name="Google Shape;595;p13"/>
              <p:cNvSpPr/>
              <p:nvPr/>
            </p:nvSpPr>
            <p:spPr>
              <a:xfrm>
                <a:off x="0" y="0"/>
                <a:ext cx="916830" cy="112302"/>
              </a:xfrm>
              <a:custGeom>
                <a:avLst/>
                <a:gdLst/>
                <a:ahLst/>
                <a:cxnLst/>
                <a:rect l="l" t="t" r="r" b="b"/>
                <a:pathLst>
                  <a:path w="916830" h="112302" extrusionOk="0">
                    <a:moveTo>
                      <a:pt x="56151" y="0"/>
                    </a:moveTo>
                    <a:lnTo>
                      <a:pt x="860679" y="0"/>
                    </a:lnTo>
                    <a:cubicBezTo>
                      <a:pt x="891690" y="0"/>
                      <a:pt x="916830" y="25140"/>
                      <a:pt x="916830" y="56151"/>
                    </a:cubicBezTo>
                    <a:lnTo>
                      <a:pt x="916830" y="56151"/>
                    </a:lnTo>
                    <a:cubicBezTo>
                      <a:pt x="916830" y="71043"/>
                      <a:pt x="910914" y="85326"/>
                      <a:pt x="900384" y="95856"/>
                    </a:cubicBezTo>
                    <a:cubicBezTo>
                      <a:pt x="889853" y="106386"/>
                      <a:pt x="875571" y="112302"/>
                      <a:pt x="860679" y="112302"/>
                    </a:cubicBezTo>
                    <a:lnTo>
                      <a:pt x="56151" y="112302"/>
                    </a:lnTo>
                    <a:cubicBezTo>
                      <a:pt x="41259" y="112302"/>
                      <a:pt x="26977" y="106386"/>
                      <a:pt x="16446" y="95856"/>
                    </a:cubicBezTo>
                    <a:cubicBezTo>
                      <a:pt x="5916" y="85326"/>
                      <a:pt x="0" y="71043"/>
                      <a:pt x="0" y="56151"/>
                    </a:cubicBezTo>
                    <a:lnTo>
                      <a:pt x="0" y="56151"/>
                    </a:lnTo>
                    <a:cubicBezTo>
                      <a:pt x="0" y="41259"/>
                      <a:pt x="5916" y="26977"/>
                      <a:pt x="16446" y="16446"/>
                    </a:cubicBezTo>
                    <a:cubicBezTo>
                      <a:pt x="26977" y="5916"/>
                      <a:pt x="41259" y="0"/>
                      <a:pt x="56151" y="0"/>
                    </a:cubicBezTo>
                    <a:close/>
                  </a:path>
                </a:pathLst>
              </a:custGeom>
              <a:solidFill>
                <a:srgbClr val="FF66C4"/>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596" name="Google Shape;596;p13"/>
              <p:cNvSpPr txBox="1"/>
              <p:nvPr/>
            </p:nvSpPr>
            <p:spPr>
              <a:xfrm>
                <a:off x="0" y="-47625"/>
                <a:ext cx="916830" cy="159927"/>
              </a:xfrm>
              <a:prstGeom prst="rect">
                <a:avLst/>
              </a:prstGeom>
              <a:noFill/>
              <a:ln>
                <a:noFill/>
              </a:ln>
            </p:spPr>
            <p:txBody>
              <a:bodyPr spcFirstLastPara="1" wrap="square" lIns="33867" tIns="33867" rIns="33867" bIns="33867" anchor="ctr" anchorCtr="0">
                <a:noAutofit/>
              </a:bodyPr>
              <a:lstStyle/>
              <a:p>
                <a:pPr algn="ctr" defTabSz="609630">
                  <a:lnSpc>
                    <a:spcPct val="186666"/>
                  </a:lnSpc>
                  <a:buClr>
                    <a:srgbClr val="000000"/>
                  </a:buClr>
                </a:pPr>
                <a:endParaRPr sz="1200" kern="0">
                  <a:solidFill>
                    <a:srgbClr val="000000"/>
                  </a:solidFill>
                  <a:latin typeface="Calibri"/>
                  <a:ea typeface="Calibri"/>
                  <a:cs typeface="Calibri"/>
                  <a:sym typeface="Calibri"/>
                </a:endParaRPr>
              </a:p>
            </p:txBody>
          </p:sp>
        </p:grpSp>
        <p:grpSp>
          <p:nvGrpSpPr>
            <p:cNvPr id="597" name="Google Shape;597;p13"/>
            <p:cNvGrpSpPr/>
            <p:nvPr/>
          </p:nvGrpSpPr>
          <p:grpSpPr>
            <a:xfrm>
              <a:off x="1587463" y="-208563"/>
              <a:ext cx="2010510" cy="700364"/>
              <a:chOff x="0" y="-47625"/>
              <a:chExt cx="459098" cy="159927"/>
            </a:xfrm>
          </p:grpSpPr>
          <p:sp>
            <p:nvSpPr>
              <p:cNvPr id="598" name="Google Shape;598;p13"/>
              <p:cNvSpPr/>
              <p:nvPr/>
            </p:nvSpPr>
            <p:spPr>
              <a:xfrm>
                <a:off x="0" y="0"/>
                <a:ext cx="459098" cy="112302"/>
              </a:xfrm>
              <a:custGeom>
                <a:avLst/>
                <a:gdLst/>
                <a:ahLst/>
                <a:cxnLst/>
                <a:rect l="l" t="t" r="r" b="b"/>
                <a:pathLst>
                  <a:path w="459098" h="112302" extrusionOk="0">
                    <a:moveTo>
                      <a:pt x="56151" y="0"/>
                    </a:moveTo>
                    <a:lnTo>
                      <a:pt x="402947" y="0"/>
                    </a:lnTo>
                    <a:cubicBezTo>
                      <a:pt x="433958" y="0"/>
                      <a:pt x="459098" y="25140"/>
                      <a:pt x="459098" y="56151"/>
                    </a:cubicBezTo>
                    <a:lnTo>
                      <a:pt x="459098" y="56151"/>
                    </a:lnTo>
                    <a:cubicBezTo>
                      <a:pt x="459098" y="71043"/>
                      <a:pt x="453182" y="85326"/>
                      <a:pt x="442651" y="95856"/>
                    </a:cubicBezTo>
                    <a:cubicBezTo>
                      <a:pt x="432121" y="106386"/>
                      <a:pt x="417839" y="112302"/>
                      <a:pt x="402947" y="112302"/>
                    </a:cubicBezTo>
                    <a:lnTo>
                      <a:pt x="56151" y="112302"/>
                    </a:lnTo>
                    <a:cubicBezTo>
                      <a:pt x="41259" y="112302"/>
                      <a:pt x="26977" y="106386"/>
                      <a:pt x="16446" y="95856"/>
                    </a:cubicBezTo>
                    <a:cubicBezTo>
                      <a:pt x="5916" y="85326"/>
                      <a:pt x="0" y="71043"/>
                      <a:pt x="0" y="56151"/>
                    </a:cubicBezTo>
                    <a:lnTo>
                      <a:pt x="0" y="56151"/>
                    </a:lnTo>
                    <a:cubicBezTo>
                      <a:pt x="0" y="41259"/>
                      <a:pt x="5916" y="26977"/>
                      <a:pt x="16446" y="16446"/>
                    </a:cubicBezTo>
                    <a:cubicBezTo>
                      <a:pt x="26977" y="5916"/>
                      <a:pt x="41259" y="0"/>
                      <a:pt x="56151" y="0"/>
                    </a:cubicBezTo>
                    <a:close/>
                  </a:path>
                </a:pathLst>
              </a:custGeom>
              <a:solidFill>
                <a:srgbClr val="8C52FF"/>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599" name="Google Shape;599;p13"/>
              <p:cNvSpPr txBox="1"/>
              <p:nvPr/>
            </p:nvSpPr>
            <p:spPr>
              <a:xfrm>
                <a:off x="0" y="-47625"/>
                <a:ext cx="459098" cy="159927"/>
              </a:xfrm>
              <a:prstGeom prst="rect">
                <a:avLst/>
              </a:prstGeom>
              <a:noFill/>
              <a:ln>
                <a:noFill/>
              </a:ln>
            </p:spPr>
            <p:txBody>
              <a:bodyPr spcFirstLastPara="1" wrap="square" lIns="33867" tIns="33867" rIns="33867" bIns="33867" anchor="ctr" anchorCtr="0">
                <a:noAutofit/>
              </a:bodyPr>
              <a:lstStyle/>
              <a:p>
                <a:pPr algn="ctr" defTabSz="609630">
                  <a:lnSpc>
                    <a:spcPct val="186666"/>
                  </a:lnSpc>
                  <a:buClr>
                    <a:srgbClr val="000000"/>
                  </a:buClr>
                </a:pPr>
                <a:endParaRPr sz="1200" kern="0">
                  <a:solidFill>
                    <a:srgbClr val="000000"/>
                  </a:solidFill>
                  <a:latin typeface="Calibri"/>
                  <a:ea typeface="Calibri"/>
                  <a:cs typeface="Calibri"/>
                  <a:sym typeface="Calibri"/>
                </a:endParaRPr>
              </a:p>
            </p:txBody>
          </p:sp>
        </p:grpSp>
        <p:grpSp>
          <p:nvGrpSpPr>
            <p:cNvPr id="600" name="Google Shape;600;p13"/>
            <p:cNvGrpSpPr/>
            <p:nvPr/>
          </p:nvGrpSpPr>
          <p:grpSpPr>
            <a:xfrm>
              <a:off x="4062684" y="733664"/>
              <a:ext cx="2453069" cy="700364"/>
              <a:chOff x="0" y="-47625"/>
              <a:chExt cx="560156" cy="159927"/>
            </a:xfrm>
          </p:grpSpPr>
          <p:sp>
            <p:nvSpPr>
              <p:cNvPr id="601" name="Google Shape;601;p13"/>
              <p:cNvSpPr/>
              <p:nvPr/>
            </p:nvSpPr>
            <p:spPr>
              <a:xfrm>
                <a:off x="0" y="0"/>
                <a:ext cx="560156" cy="112302"/>
              </a:xfrm>
              <a:custGeom>
                <a:avLst/>
                <a:gdLst/>
                <a:ahLst/>
                <a:cxnLst/>
                <a:rect l="l" t="t" r="r" b="b"/>
                <a:pathLst>
                  <a:path w="560156" h="112302" extrusionOk="0">
                    <a:moveTo>
                      <a:pt x="56151" y="0"/>
                    </a:moveTo>
                    <a:lnTo>
                      <a:pt x="504004" y="0"/>
                    </a:lnTo>
                    <a:cubicBezTo>
                      <a:pt x="518897" y="0"/>
                      <a:pt x="533179" y="5916"/>
                      <a:pt x="543709" y="16446"/>
                    </a:cubicBezTo>
                    <a:cubicBezTo>
                      <a:pt x="554240" y="26977"/>
                      <a:pt x="560156" y="41259"/>
                      <a:pt x="560156" y="56151"/>
                    </a:cubicBezTo>
                    <a:lnTo>
                      <a:pt x="560156" y="56151"/>
                    </a:lnTo>
                    <a:cubicBezTo>
                      <a:pt x="560156" y="87162"/>
                      <a:pt x="535016" y="112302"/>
                      <a:pt x="504004" y="112302"/>
                    </a:cubicBezTo>
                    <a:lnTo>
                      <a:pt x="56151" y="112302"/>
                    </a:lnTo>
                    <a:cubicBezTo>
                      <a:pt x="41259" y="112302"/>
                      <a:pt x="26977" y="106386"/>
                      <a:pt x="16446" y="95856"/>
                    </a:cubicBezTo>
                    <a:cubicBezTo>
                      <a:pt x="5916" y="85326"/>
                      <a:pt x="0" y="71043"/>
                      <a:pt x="0" y="56151"/>
                    </a:cubicBezTo>
                    <a:lnTo>
                      <a:pt x="0" y="56151"/>
                    </a:lnTo>
                    <a:cubicBezTo>
                      <a:pt x="0" y="41259"/>
                      <a:pt x="5916" y="26977"/>
                      <a:pt x="16446" y="16446"/>
                    </a:cubicBezTo>
                    <a:cubicBezTo>
                      <a:pt x="26977" y="5916"/>
                      <a:pt x="41259" y="0"/>
                      <a:pt x="56151" y="0"/>
                    </a:cubicBezTo>
                    <a:close/>
                  </a:path>
                </a:pathLst>
              </a:custGeom>
              <a:solidFill>
                <a:srgbClr val="3B3A3A"/>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02" name="Google Shape;602;p13"/>
              <p:cNvSpPr txBox="1"/>
              <p:nvPr/>
            </p:nvSpPr>
            <p:spPr>
              <a:xfrm>
                <a:off x="0" y="-47625"/>
                <a:ext cx="560156" cy="159927"/>
              </a:xfrm>
              <a:prstGeom prst="rect">
                <a:avLst/>
              </a:prstGeom>
              <a:noFill/>
              <a:ln>
                <a:noFill/>
              </a:ln>
            </p:spPr>
            <p:txBody>
              <a:bodyPr spcFirstLastPara="1" wrap="square" lIns="33867" tIns="33867" rIns="33867" bIns="33867" anchor="ctr" anchorCtr="0">
                <a:noAutofit/>
              </a:bodyPr>
              <a:lstStyle/>
              <a:p>
                <a:pPr algn="ctr" defTabSz="609630">
                  <a:lnSpc>
                    <a:spcPct val="186666"/>
                  </a:lnSpc>
                  <a:buClr>
                    <a:srgbClr val="000000"/>
                  </a:buClr>
                </a:pPr>
                <a:endParaRPr sz="1200" kern="0">
                  <a:solidFill>
                    <a:srgbClr val="000000"/>
                  </a:solidFill>
                  <a:latin typeface="Calibri"/>
                  <a:ea typeface="Calibri"/>
                  <a:cs typeface="Calibri"/>
                  <a:sym typeface="Calibri"/>
                </a:endParaRPr>
              </a:p>
            </p:txBody>
          </p:sp>
        </p:grpSp>
        <p:grpSp>
          <p:nvGrpSpPr>
            <p:cNvPr id="603" name="Google Shape;603;p13"/>
            <p:cNvGrpSpPr/>
            <p:nvPr/>
          </p:nvGrpSpPr>
          <p:grpSpPr>
            <a:xfrm>
              <a:off x="4882719" y="-208563"/>
              <a:ext cx="1633034" cy="700364"/>
              <a:chOff x="0" y="-47625"/>
              <a:chExt cx="372901" cy="159927"/>
            </a:xfrm>
          </p:grpSpPr>
          <p:sp>
            <p:nvSpPr>
              <p:cNvPr id="604" name="Google Shape;604;p13"/>
              <p:cNvSpPr/>
              <p:nvPr/>
            </p:nvSpPr>
            <p:spPr>
              <a:xfrm>
                <a:off x="0" y="0"/>
                <a:ext cx="372901" cy="112302"/>
              </a:xfrm>
              <a:custGeom>
                <a:avLst/>
                <a:gdLst/>
                <a:ahLst/>
                <a:cxnLst/>
                <a:rect l="l" t="t" r="r" b="b"/>
                <a:pathLst>
                  <a:path w="372901" h="112302" extrusionOk="0">
                    <a:moveTo>
                      <a:pt x="56151" y="0"/>
                    </a:moveTo>
                    <a:lnTo>
                      <a:pt x="316750" y="0"/>
                    </a:lnTo>
                    <a:cubicBezTo>
                      <a:pt x="347762" y="0"/>
                      <a:pt x="372901" y="25140"/>
                      <a:pt x="372901" y="56151"/>
                    </a:cubicBezTo>
                    <a:lnTo>
                      <a:pt x="372901" y="56151"/>
                    </a:lnTo>
                    <a:cubicBezTo>
                      <a:pt x="372901" y="71043"/>
                      <a:pt x="366985" y="85326"/>
                      <a:pt x="356455" y="95856"/>
                    </a:cubicBezTo>
                    <a:cubicBezTo>
                      <a:pt x="345925" y="106386"/>
                      <a:pt x="331642" y="112302"/>
                      <a:pt x="316750" y="112302"/>
                    </a:cubicBezTo>
                    <a:lnTo>
                      <a:pt x="56151" y="112302"/>
                    </a:lnTo>
                    <a:cubicBezTo>
                      <a:pt x="41259" y="112302"/>
                      <a:pt x="26977" y="106386"/>
                      <a:pt x="16446" y="95856"/>
                    </a:cubicBezTo>
                    <a:cubicBezTo>
                      <a:pt x="5916" y="85326"/>
                      <a:pt x="0" y="71043"/>
                      <a:pt x="0" y="56151"/>
                    </a:cubicBezTo>
                    <a:lnTo>
                      <a:pt x="0" y="56151"/>
                    </a:lnTo>
                    <a:cubicBezTo>
                      <a:pt x="0" y="41259"/>
                      <a:pt x="5916" y="26977"/>
                      <a:pt x="16446" y="16446"/>
                    </a:cubicBezTo>
                    <a:cubicBezTo>
                      <a:pt x="26977" y="5916"/>
                      <a:pt x="41259" y="0"/>
                      <a:pt x="56151" y="0"/>
                    </a:cubicBezTo>
                    <a:close/>
                  </a:path>
                </a:pathLst>
              </a:custGeom>
              <a:solidFill>
                <a:srgbClr val="3B3A3A"/>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05" name="Google Shape;605;p13"/>
              <p:cNvSpPr txBox="1"/>
              <p:nvPr/>
            </p:nvSpPr>
            <p:spPr>
              <a:xfrm>
                <a:off x="0" y="-47625"/>
                <a:ext cx="372901" cy="159927"/>
              </a:xfrm>
              <a:prstGeom prst="rect">
                <a:avLst/>
              </a:prstGeom>
              <a:noFill/>
              <a:ln>
                <a:noFill/>
              </a:ln>
            </p:spPr>
            <p:txBody>
              <a:bodyPr spcFirstLastPara="1" wrap="square" lIns="33867" tIns="33867" rIns="33867" bIns="33867" anchor="ctr" anchorCtr="0">
                <a:noAutofit/>
              </a:bodyPr>
              <a:lstStyle/>
              <a:p>
                <a:pPr algn="ctr" defTabSz="609630">
                  <a:lnSpc>
                    <a:spcPct val="186666"/>
                  </a:lnSpc>
                  <a:buClr>
                    <a:srgbClr val="000000"/>
                  </a:buClr>
                </a:pPr>
                <a:endParaRPr sz="1200" kern="0">
                  <a:solidFill>
                    <a:srgbClr val="000000"/>
                  </a:solidFill>
                  <a:latin typeface="Calibri"/>
                  <a:ea typeface="Calibri"/>
                  <a:cs typeface="Calibri"/>
                  <a:sym typeface="Calibri"/>
                </a:endParaRPr>
              </a:p>
            </p:txBody>
          </p:sp>
        </p:grpSp>
        <p:grpSp>
          <p:nvGrpSpPr>
            <p:cNvPr id="606" name="Google Shape;606;p13"/>
            <p:cNvGrpSpPr/>
            <p:nvPr/>
          </p:nvGrpSpPr>
          <p:grpSpPr>
            <a:xfrm>
              <a:off x="691427" y="1675891"/>
              <a:ext cx="1633034" cy="700364"/>
              <a:chOff x="0" y="-47625"/>
              <a:chExt cx="372901" cy="159927"/>
            </a:xfrm>
          </p:grpSpPr>
          <p:sp>
            <p:nvSpPr>
              <p:cNvPr id="607" name="Google Shape;607;p13"/>
              <p:cNvSpPr/>
              <p:nvPr/>
            </p:nvSpPr>
            <p:spPr>
              <a:xfrm>
                <a:off x="0" y="0"/>
                <a:ext cx="372901" cy="112302"/>
              </a:xfrm>
              <a:custGeom>
                <a:avLst/>
                <a:gdLst/>
                <a:ahLst/>
                <a:cxnLst/>
                <a:rect l="l" t="t" r="r" b="b"/>
                <a:pathLst>
                  <a:path w="372901" h="112302" extrusionOk="0">
                    <a:moveTo>
                      <a:pt x="56151" y="0"/>
                    </a:moveTo>
                    <a:lnTo>
                      <a:pt x="316750" y="0"/>
                    </a:lnTo>
                    <a:cubicBezTo>
                      <a:pt x="347762" y="0"/>
                      <a:pt x="372901" y="25140"/>
                      <a:pt x="372901" y="56151"/>
                    </a:cubicBezTo>
                    <a:lnTo>
                      <a:pt x="372901" y="56151"/>
                    </a:lnTo>
                    <a:cubicBezTo>
                      <a:pt x="372901" y="71043"/>
                      <a:pt x="366985" y="85326"/>
                      <a:pt x="356455" y="95856"/>
                    </a:cubicBezTo>
                    <a:cubicBezTo>
                      <a:pt x="345925" y="106386"/>
                      <a:pt x="331642" y="112302"/>
                      <a:pt x="316750" y="112302"/>
                    </a:cubicBezTo>
                    <a:lnTo>
                      <a:pt x="56151" y="112302"/>
                    </a:lnTo>
                    <a:cubicBezTo>
                      <a:pt x="41259" y="112302"/>
                      <a:pt x="26977" y="106386"/>
                      <a:pt x="16446" y="95856"/>
                    </a:cubicBezTo>
                    <a:cubicBezTo>
                      <a:pt x="5916" y="85326"/>
                      <a:pt x="0" y="71043"/>
                      <a:pt x="0" y="56151"/>
                    </a:cubicBezTo>
                    <a:lnTo>
                      <a:pt x="0" y="56151"/>
                    </a:lnTo>
                    <a:cubicBezTo>
                      <a:pt x="0" y="41259"/>
                      <a:pt x="5916" y="26977"/>
                      <a:pt x="16446" y="16446"/>
                    </a:cubicBezTo>
                    <a:cubicBezTo>
                      <a:pt x="26977" y="5916"/>
                      <a:pt x="41259" y="0"/>
                      <a:pt x="56151" y="0"/>
                    </a:cubicBezTo>
                    <a:close/>
                  </a:path>
                </a:pathLst>
              </a:custGeom>
              <a:solidFill>
                <a:srgbClr val="7ED957"/>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08" name="Google Shape;608;p13"/>
              <p:cNvSpPr txBox="1"/>
              <p:nvPr/>
            </p:nvSpPr>
            <p:spPr>
              <a:xfrm>
                <a:off x="0" y="-47625"/>
                <a:ext cx="372901" cy="159927"/>
              </a:xfrm>
              <a:prstGeom prst="rect">
                <a:avLst/>
              </a:prstGeom>
              <a:noFill/>
              <a:ln>
                <a:noFill/>
              </a:ln>
            </p:spPr>
            <p:txBody>
              <a:bodyPr spcFirstLastPara="1" wrap="square" lIns="33867" tIns="33867" rIns="33867" bIns="33867" anchor="ctr" anchorCtr="0">
                <a:noAutofit/>
              </a:bodyPr>
              <a:lstStyle/>
              <a:p>
                <a:pPr algn="ctr" defTabSz="609630">
                  <a:lnSpc>
                    <a:spcPct val="186666"/>
                  </a:lnSpc>
                  <a:buClr>
                    <a:srgbClr val="000000"/>
                  </a:buClr>
                </a:pPr>
                <a:endParaRPr sz="1200" kern="0">
                  <a:solidFill>
                    <a:srgbClr val="000000"/>
                  </a:solidFill>
                  <a:latin typeface="Calibri"/>
                  <a:ea typeface="Calibri"/>
                  <a:cs typeface="Calibri"/>
                  <a:sym typeface="Calibri"/>
                </a:endParaRPr>
              </a:p>
            </p:txBody>
          </p:sp>
        </p:grpSp>
        <p:grpSp>
          <p:nvGrpSpPr>
            <p:cNvPr id="609" name="Google Shape;609;p13"/>
            <p:cNvGrpSpPr/>
            <p:nvPr/>
          </p:nvGrpSpPr>
          <p:grpSpPr>
            <a:xfrm>
              <a:off x="1160019" y="2617202"/>
              <a:ext cx="1633034" cy="700364"/>
              <a:chOff x="0" y="-47625"/>
              <a:chExt cx="372901" cy="159927"/>
            </a:xfrm>
          </p:grpSpPr>
          <p:sp>
            <p:nvSpPr>
              <p:cNvPr id="610" name="Google Shape;610;p13"/>
              <p:cNvSpPr/>
              <p:nvPr/>
            </p:nvSpPr>
            <p:spPr>
              <a:xfrm>
                <a:off x="0" y="0"/>
                <a:ext cx="372901" cy="112302"/>
              </a:xfrm>
              <a:custGeom>
                <a:avLst/>
                <a:gdLst/>
                <a:ahLst/>
                <a:cxnLst/>
                <a:rect l="l" t="t" r="r" b="b"/>
                <a:pathLst>
                  <a:path w="372901" h="112302" extrusionOk="0">
                    <a:moveTo>
                      <a:pt x="56151" y="0"/>
                    </a:moveTo>
                    <a:lnTo>
                      <a:pt x="316750" y="0"/>
                    </a:lnTo>
                    <a:cubicBezTo>
                      <a:pt x="347762" y="0"/>
                      <a:pt x="372901" y="25140"/>
                      <a:pt x="372901" y="56151"/>
                    </a:cubicBezTo>
                    <a:lnTo>
                      <a:pt x="372901" y="56151"/>
                    </a:lnTo>
                    <a:cubicBezTo>
                      <a:pt x="372901" y="71043"/>
                      <a:pt x="366985" y="85326"/>
                      <a:pt x="356455" y="95856"/>
                    </a:cubicBezTo>
                    <a:cubicBezTo>
                      <a:pt x="345925" y="106386"/>
                      <a:pt x="331642" y="112302"/>
                      <a:pt x="316750" y="112302"/>
                    </a:cubicBezTo>
                    <a:lnTo>
                      <a:pt x="56151" y="112302"/>
                    </a:lnTo>
                    <a:cubicBezTo>
                      <a:pt x="41259" y="112302"/>
                      <a:pt x="26977" y="106386"/>
                      <a:pt x="16446" y="95856"/>
                    </a:cubicBezTo>
                    <a:cubicBezTo>
                      <a:pt x="5916" y="85326"/>
                      <a:pt x="0" y="71043"/>
                      <a:pt x="0" y="56151"/>
                    </a:cubicBezTo>
                    <a:lnTo>
                      <a:pt x="0" y="56151"/>
                    </a:lnTo>
                    <a:cubicBezTo>
                      <a:pt x="0" y="41259"/>
                      <a:pt x="5916" y="26977"/>
                      <a:pt x="16446" y="16446"/>
                    </a:cubicBezTo>
                    <a:cubicBezTo>
                      <a:pt x="26977" y="5916"/>
                      <a:pt x="41259" y="0"/>
                      <a:pt x="56151" y="0"/>
                    </a:cubicBezTo>
                    <a:close/>
                  </a:path>
                </a:pathLst>
              </a:custGeom>
              <a:solidFill>
                <a:srgbClr val="7ED957"/>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11" name="Google Shape;611;p13"/>
              <p:cNvSpPr txBox="1"/>
              <p:nvPr/>
            </p:nvSpPr>
            <p:spPr>
              <a:xfrm>
                <a:off x="0" y="-47625"/>
                <a:ext cx="372901" cy="159927"/>
              </a:xfrm>
              <a:prstGeom prst="rect">
                <a:avLst/>
              </a:prstGeom>
              <a:noFill/>
              <a:ln>
                <a:noFill/>
              </a:ln>
            </p:spPr>
            <p:txBody>
              <a:bodyPr spcFirstLastPara="1" wrap="square" lIns="33867" tIns="33867" rIns="33867" bIns="33867" anchor="ctr" anchorCtr="0">
                <a:noAutofit/>
              </a:bodyPr>
              <a:lstStyle/>
              <a:p>
                <a:pPr algn="ctr" defTabSz="609630">
                  <a:lnSpc>
                    <a:spcPct val="186666"/>
                  </a:lnSpc>
                  <a:buClr>
                    <a:srgbClr val="000000"/>
                  </a:buClr>
                </a:pPr>
                <a:endParaRPr sz="1200" kern="0">
                  <a:solidFill>
                    <a:srgbClr val="000000"/>
                  </a:solidFill>
                  <a:latin typeface="Calibri"/>
                  <a:ea typeface="Calibri"/>
                  <a:cs typeface="Calibri"/>
                  <a:sym typeface="Calibri"/>
                </a:endParaRPr>
              </a:p>
            </p:txBody>
          </p:sp>
        </p:grpSp>
        <p:grpSp>
          <p:nvGrpSpPr>
            <p:cNvPr id="612" name="Google Shape;612;p13"/>
            <p:cNvGrpSpPr/>
            <p:nvPr/>
          </p:nvGrpSpPr>
          <p:grpSpPr>
            <a:xfrm>
              <a:off x="2956287" y="733664"/>
              <a:ext cx="995228" cy="700364"/>
              <a:chOff x="0" y="-47625"/>
              <a:chExt cx="227259" cy="159927"/>
            </a:xfrm>
          </p:grpSpPr>
          <p:sp>
            <p:nvSpPr>
              <p:cNvPr id="613" name="Google Shape;613;p13"/>
              <p:cNvSpPr/>
              <p:nvPr/>
            </p:nvSpPr>
            <p:spPr>
              <a:xfrm>
                <a:off x="0" y="0"/>
                <a:ext cx="227259" cy="112302"/>
              </a:xfrm>
              <a:custGeom>
                <a:avLst/>
                <a:gdLst/>
                <a:ahLst/>
                <a:cxnLst/>
                <a:rect l="l" t="t" r="r" b="b"/>
                <a:pathLst>
                  <a:path w="227259" h="112302" extrusionOk="0">
                    <a:moveTo>
                      <a:pt x="56151" y="0"/>
                    </a:moveTo>
                    <a:lnTo>
                      <a:pt x="171108" y="0"/>
                    </a:lnTo>
                    <a:cubicBezTo>
                      <a:pt x="186000" y="0"/>
                      <a:pt x="200283" y="5916"/>
                      <a:pt x="210813" y="16446"/>
                    </a:cubicBezTo>
                    <a:cubicBezTo>
                      <a:pt x="221343" y="26977"/>
                      <a:pt x="227259" y="41259"/>
                      <a:pt x="227259" y="56151"/>
                    </a:cubicBezTo>
                    <a:lnTo>
                      <a:pt x="227259" y="56151"/>
                    </a:lnTo>
                    <a:cubicBezTo>
                      <a:pt x="227259" y="87162"/>
                      <a:pt x="202120" y="112302"/>
                      <a:pt x="171108" y="112302"/>
                    </a:cubicBezTo>
                    <a:lnTo>
                      <a:pt x="56151" y="112302"/>
                    </a:lnTo>
                    <a:cubicBezTo>
                      <a:pt x="41259" y="112302"/>
                      <a:pt x="26977" y="106386"/>
                      <a:pt x="16446" y="95856"/>
                    </a:cubicBezTo>
                    <a:cubicBezTo>
                      <a:pt x="5916" y="85326"/>
                      <a:pt x="0" y="71043"/>
                      <a:pt x="0" y="56151"/>
                    </a:cubicBezTo>
                    <a:lnTo>
                      <a:pt x="0" y="56151"/>
                    </a:lnTo>
                    <a:cubicBezTo>
                      <a:pt x="0" y="41259"/>
                      <a:pt x="5916" y="26977"/>
                      <a:pt x="16446" y="16446"/>
                    </a:cubicBezTo>
                    <a:cubicBezTo>
                      <a:pt x="26977" y="5916"/>
                      <a:pt x="41259" y="0"/>
                      <a:pt x="56151" y="0"/>
                    </a:cubicBezTo>
                    <a:close/>
                  </a:path>
                </a:pathLst>
              </a:custGeom>
              <a:solidFill>
                <a:srgbClr val="FFDE59"/>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14" name="Google Shape;614;p13"/>
              <p:cNvSpPr txBox="1"/>
              <p:nvPr/>
            </p:nvSpPr>
            <p:spPr>
              <a:xfrm>
                <a:off x="0" y="-47625"/>
                <a:ext cx="227259" cy="159927"/>
              </a:xfrm>
              <a:prstGeom prst="rect">
                <a:avLst/>
              </a:prstGeom>
              <a:noFill/>
              <a:ln>
                <a:noFill/>
              </a:ln>
            </p:spPr>
            <p:txBody>
              <a:bodyPr spcFirstLastPara="1" wrap="square" lIns="33867" tIns="33867" rIns="33867" bIns="33867" anchor="ctr" anchorCtr="0">
                <a:noAutofit/>
              </a:bodyPr>
              <a:lstStyle/>
              <a:p>
                <a:pPr algn="ctr" defTabSz="609630">
                  <a:lnSpc>
                    <a:spcPct val="186666"/>
                  </a:lnSpc>
                  <a:buClr>
                    <a:srgbClr val="000000"/>
                  </a:buClr>
                </a:pPr>
                <a:endParaRPr sz="1200" kern="0">
                  <a:solidFill>
                    <a:srgbClr val="000000"/>
                  </a:solidFill>
                  <a:latin typeface="Calibri"/>
                  <a:ea typeface="Calibri"/>
                  <a:cs typeface="Calibri"/>
                  <a:sym typeface="Calibri"/>
                </a:endParaRPr>
              </a:p>
            </p:txBody>
          </p:sp>
        </p:grpSp>
        <p:grpSp>
          <p:nvGrpSpPr>
            <p:cNvPr id="615" name="Google Shape;615;p13"/>
            <p:cNvGrpSpPr/>
            <p:nvPr/>
          </p:nvGrpSpPr>
          <p:grpSpPr>
            <a:xfrm>
              <a:off x="0" y="2617202"/>
              <a:ext cx="995228" cy="700364"/>
              <a:chOff x="0" y="-47625"/>
              <a:chExt cx="227259" cy="159927"/>
            </a:xfrm>
          </p:grpSpPr>
          <p:sp>
            <p:nvSpPr>
              <p:cNvPr id="616" name="Google Shape;616;p13"/>
              <p:cNvSpPr/>
              <p:nvPr/>
            </p:nvSpPr>
            <p:spPr>
              <a:xfrm>
                <a:off x="0" y="0"/>
                <a:ext cx="227259" cy="112302"/>
              </a:xfrm>
              <a:custGeom>
                <a:avLst/>
                <a:gdLst/>
                <a:ahLst/>
                <a:cxnLst/>
                <a:rect l="l" t="t" r="r" b="b"/>
                <a:pathLst>
                  <a:path w="227259" h="112302" extrusionOk="0">
                    <a:moveTo>
                      <a:pt x="56151" y="0"/>
                    </a:moveTo>
                    <a:lnTo>
                      <a:pt x="171108" y="0"/>
                    </a:lnTo>
                    <a:cubicBezTo>
                      <a:pt x="186000" y="0"/>
                      <a:pt x="200283" y="5916"/>
                      <a:pt x="210813" y="16446"/>
                    </a:cubicBezTo>
                    <a:cubicBezTo>
                      <a:pt x="221343" y="26977"/>
                      <a:pt x="227259" y="41259"/>
                      <a:pt x="227259" y="56151"/>
                    </a:cubicBezTo>
                    <a:lnTo>
                      <a:pt x="227259" y="56151"/>
                    </a:lnTo>
                    <a:cubicBezTo>
                      <a:pt x="227259" y="87162"/>
                      <a:pt x="202120" y="112302"/>
                      <a:pt x="171108" y="112302"/>
                    </a:cubicBezTo>
                    <a:lnTo>
                      <a:pt x="56151" y="112302"/>
                    </a:lnTo>
                    <a:cubicBezTo>
                      <a:pt x="41259" y="112302"/>
                      <a:pt x="26977" y="106386"/>
                      <a:pt x="16446" y="95856"/>
                    </a:cubicBezTo>
                    <a:cubicBezTo>
                      <a:pt x="5916" y="85326"/>
                      <a:pt x="0" y="71043"/>
                      <a:pt x="0" y="56151"/>
                    </a:cubicBezTo>
                    <a:lnTo>
                      <a:pt x="0" y="56151"/>
                    </a:lnTo>
                    <a:cubicBezTo>
                      <a:pt x="0" y="41259"/>
                      <a:pt x="5916" y="26977"/>
                      <a:pt x="16446" y="16446"/>
                    </a:cubicBezTo>
                    <a:cubicBezTo>
                      <a:pt x="26977" y="5916"/>
                      <a:pt x="41259" y="0"/>
                      <a:pt x="56151" y="0"/>
                    </a:cubicBezTo>
                    <a:close/>
                  </a:path>
                </a:pathLst>
              </a:custGeom>
              <a:solidFill>
                <a:srgbClr val="545454"/>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17" name="Google Shape;617;p13"/>
              <p:cNvSpPr txBox="1"/>
              <p:nvPr/>
            </p:nvSpPr>
            <p:spPr>
              <a:xfrm>
                <a:off x="0" y="-47625"/>
                <a:ext cx="227259" cy="159927"/>
              </a:xfrm>
              <a:prstGeom prst="rect">
                <a:avLst/>
              </a:prstGeom>
              <a:noFill/>
              <a:ln>
                <a:noFill/>
              </a:ln>
            </p:spPr>
            <p:txBody>
              <a:bodyPr spcFirstLastPara="1" wrap="square" lIns="33867" tIns="33867" rIns="33867" bIns="33867" anchor="ctr" anchorCtr="0">
                <a:noAutofit/>
              </a:bodyPr>
              <a:lstStyle/>
              <a:p>
                <a:pPr algn="ctr" defTabSz="609630">
                  <a:lnSpc>
                    <a:spcPct val="186666"/>
                  </a:lnSpc>
                  <a:buClr>
                    <a:srgbClr val="000000"/>
                  </a:buClr>
                </a:pPr>
                <a:endParaRPr sz="1200" kern="0">
                  <a:solidFill>
                    <a:srgbClr val="000000"/>
                  </a:solidFill>
                  <a:latin typeface="Calibri"/>
                  <a:ea typeface="Calibri"/>
                  <a:cs typeface="Calibri"/>
                  <a:sym typeface="Calibri"/>
                </a:endParaRPr>
              </a:p>
            </p:txBody>
          </p:sp>
        </p:grpSp>
        <p:grpSp>
          <p:nvGrpSpPr>
            <p:cNvPr id="618" name="Google Shape;618;p13"/>
            <p:cNvGrpSpPr/>
            <p:nvPr/>
          </p:nvGrpSpPr>
          <p:grpSpPr>
            <a:xfrm>
              <a:off x="3740791" y="-208563"/>
              <a:ext cx="995228" cy="700364"/>
              <a:chOff x="0" y="-47625"/>
              <a:chExt cx="227259" cy="159927"/>
            </a:xfrm>
          </p:grpSpPr>
          <p:sp>
            <p:nvSpPr>
              <p:cNvPr id="619" name="Google Shape;619;p13"/>
              <p:cNvSpPr/>
              <p:nvPr/>
            </p:nvSpPr>
            <p:spPr>
              <a:xfrm>
                <a:off x="0" y="0"/>
                <a:ext cx="227259" cy="112302"/>
              </a:xfrm>
              <a:custGeom>
                <a:avLst/>
                <a:gdLst/>
                <a:ahLst/>
                <a:cxnLst/>
                <a:rect l="l" t="t" r="r" b="b"/>
                <a:pathLst>
                  <a:path w="227259" h="112302" extrusionOk="0">
                    <a:moveTo>
                      <a:pt x="56151" y="0"/>
                    </a:moveTo>
                    <a:lnTo>
                      <a:pt x="171108" y="0"/>
                    </a:lnTo>
                    <a:cubicBezTo>
                      <a:pt x="186000" y="0"/>
                      <a:pt x="200283" y="5916"/>
                      <a:pt x="210813" y="16446"/>
                    </a:cubicBezTo>
                    <a:cubicBezTo>
                      <a:pt x="221343" y="26977"/>
                      <a:pt x="227259" y="41259"/>
                      <a:pt x="227259" y="56151"/>
                    </a:cubicBezTo>
                    <a:lnTo>
                      <a:pt x="227259" y="56151"/>
                    </a:lnTo>
                    <a:cubicBezTo>
                      <a:pt x="227259" y="87162"/>
                      <a:pt x="202120" y="112302"/>
                      <a:pt x="171108" y="112302"/>
                    </a:cubicBezTo>
                    <a:lnTo>
                      <a:pt x="56151" y="112302"/>
                    </a:lnTo>
                    <a:cubicBezTo>
                      <a:pt x="41259" y="112302"/>
                      <a:pt x="26977" y="106386"/>
                      <a:pt x="16446" y="95856"/>
                    </a:cubicBezTo>
                    <a:cubicBezTo>
                      <a:pt x="5916" y="85326"/>
                      <a:pt x="0" y="71043"/>
                      <a:pt x="0" y="56151"/>
                    </a:cubicBezTo>
                    <a:lnTo>
                      <a:pt x="0" y="56151"/>
                    </a:lnTo>
                    <a:cubicBezTo>
                      <a:pt x="0" y="41259"/>
                      <a:pt x="5916" y="26977"/>
                      <a:pt x="16446" y="16446"/>
                    </a:cubicBezTo>
                    <a:cubicBezTo>
                      <a:pt x="26977" y="5916"/>
                      <a:pt x="41259" y="0"/>
                      <a:pt x="56151" y="0"/>
                    </a:cubicBezTo>
                    <a:close/>
                  </a:path>
                </a:pathLst>
              </a:custGeom>
              <a:solidFill>
                <a:srgbClr val="7ED957"/>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0" name="Google Shape;620;p13"/>
              <p:cNvSpPr txBox="1"/>
              <p:nvPr/>
            </p:nvSpPr>
            <p:spPr>
              <a:xfrm>
                <a:off x="0" y="-47625"/>
                <a:ext cx="227259" cy="159927"/>
              </a:xfrm>
              <a:prstGeom prst="rect">
                <a:avLst/>
              </a:prstGeom>
              <a:noFill/>
              <a:ln>
                <a:noFill/>
              </a:ln>
            </p:spPr>
            <p:txBody>
              <a:bodyPr spcFirstLastPara="1" wrap="square" lIns="33867" tIns="33867" rIns="33867" bIns="33867" anchor="ctr" anchorCtr="0">
                <a:noAutofit/>
              </a:bodyPr>
              <a:lstStyle/>
              <a:p>
                <a:pPr algn="ctr" defTabSz="609630">
                  <a:lnSpc>
                    <a:spcPct val="186666"/>
                  </a:lnSpc>
                  <a:buClr>
                    <a:srgbClr val="000000"/>
                  </a:buClr>
                </a:pPr>
                <a:endParaRPr sz="1200" kern="0">
                  <a:solidFill>
                    <a:srgbClr val="000000"/>
                  </a:solidFill>
                  <a:latin typeface="Calibri"/>
                  <a:ea typeface="Calibri"/>
                  <a:cs typeface="Calibri"/>
                  <a:sym typeface="Calibri"/>
                </a:endParaRPr>
              </a:p>
            </p:txBody>
          </p:sp>
        </p:grpSp>
      </p:grpSp>
    </p:spTree>
    <p:extLst>
      <p:ext uri="{BB962C8B-B14F-4D97-AF65-F5344CB8AC3E}">
        <p14:creationId xmlns:p14="http://schemas.microsoft.com/office/powerpoint/2010/main" val="1627949297"/>
      </p:ext>
    </p:extLst>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425642" y="277561"/>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a:solidFill>
            <a:schemeClr val="accent1"/>
          </a:solidFill>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59"/>
            <a:ext cx="10326008" cy="812530"/>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4400" kern="0" dirty="0">
                <a:solidFill>
                  <a:srgbClr val="FFFFFF"/>
                </a:solidFill>
                <a:latin typeface="Courier"/>
                <a:cs typeface="Arial"/>
                <a:sym typeface="Courier"/>
              </a:rPr>
              <a:t>SET</a:t>
            </a:r>
            <a:endParaRPr lang="en-US" sz="4400"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10" name="TextBox 9">
            <a:extLst>
              <a:ext uri="{FF2B5EF4-FFF2-40B4-BE49-F238E27FC236}">
                <a16:creationId xmlns:a16="http://schemas.microsoft.com/office/drawing/2014/main" id="{BE09BCF1-B8B5-F5D5-6CFE-266D84893BD7}"/>
              </a:ext>
            </a:extLst>
          </p:cNvPr>
          <p:cNvSpPr txBox="1"/>
          <p:nvPr/>
        </p:nvSpPr>
        <p:spPr>
          <a:xfrm>
            <a:off x="938687" y="2469389"/>
            <a:ext cx="10251248" cy="1241622"/>
          </a:xfrm>
          <a:prstGeom prst="rect">
            <a:avLst/>
          </a:prstGeom>
          <a:noFill/>
        </p:spPr>
        <p:txBody>
          <a:bodyPr wrap="square">
            <a:spAutoFit/>
          </a:bodyPr>
          <a:lstStyle/>
          <a:p>
            <a:pPr defTabSz="609630" eaLnBrk="0" fontAlgn="base" hangingPunct="0">
              <a:spcBef>
                <a:spcPct val="0"/>
              </a:spcBef>
              <a:spcAft>
                <a:spcPct val="0"/>
              </a:spcAft>
            </a:pPr>
            <a:r>
              <a:rPr lang="en-US" altLang="en-US" sz="1867" kern="0" dirty="0">
                <a:solidFill>
                  <a:srgbClr val="8C52FF"/>
                </a:solidFill>
                <a:latin typeface="Roboto Mono" panose="00000009000000000000" pitchFamily="49" charset="0"/>
                <a:ea typeface="Roboto Mono" panose="00000009000000000000" pitchFamily="49" charset="0"/>
                <a:cs typeface="Open Sans" panose="020B0606030504020204" pitchFamily="34" charset="0"/>
                <a:sym typeface="Arial"/>
              </a:rPr>
              <a:t>Sets are used to store multiple items in a single variable.</a:t>
            </a:r>
          </a:p>
          <a:p>
            <a:pPr marL="304815" indent="-304815" defTabSz="609630" eaLnBrk="0" fontAlgn="base" hangingPunct="0">
              <a:spcBef>
                <a:spcPct val="0"/>
              </a:spcBef>
              <a:spcAft>
                <a:spcPct val="0"/>
              </a:spcAft>
              <a:buFont typeface="Arial" panose="020B0604020202020204" pitchFamily="34" charset="0"/>
              <a:buChar char="•"/>
            </a:pPr>
            <a:r>
              <a:rPr lang="en-US" altLang="en-US" sz="1867" kern="0" dirty="0">
                <a:solidFill>
                  <a:srgbClr val="FFFFFF"/>
                </a:solidFill>
                <a:latin typeface="Roboto Mono" panose="00000009000000000000" pitchFamily="49" charset="0"/>
                <a:ea typeface="Roboto Mono" panose="00000009000000000000" pitchFamily="49" charset="0"/>
                <a:cs typeface="Open Sans" panose="020B0606030504020204" pitchFamily="34" charset="0"/>
                <a:sym typeface="Arial"/>
              </a:rPr>
              <a:t>A set is a collection which is unordered, unchangeable*, and unindexed.</a:t>
            </a:r>
          </a:p>
          <a:p>
            <a:pPr marL="304815" indent="-304815" defTabSz="609630" eaLnBrk="0" fontAlgn="base" hangingPunct="0">
              <a:spcBef>
                <a:spcPct val="0"/>
              </a:spcBef>
              <a:spcAft>
                <a:spcPct val="0"/>
              </a:spcAft>
              <a:buFont typeface="Arial" panose="020B0604020202020204" pitchFamily="34" charset="0"/>
              <a:buChar char="•"/>
            </a:pPr>
            <a:r>
              <a:rPr lang="en-US" altLang="en-US" sz="1867" kern="0" dirty="0">
                <a:solidFill>
                  <a:srgbClr val="FFFFFF"/>
                </a:solidFill>
                <a:latin typeface="Roboto Mono" panose="00000009000000000000" pitchFamily="49" charset="0"/>
                <a:ea typeface="Roboto Mono" panose="00000009000000000000" pitchFamily="49" charset="0"/>
                <a:cs typeface="Open Sans" panose="020B0606030504020204" pitchFamily="34" charset="0"/>
                <a:sym typeface="Arial"/>
              </a:rPr>
              <a:t>Set are written in curly bracket</a:t>
            </a:r>
          </a:p>
        </p:txBody>
      </p:sp>
      <p:sp>
        <p:nvSpPr>
          <p:cNvPr id="7" name="Rectangle 3">
            <a:extLst>
              <a:ext uri="{FF2B5EF4-FFF2-40B4-BE49-F238E27FC236}">
                <a16:creationId xmlns:a16="http://schemas.microsoft.com/office/drawing/2014/main" id="{F153D34B-33C4-FAE7-D75E-1879E84A908F}"/>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pic>
        <p:nvPicPr>
          <p:cNvPr id="4" name="Picture 3">
            <a:extLst>
              <a:ext uri="{FF2B5EF4-FFF2-40B4-BE49-F238E27FC236}">
                <a16:creationId xmlns:a16="http://schemas.microsoft.com/office/drawing/2014/main" id="{2F4E0AFA-4711-D727-5617-A60460489C3E}"/>
              </a:ext>
            </a:extLst>
          </p:cNvPr>
          <p:cNvPicPr>
            <a:picLocks noChangeAspect="1"/>
          </p:cNvPicPr>
          <p:nvPr/>
        </p:nvPicPr>
        <p:blipFill>
          <a:blip r:embed="rId3"/>
          <a:stretch>
            <a:fillRect/>
          </a:stretch>
        </p:blipFill>
        <p:spPr>
          <a:xfrm>
            <a:off x="1018873" y="3661516"/>
            <a:ext cx="10414867" cy="1109071"/>
          </a:xfrm>
          <a:prstGeom prst="rect">
            <a:avLst/>
          </a:prstGeom>
        </p:spPr>
      </p:pic>
      <p:sp>
        <p:nvSpPr>
          <p:cNvPr id="5" name="TextBox 4">
            <a:extLst>
              <a:ext uri="{FF2B5EF4-FFF2-40B4-BE49-F238E27FC236}">
                <a16:creationId xmlns:a16="http://schemas.microsoft.com/office/drawing/2014/main" id="{8A8A8A31-7474-4784-670E-2F690AFCE35D}"/>
              </a:ext>
            </a:extLst>
          </p:cNvPr>
          <p:cNvSpPr txBox="1"/>
          <p:nvPr/>
        </p:nvSpPr>
        <p:spPr>
          <a:xfrm>
            <a:off x="1257265" y="5059031"/>
            <a:ext cx="10251248" cy="666977"/>
          </a:xfrm>
          <a:prstGeom prst="rect">
            <a:avLst/>
          </a:prstGeom>
          <a:noFill/>
        </p:spPr>
        <p:txBody>
          <a:bodyPr wrap="square">
            <a:spAutoFit/>
          </a:bodyPr>
          <a:lstStyle/>
          <a:p>
            <a:pPr algn="ctr" defTabSz="609630" eaLnBrk="0" fontAlgn="base" hangingPunct="0">
              <a:spcBef>
                <a:spcPct val="0"/>
              </a:spcBef>
              <a:spcAft>
                <a:spcPct val="0"/>
              </a:spcAft>
            </a:pPr>
            <a:r>
              <a:rPr lang="en-US" altLang="en-US" sz="1867" kern="0" dirty="0">
                <a:solidFill>
                  <a:srgbClr val="8C52FF"/>
                </a:solidFill>
                <a:latin typeface="Roboto Mono" panose="00000009000000000000" pitchFamily="49" charset="0"/>
                <a:ea typeface="Roboto Mono" panose="00000009000000000000" pitchFamily="49" charset="0"/>
                <a:cs typeface="Open Sans" panose="020B0606030504020204" pitchFamily="34" charset="0"/>
                <a:sym typeface="Arial"/>
              </a:rPr>
              <a:t>Sets are unordered, so you cannot be sure in which order the items will appear.</a:t>
            </a:r>
            <a:endParaRPr lang="en-US" altLang="en-US" sz="1867" kern="0" dirty="0">
              <a:solidFill>
                <a:srgbClr val="FFFFFF"/>
              </a:solidFill>
              <a:latin typeface="Roboto Mono" panose="00000009000000000000" pitchFamily="49" charset="0"/>
              <a:ea typeface="Roboto Mono" panose="00000009000000000000" pitchFamily="49" charset="0"/>
              <a:cs typeface="Open Sans" panose="020B0606030504020204" pitchFamily="34" charset="0"/>
              <a:sym typeface="Arial"/>
            </a:endParaRPr>
          </a:p>
        </p:txBody>
      </p:sp>
    </p:spTree>
    <p:extLst>
      <p:ext uri="{BB962C8B-B14F-4D97-AF65-F5344CB8AC3E}">
        <p14:creationId xmlns:p14="http://schemas.microsoft.com/office/powerpoint/2010/main" val="1949497556"/>
      </p:ext>
    </p:extLst>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425642" y="277561"/>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a:solidFill>
            <a:schemeClr val="accent1"/>
          </a:solidFill>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59"/>
            <a:ext cx="10326008" cy="812530"/>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4400" kern="0" dirty="0">
                <a:solidFill>
                  <a:srgbClr val="FFFFFF"/>
                </a:solidFill>
                <a:latin typeface="Courier"/>
                <a:cs typeface="Arial"/>
                <a:sym typeface="Courier"/>
              </a:rPr>
              <a:t>SET</a:t>
            </a:r>
            <a:endParaRPr lang="en-US" sz="4400"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10" name="TextBox 9">
            <a:extLst>
              <a:ext uri="{FF2B5EF4-FFF2-40B4-BE49-F238E27FC236}">
                <a16:creationId xmlns:a16="http://schemas.microsoft.com/office/drawing/2014/main" id="{BE09BCF1-B8B5-F5D5-6CFE-266D84893BD7}"/>
              </a:ext>
            </a:extLst>
          </p:cNvPr>
          <p:cNvSpPr txBox="1"/>
          <p:nvPr/>
        </p:nvSpPr>
        <p:spPr>
          <a:xfrm>
            <a:off x="938687" y="2469389"/>
            <a:ext cx="10251248" cy="379656"/>
          </a:xfrm>
          <a:prstGeom prst="rect">
            <a:avLst/>
          </a:prstGeom>
          <a:noFill/>
        </p:spPr>
        <p:txBody>
          <a:bodyPr wrap="square">
            <a:spAutoFit/>
          </a:bodyPr>
          <a:lstStyle/>
          <a:p>
            <a:pPr defTabSz="609630" eaLnBrk="0" fontAlgn="base" hangingPunct="0">
              <a:spcBef>
                <a:spcPct val="0"/>
              </a:spcBef>
              <a:spcAft>
                <a:spcPct val="0"/>
              </a:spcAft>
            </a:pPr>
            <a:r>
              <a:rPr lang="en-US" altLang="en-US" sz="1867" kern="0" dirty="0">
                <a:solidFill>
                  <a:srgbClr val="8C52FF"/>
                </a:solidFill>
                <a:latin typeface="Roboto Mono" panose="00000009000000000000" pitchFamily="49" charset="0"/>
                <a:ea typeface="Roboto Mono" panose="00000009000000000000" pitchFamily="49" charset="0"/>
                <a:cs typeface="Open Sans" panose="020B0606030504020204" pitchFamily="34" charset="0"/>
                <a:sym typeface="Arial"/>
              </a:rPr>
              <a:t>Duplicates Not Allowed</a:t>
            </a:r>
            <a:endParaRPr lang="en-US" altLang="en-US" sz="1867" kern="0" dirty="0">
              <a:solidFill>
                <a:srgbClr val="FFFFFF"/>
              </a:solidFill>
              <a:latin typeface="Roboto Mono" panose="00000009000000000000" pitchFamily="49" charset="0"/>
              <a:ea typeface="Roboto Mono" panose="00000009000000000000" pitchFamily="49" charset="0"/>
              <a:cs typeface="Open Sans" panose="020B0606030504020204" pitchFamily="34" charset="0"/>
              <a:sym typeface="Arial"/>
            </a:endParaRPr>
          </a:p>
        </p:txBody>
      </p:sp>
      <p:sp>
        <p:nvSpPr>
          <p:cNvPr id="7" name="Rectangle 3">
            <a:extLst>
              <a:ext uri="{FF2B5EF4-FFF2-40B4-BE49-F238E27FC236}">
                <a16:creationId xmlns:a16="http://schemas.microsoft.com/office/drawing/2014/main" id="{F153D34B-33C4-FAE7-D75E-1879E84A908F}"/>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5" name="TextBox 4">
            <a:extLst>
              <a:ext uri="{FF2B5EF4-FFF2-40B4-BE49-F238E27FC236}">
                <a16:creationId xmlns:a16="http://schemas.microsoft.com/office/drawing/2014/main" id="{8A8A8A31-7474-4784-670E-2F690AFCE35D}"/>
              </a:ext>
            </a:extLst>
          </p:cNvPr>
          <p:cNvSpPr txBox="1"/>
          <p:nvPr/>
        </p:nvSpPr>
        <p:spPr>
          <a:xfrm>
            <a:off x="1257265" y="5059032"/>
            <a:ext cx="10251248" cy="954300"/>
          </a:xfrm>
          <a:prstGeom prst="rect">
            <a:avLst/>
          </a:prstGeom>
          <a:noFill/>
        </p:spPr>
        <p:txBody>
          <a:bodyPr wrap="square">
            <a:spAutoFit/>
          </a:bodyPr>
          <a:lstStyle/>
          <a:p>
            <a:pPr marL="304815" indent="-304815" defTabSz="609630" eaLnBrk="0" fontAlgn="base" hangingPunct="0">
              <a:spcBef>
                <a:spcPct val="0"/>
              </a:spcBef>
              <a:spcAft>
                <a:spcPct val="0"/>
              </a:spcAft>
              <a:buFont typeface="Arial" panose="020B0604020202020204" pitchFamily="34" charset="0"/>
              <a:buChar char="•"/>
            </a:pPr>
            <a:r>
              <a:rPr lang="en-US" altLang="en-US" sz="1867" kern="0" dirty="0">
                <a:solidFill>
                  <a:srgbClr val="FFFFFF"/>
                </a:solidFill>
                <a:latin typeface="Roboto Mono" panose="00000009000000000000" pitchFamily="49" charset="0"/>
                <a:ea typeface="Roboto Mono" panose="00000009000000000000" pitchFamily="49" charset="0"/>
                <a:cs typeface="Open Sans" panose="020B0606030504020204" pitchFamily="34" charset="0"/>
                <a:sym typeface="Arial"/>
              </a:rPr>
              <a:t>The values True and 1 are considered the same value in sets, and are treated as duplicates:</a:t>
            </a:r>
          </a:p>
          <a:p>
            <a:pPr marL="304815" indent="-304815" defTabSz="609630" eaLnBrk="0" fontAlgn="base" hangingPunct="0">
              <a:spcBef>
                <a:spcPct val="0"/>
              </a:spcBef>
              <a:spcAft>
                <a:spcPct val="0"/>
              </a:spcAft>
              <a:buFont typeface="Arial" panose="020B0604020202020204" pitchFamily="34" charset="0"/>
              <a:buChar char="•"/>
            </a:pPr>
            <a:r>
              <a:rPr lang="en-US" altLang="en-US" sz="1867" kern="0" dirty="0">
                <a:solidFill>
                  <a:srgbClr val="FFFFFF"/>
                </a:solidFill>
                <a:latin typeface="Roboto Mono" panose="00000009000000000000" pitchFamily="49" charset="0"/>
                <a:ea typeface="Roboto Mono" panose="00000009000000000000" pitchFamily="49" charset="0"/>
                <a:cs typeface="Open Sans" panose="020B0606030504020204" pitchFamily="34" charset="0"/>
                <a:sym typeface="Arial"/>
              </a:rPr>
              <a:t>Same goes to False and 0</a:t>
            </a:r>
          </a:p>
        </p:txBody>
      </p:sp>
      <p:pic>
        <p:nvPicPr>
          <p:cNvPr id="6" name="Picture 5">
            <a:extLst>
              <a:ext uri="{FF2B5EF4-FFF2-40B4-BE49-F238E27FC236}">
                <a16:creationId xmlns:a16="http://schemas.microsoft.com/office/drawing/2014/main" id="{18B474EC-1574-16E1-C3C5-3207BF7B890D}"/>
              </a:ext>
            </a:extLst>
          </p:cNvPr>
          <p:cNvPicPr>
            <a:picLocks noChangeAspect="1"/>
          </p:cNvPicPr>
          <p:nvPr/>
        </p:nvPicPr>
        <p:blipFill>
          <a:blip r:embed="rId3"/>
          <a:stretch>
            <a:fillRect/>
          </a:stretch>
        </p:blipFill>
        <p:spPr>
          <a:xfrm>
            <a:off x="1849654" y="3252910"/>
            <a:ext cx="8686581" cy="1232653"/>
          </a:xfrm>
          <a:prstGeom prst="rect">
            <a:avLst/>
          </a:prstGeom>
        </p:spPr>
      </p:pic>
    </p:spTree>
    <p:extLst>
      <p:ext uri="{BB962C8B-B14F-4D97-AF65-F5344CB8AC3E}">
        <p14:creationId xmlns:p14="http://schemas.microsoft.com/office/powerpoint/2010/main" val="2400057309"/>
      </p:ext>
    </p:extLst>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425642" y="277561"/>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a:solidFill>
            <a:schemeClr val="accent1"/>
          </a:solidFill>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59"/>
            <a:ext cx="10326008" cy="812530"/>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4400" kern="0" dirty="0">
                <a:solidFill>
                  <a:srgbClr val="FFFFFF"/>
                </a:solidFill>
                <a:latin typeface="Courier"/>
                <a:cs typeface="Arial"/>
                <a:sym typeface="Courier"/>
              </a:rPr>
              <a:t>SET</a:t>
            </a:r>
            <a:endParaRPr lang="en-US" sz="4400"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10" name="TextBox 9">
            <a:extLst>
              <a:ext uri="{FF2B5EF4-FFF2-40B4-BE49-F238E27FC236}">
                <a16:creationId xmlns:a16="http://schemas.microsoft.com/office/drawing/2014/main" id="{BE09BCF1-B8B5-F5D5-6CFE-266D84893BD7}"/>
              </a:ext>
            </a:extLst>
          </p:cNvPr>
          <p:cNvSpPr txBox="1"/>
          <p:nvPr/>
        </p:nvSpPr>
        <p:spPr>
          <a:xfrm>
            <a:off x="938687" y="2469389"/>
            <a:ext cx="10251248" cy="1816266"/>
          </a:xfrm>
          <a:prstGeom prst="rect">
            <a:avLst/>
          </a:prstGeom>
          <a:noFill/>
        </p:spPr>
        <p:txBody>
          <a:bodyPr wrap="square">
            <a:spAutoFit/>
          </a:bodyPr>
          <a:lstStyle/>
          <a:p>
            <a:pPr defTabSz="609630" eaLnBrk="0" fontAlgn="base" hangingPunct="0">
              <a:spcBef>
                <a:spcPct val="0"/>
              </a:spcBef>
              <a:spcAft>
                <a:spcPct val="0"/>
              </a:spcAft>
            </a:pPr>
            <a:r>
              <a:rPr lang="en-US" altLang="en-US" sz="1867" kern="0" dirty="0">
                <a:solidFill>
                  <a:srgbClr val="8C52FF"/>
                </a:solidFill>
                <a:latin typeface="Roboto Mono" panose="00000009000000000000" pitchFamily="49" charset="0"/>
                <a:ea typeface="Roboto Mono" panose="00000009000000000000" pitchFamily="49" charset="0"/>
                <a:cs typeface="Open Sans" panose="020B0606030504020204" pitchFamily="34" charset="0"/>
                <a:sym typeface="Arial"/>
              </a:rPr>
              <a:t>Access Items</a:t>
            </a:r>
          </a:p>
          <a:p>
            <a:pPr defTabSz="609630" eaLnBrk="0" fontAlgn="base" hangingPunct="0">
              <a:spcBef>
                <a:spcPct val="0"/>
              </a:spcBef>
              <a:spcAft>
                <a:spcPct val="0"/>
              </a:spcAft>
            </a:pPr>
            <a:r>
              <a:rPr lang="en-US" altLang="en-US" sz="1867" kern="0" dirty="0">
                <a:solidFill>
                  <a:srgbClr val="FFFFFF"/>
                </a:solidFill>
                <a:latin typeface="Roboto Mono" panose="00000009000000000000" pitchFamily="49" charset="0"/>
                <a:ea typeface="Roboto Mono" panose="00000009000000000000" pitchFamily="49" charset="0"/>
                <a:cs typeface="Open Sans" panose="020B0606030504020204" pitchFamily="34" charset="0"/>
                <a:sym typeface="Arial"/>
              </a:rPr>
              <a:t>You cannot access items in a set by referring to an index or a key.</a:t>
            </a:r>
          </a:p>
          <a:p>
            <a:pPr defTabSz="609630" eaLnBrk="0" fontAlgn="base" hangingPunct="0">
              <a:spcBef>
                <a:spcPct val="0"/>
              </a:spcBef>
              <a:spcAft>
                <a:spcPct val="0"/>
              </a:spcAft>
            </a:pPr>
            <a:r>
              <a:rPr lang="en-US" altLang="en-US" sz="1867" kern="0" dirty="0">
                <a:solidFill>
                  <a:srgbClr val="FFFFFF"/>
                </a:solidFill>
                <a:latin typeface="Roboto Mono" panose="00000009000000000000" pitchFamily="49" charset="0"/>
                <a:ea typeface="Roboto Mono" panose="00000009000000000000" pitchFamily="49" charset="0"/>
                <a:cs typeface="Open Sans" panose="020B0606030504020204" pitchFamily="34" charset="0"/>
                <a:sym typeface="Arial"/>
              </a:rPr>
              <a:t>But you can loop through the set items using a for loop, or ask if a specified value is present in a set, by using the in keyword.</a:t>
            </a:r>
          </a:p>
          <a:p>
            <a:pPr defTabSz="609630" eaLnBrk="0" fontAlgn="base" hangingPunct="0">
              <a:spcBef>
                <a:spcPct val="0"/>
              </a:spcBef>
              <a:spcAft>
                <a:spcPct val="0"/>
              </a:spcAft>
            </a:pPr>
            <a:endParaRPr lang="en-US" altLang="en-US" sz="1867" kern="0" dirty="0">
              <a:solidFill>
                <a:srgbClr val="8C52FF"/>
              </a:solidFill>
              <a:latin typeface="Roboto Mono" panose="00000009000000000000" pitchFamily="49" charset="0"/>
              <a:ea typeface="Roboto Mono" panose="00000009000000000000" pitchFamily="49" charset="0"/>
              <a:cs typeface="Open Sans" panose="020B0606030504020204" pitchFamily="34" charset="0"/>
              <a:sym typeface="Arial"/>
            </a:endParaRPr>
          </a:p>
          <a:p>
            <a:pPr defTabSz="609630" eaLnBrk="0" fontAlgn="base" hangingPunct="0">
              <a:spcBef>
                <a:spcPct val="0"/>
              </a:spcBef>
              <a:spcAft>
                <a:spcPct val="0"/>
              </a:spcAft>
            </a:pPr>
            <a:endParaRPr lang="en-US" altLang="en-US" sz="1867" kern="0" dirty="0">
              <a:solidFill>
                <a:srgbClr val="FFFFFF"/>
              </a:solidFill>
              <a:latin typeface="Roboto Mono" panose="00000009000000000000" pitchFamily="49" charset="0"/>
              <a:ea typeface="Roboto Mono" panose="00000009000000000000" pitchFamily="49" charset="0"/>
              <a:cs typeface="Open Sans" panose="020B0606030504020204" pitchFamily="34" charset="0"/>
              <a:sym typeface="Arial"/>
            </a:endParaRPr>
          </a:p>
        </p:txBody>
      </p:sp>
      <p:sp>
        <p:nvSpPr>
          <p:cNvPr id="7" name="Rectangle 3">
            <a:extLst>
              <a:ext uri="{FF2B5EF4-FFF2-40B4-BE49-F238E27FC236}">
                <a16:creationId xmlns:a16="http://schemas.microsoft.com/office/drawing/2014/main" id="{F153D34B-33C4-FAE7-D75E-1879E84A908F}"/>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graphicFrame>
        <p:nvGraphicFramePr>
          <p:cNvPr id="3" name="Table 2">
            <a:extLst>
              <a:ext uri="{FF2B5EF4-FFF2-40B4-BE49-F238E27FC236}">
                <a16:creationId xmlns:a16="http://schemas.microsoft.com/office/drawing/2014/main" id="{85E216B4-2E6A-9DCE-F5B7-24B11C664FF6}"/>
              </a:ext>
            </a:extLst>
          </p:cNvPr>
          <p:cNvGraphicFramePr>
            <a:graphicFrameLocks noGrp="1"/>
          </p:cNvGraphicFramePr>
          <p:nvPr/>
        </p:nvGraphicFramePr>
        <p:xfrm>
          <a:off x="2981325" y="4790546"/>
          <a:ext cx="5486400" cy="155745"/>
        </p:xfrm>
        <a:graphic>
          <a:graphicData uri="http://schemas.openxmlformats.org/drawingml/2006/table">
            <a:tbl>
              <a:tblPr/>
              <a:tblGrid>
                <a:gridCol w="914400">
                  <a:extLst>
                    <a:ext uri="{9D8B030D-6E8A-4147-A177-3AD203B41FA5}">
                      <a16:colId xmlns:a16="http://schemas.microsoft.com/office/drawing/2014/main" val="1650219265"/>
                    </a:ext>
                  </a:extLst>
                </a:gridCol>
                <a:gridCol w="914400">
                  <a:extLst>
                    <a:ext uri="{9D8B030D-6E8A-4147-A177-3AD203B41FA5}">
                      <a16:colId xmlns:a16="http://schemas.microsoft.com/office/drawing/2014/main" val="1265317040"/>
                    </a:ext>
                  </a:extLst>
                </a:gridCol>
                <a:gridCol w="914400">
                  <a:extLst>
                    <a:ext uri="{9D8B030D-6E8A-4147-A177-3AD203B41FA5}">
                      <a16:colId xmlns:a16="http://schemas.microsoft.com/office/drawing/2014/main" val="348286022"/>
                    </a:ext>
                  </a:extLst>
                </a:gridCol>
                <a:gridCol w="914400">
                  <a:extLst>
                    <a:ext uri="{9D8B030D-6E8A-4147-A177-3AD203B41FA5}">
                      <a16:colId xmlns:a16="http://schemas.microsoft.com/office/drawing/2014/main" val="2620889585"/>
                    </a:ext>
                  </a:extLst>
                </a:gridCol>
                <a:gridCol w="914400">
                  <a:extLst>
                    <a:ext uri="{9D8B030D-6E8A-4147-A177-3AD203B41FA5}">
                      <a16:colId xmlns:a16="http://schemas.microsoft.com/office/drawing/2014/main" val="775083623"/>
                    </a:ext>
                  </a:extLst>
                </a:gridCol>
                <a:gridCol w="914400">
                  <a:extLst>
                    <a:ext uri="{9D8B030D-6E8A-4147-A177-3AD203B41FA5}">
                      <a16:colId xmlns:a16="http://schemas.microsoft.com/office/drawing/2014/main" val="1383985661"/>
                    </a:ext>
                  </a:extLst>
                </a:gridCol>
              </a:tblGrid>
              <a:tr h="155745">
                <a:tc>
                  <a:txBody>
                    <a:bodyPr/>
                    <a:lstStyle/>
                    <a:p>
                      <a:r>
                        <a:rPr lang="en-MY" sz="600"/>
                        <a:t>Property</a:t>
                      </a:r>
                    </a:p>
                  </a:txBody>
                  <a:tcPr marL="60960" marR="60960" marT="30480" marB="30480" anchor="ctr">
                    <a:lnL>
                      <a:noFill/>
                    </a:lnL>
                    <a:lnR>
                      <a:noFill/>
                    </a:lnR>
                    <a:lnT>
                      <a:noFill/>
                    </a:lnT>
                    <a:lnB>
                      <a:noFill/>
                    </a:lnB>
                    <a:noFill/>
                  </a:tcPr>
                </a:tc>
                <a:tc>
                  <a:txBody>
                    <a:bodyPr/>
                    <a:lstStyle/>
                    <a:p>
                      <a:r>
                        <a:rPr lang="en-MY" sz="600"/>
                        <a:t>List</a:t>
                      </a:r>
                    </a:p>
                  </a:txBody>
                  <a:tcPr marL="60960" marR="60960" marT="30480" marB="30480" anchor="ctr">
                    <a:lnL>
                      <a:noFill/>
                    </a:lnL>
                    <a:lnR>
                      <a:noFill/>
                    </a:lnR>
                    <a:lnT>
                      <a:noFill/>
                    </a:lnT>
                    <a:lnB>
                      <a:noFill/>
                    </a:lnB>
                    <a:noFill/>
                  </a:tcPr>
                </a:tc>
                <a:tc>
                  <a:txBody>
                    <a:bodyPr/>
                    <a:lstStyle/>
                    <a:p>
                      <a:r>
                        <a:rPr lang="en-MY" sz="600"/>
                        <a:t>Tuple</a:t>
                      </a:r>
                    </a:p>
                  </a:txBody>
                  <a:tcPr marL="60960" marR="60960" marT="30480" marB="30480" anchor="ctr">
                    <a:lnL>
                      <a:noFill/>
                    </a:lnL>
                    <a:lnR>
                      <a:noFill/>
                    </a:lnR>
                    <a:lnT>
                      <a:noFill/>
                    </a:lnT>
                    <a:lnB>
                      <a:noFill/>
                    </a:lnB>
                    <a:noFill/>
                  </a:tcPr>
                </a:tc>
                <a:tc>
                  <a:txBody>
                    <a:bodyPr/>
                    <a:lstStyle/>
                    <a:p>
                      <a:r>
                        <a:rPr lang="en-MY" sz="600"/>
                        <a:t>Dictionary</a:t>
                      </a:r>
                    </a:p>
                  </a:txBody>
                  <a:tcPr marL="60960" marR="60960" marT="30480" marB="30480" anchor="ctr">
                    <a:lnL>
                      <a:noFill/>
                    </a:lnL>
                    <a:lnR>
                      <a:noFill/>
                    </a:lnR>
                    <a:lnT>
                      <a:noFill/>
                    </a:lnT>
                    <a:lnB>
                      <a:noFill/>
                    </a:lnB>
                    <a:noFill/>
                  </a:tcPr>
                </a:tc>
                <a:tc>
                  <a:txBody>
                    <a:bodyPr/>
                    <a:lstStyle/>
                    <a:p>
                      <a:r>
                        <a:rPr lang="en-MY" sz="600"/>
                        <a:t>Set</a:t>
                      </a:r>
                    </a:p>
                  </a:txBody>
                  <a:tcPr marL="60960" marR="60960" marT="30480" marB="30480" anchor="ctr">
                    <a:lnL>
                      <a:noFill/>
                    </a:lnL>
                    <a:lnR>
                      <a:noFill/>
                    </a:lnR>
                    <a:lnT>
                      <a:noFill/>
                    </a:lnT>
                    <a:lnB>
                      <a:noFill/>
                    </a:lnB>
                    <a:noFill/>
                  </a:tcPr>
                </a:tc>
                <a:tc>
                  <a:txBody>
                    <a:bodyPr/>
                    <a:lstStyle/>
                    <a:p>
                      <a:r>
                        <a:rPr lang="en-MY" sz="600" dirty="0"/>
                        <a:t>String</a:t>
                      </a:r>
                    </a:p>
                  </a:txBody>
                  <a:tcPr marL="60960" marR="60960" marT="30480" marB="30480" anchor="ctr">
                    <a:lnL>
                      <a:noFill/>
                    </a:lnL>
                    <a:lnR>
                      <a:noFill/>
                    </a:lnR>
                    <a:lnT>
                      <a:noFill/>
                    </a:lnT>
                    <a:lnB>
                      <a:noFill/>
                    </a:lnB>
                    <a:noFill/>
                  </a:tcPr>
                </a:tc>
                <a:extLst>
                  <a:ext uri="{0D108BD9-81ED-4DB2-BD59-A6C34878D82A}">
                    <a16:rowId xmlns:a16="http://schemas.microsoft.com/office/drawing/2014/main" val="2581077679"/>
                  </a:ext>
                </a:extLst>
              </a:tr>
            </a:tbl>
          </a:graphicData>
        </a:graphic>
      </p:graphicFrame>
      <p:graphicFrame>
        <p:nvGraphicFramePr>
          <p:cNvPr id="4" name="Table 3">
            <a:extLst>
              <a:ext uri="{FF2B5EF4-FFF2-40B4-BE49-F238E27FC236}">
                <a16:creationId xmlns:a16="http://schemas.microsoft.com/office/drawing/2014/main" id="{A73F8625-FBD0-CFED-8742-9E42D0535B30}"/>
              </a:ext>
            </a:extLst>
          </p:cNvPr>
          <p:cNvGraphicFramePr>
            <a:graphicFrameLocks noGrp="1"/>
          </p:cNvGraphicFramePr>
          <p:nvPr/>
        </p:nvGraphicFramePr>
        <p:xfrm>
          <a:off x="2981325" y="4790546"/>
          <a:ext cx="5486400" cy="155745"/>
        </p:xfrm>
        <a:graphic>
          <a:graphicData uri="http://schemas.openxmlformats.org/drawingml/2006/table">
            <a:tbl>
              <a:tblPr/>
              <a:tblGrid>
                <a:gridCol w="914400">
                  <a:extLst>
                    <a:ext uri="{9D8B030D-6E8A-4147-A177-3AD203B41FA5}">
                      <a16:colId xmlns:a16="http://schemas.microsoft.com/office/drawing/2014/main" val="56810743"/>
                    </a:ext>
                  </a:extLst>
                </a:gridCol>
                <a:gridCol w="914400">
                  <a:extLst>
                    <a:ext uri="{9D8B030D-6E8A-4147-A177-3AD203B41FA5}">
                      <a16:colId xmlns:a16="http://schemas.microsoft.com/office/drawing/2014/main" val="616791729"/>
                    </a:ext>
                  </a:extLst>
                </a:gridCol>
                <a:gridCol w="914400">
                  <a:extLst>
                    <a:ext uri="{9D8B030D-6E8A-4147-A177-3AD203B41FA5}">
                      <a16:colId xmlns:a16="http://schemas.microsoft.com/office/drawing/2014/main" val="3086751849"/>
                    </a:ext>
                  </a:extLst>
                </a:gridCol>
                <a:gridCol w="914400">
                  <a:extLst>
                    <a:ext uri="{9D8B030D-6E8A-4147-A177-3AD203B41FA5}">
                      <a16:colId xmlns:a16="http://schemas.microsoft.com/office/drawing/2014/main" val="417497402"/>
                    </a:ext>
                  </a:extLst>
                </a:gridCol>
                <a:gridCol w="914400">
                  <a:extLst>
                    <a:ext uri="{9D8B030D-6E8A-4147-A177-3AD203B41FA5}">
                      <a16:colId xmlns:a16="http://schemas.microsoft.com/office/drawing/2014/main" val="2335140626"/>
                    </a:ext>
                  </a:extLst>
                </a:gridCol>
                <a:gridCol w="914400">
                  <a:extLst>
                    <a:ext uri="{9D8B030D-6E8A-4147-A177-3AD203B41FA5}">
                      <a16:colId xmlns:a16="http://schemas.microsoft.com/office/drawing/2014/main" val="2383152525"/>
                    </a:ext>
                  </a:extLst>
                </a:gridCol>
              </a:tblGrid>
              <a:tr h="155745">
                <a:tc>
                  <a:txBody>
                    <a:bodyPr/>
                    <a:lstStyle/>
                    <a:p>
                      <a:r>
                        <a:rPr lang="en-MY" sz="600" b="1"/>
                        <a:t>Data Type</a:t>
                      </a:r>
                      <a:endParaRPr lang="en-MY" sz="600"/>
                    </a:p>
                  </a:txBody>
                  <a:tcPr marL="60960" marR="60960" marT="30480" marB="30480" anchor="ctr">
                    <a:lnL>
                      <a:noFill/>
                    </a:lnL>
                    <a:lnR>
                      <a:noFill/>
                    </a:lnR>
                    <a:lnT>
                      <a:noFill/>
                    </a:lnT>
                    <a:lnB>
                      <a:noFill/>
                    </a:lnB>
                    <a:noFill/>
                  </a:tcPr>
                </a:tc>
                <a:tc>
                  <a:txBody>
                    <a:bodyPr/>
                    <a:lstStyle/>
                    <a:p>
                      <a:r>
                        <a:rPr lang="en-MY" sz="600"/>
                        <a:t>Mutable</a:t>
                      </a:r>
                    </a:p>
                  </a:txBody>
                  <a:tcPr marL="60960" marR="60960" marT="30480" marB="30480" anchor="ctr">
                    <a:lnL>
                      <a:noFill/>
                    </a:lnL>
                    <a:lnR>
                      <a:noFill/>
                    </a:lnR>
                    <a:lnT>
                      <a:noFill/>
                    </a:lnT>
                    <a:lnB>
                      <a:noFill/>
                    </a:lnB>
                    <a:noFill/>
                  </a:tcPr>
                </a:tc>
                <a:tc>
                  <a:txBody>
                    <a:bodyPr/>
                    <a:lstStyle/>
                    <a:p>
                      <a:r>
                        <a:rPr lang="en-MY" sz="600"/>
                        <a:t>Immutable</a:t>
                      </a:r>
                    </a:p>
                  </a:txBody>
                  <a:tcPr marL="60960" marR="60960" marT="30480" marB="30480" anchor="ctr">
                    <a:lnL>
                      <a:noFill/>
                    </a:lnL>
                    <a:lnR>
                      <a:noFill/>
                    </a:lnR>
                    <a:lnT>
                      <a:noFill/>
                    </a:lnT>
                    <a:lnB>
                      <a:noFill/>
                    </a:lnB>
                    <a:noFill/>
                  </a:tcPr>
                </a:tc>
                <a:tc>
                  <a:txBody>
                    <a:bodyPr/>
                    <a:lstStyle/>
                    <a:p>
                      <a:r>
                        <a:rPr lang="en-MY" sz="600"/>
                        <a:t>Mutable</a:t>
                      </a:r>
                    </a:p>
                  </a:txBody>
                  <a:tcPr marL="60960" marR="60960" marT="30480" marB="30480" anchor="ctr">
                    <a:lnL>
                      <a:noFill/>
                    </a:lnL>
                    <a:lnR>
                      <a:noFill/>
                    </a:lnR>
                    <a:lnT>
                      <a:noFill/>
                    </a:lnT>
                    <a:lnB>
                      <a:noFill/>
                    </a:lnB>
                    <a:noFill/>
                  </a:tcPr>
                </a:tc>
                <a:tc>
                  <a:txBody>
                    <a:bodyPr/>
                    <a:lstStyle/>
                    <a:p>
                      <a:r>
                        <a:rPr lang="en-MY" sz="600"/>
                        <a:t>Mutable</a:t>
                      </a:r>
                    </a:p>
                  </a:txBody>
                  <a:tcPr marL="60960" marR="60960" marT="30480" marB="30480" anchor="ctr">
                    <a:lnL>
                      <a:noFill/>
                    </a:lnL>
                    <a:lnR>
                      <a:noFill/>
                    </a:lnR>
                    <a:lnT>
                      <a:noFill/>
                    </a:lnT>
                    <a:lnB>
                      <a:noFill/>
                    </a:lnB>
                    <a:noFill/>
                  </a:tcPr>
                </a:tc>
                <a:tc>
                  <a:txBody>
                    <a:bodyPr/>
                    <a:lstStyle/>
                    <a:p>
                      <a:r>
                        <a:rPr lang="en-MY" sz="600" dirty="0"/>
                        <a:t>Immutable</a:t>
                      </a:r>
                    </a:p>
                  </a:txBody>
                  <a:tcPr marL="60960" marR="60960" marT="30480" marB="30480" anchor="ctr">
                    <a:lnL>
                      <a:noFill/>
                    </a:lnL>
                    <a:lnR>
                      <a:noFill/>
                    </a:lnR>
                    <a:lnT>
                      <a:noFill/>
                    </a:lnT>
                    <a:lnB>
                      <a:noFill/>
                    </a:lnB>
                    <a:noFill/>
                  </a:tcPr>
                </a:tc>
                <a:extLst>
                  <a:ext uri="{0D108BD9-81ED-4DB2-BD59-A6C34878D82A}">
                    <a16:rowId xmlns:a16="http://schemas.microsoft.com/office/drawing/2014/main" val="1860675490"/>
                  </a:ext>
                </a:extLst>
              </a:tr>
            </a:tbl>
          </a:graphicData>
        </a:graphic>
      </p:graphicFrame>
      <p:graphicFrame>
        <p:nvGraphicFramePr>
          <p:cNvPr id="8" name="Table 7">
            <a:extLst>
              <a:ext uri="{FF2B5EF4-FFF2-40B4-BE49-F238E27FC236}">
                <a16:creationId xmlns:a16="http://schemas.microsoft.com/office/drawing/2014/main" id="{0C039C53-F429-EC84-E7AD-32027578EB5E}"/>
              </a:ext>
            </a:extLst>
          </p:cNvPr>
          <p:cNvGraphicFramePr>
            <a:graphicFrameLocks noGrp="1"/>
          </p:cNvGraphicFramePr>
          <p:nvPr/>
        </p:nvGraphicFramePr>
        <p:xfrm>
          <a:off x="2981325" y="4719426"/>
          <a:ext cx="5486400" cy="155745"/>
        </p:xfrm>
        <a:graphic>
          <a:graphicData uri="http://schemas.openxmlformats.org/drawingml/2006/table">
            <a:tbl>
              <a:tblPr/>
              <a:tblGrid>
                <a:gridCol w="914400">
                  <a:extLst>
                    <a:ext uri="{9D8B030D-6E8A-4147-A177-3AD203B41FA5}">
                      <a16:colId xmlns:a16="http://schemas.microsoft.com/office/drawing/2014/main" val="2528817127"/>
                    </a:ext>
                  </a:extLst>
                </a:gridCol>
                <a:gridCol w="914400">
                  <a:extLst>
                    <a:ext uri="{9D8B030D-6E8A-4147-A177-3AD203B41FA5}">
                      <a16:colId xmlns:a16="http://schemas.microsoft.com/office/drawing/2014/main" val="3442571322"/>
                    </a:ext>
                  </a:extLst>
                </a:gridCol>
                <a:gridCol w="914400">
                  <a:extLst>
                    <a:ext uri="{9D8B030D-6E8A-4147-A177-3AD203B41FA5}">
                      <a16:colId xmlns:a16="http://schemas.microsoft.com/office/drawing/2014/main" val="1640278697"/>
                    </a:ext>
                  </a:extLst>
                </a:gridCol>
                <a:gridCol w="914400">
                  <a:extLst>
                    <a:ext uri="{9D8B030D-6E8A-4147-A177-3AD203B41FA5}">
                      <a16:colId xmlns:a16="http://schemas.microsoft.com/office/drawing/2014/main" val="3647164780"/>
                    </a:ext>
                  </a:extLst>
                </a:gridCol>
                <a:gridCol w="914400">
                  <a:extLst>
                    <a:ext uri="{9D8B030D-6E8A-4147-A177-3AD203B41FA5}">
                      <a16:colId xmlns:a16="http://schemas.microsoft.com/office/drawing/2014/main" val="1871099150"/>
                    </a:ext>
                  </a:extLst>
                </a:gridCol>
                <a:gridCol w="914400">
                  <a:extLst>
                    <a:ext uri="{9D8B030D-6E8A-4147-A177-3AD203B41FA5}">
                      <a16:colId xmlns:a16="http://schemas.microsoft.com/office/drawing/2014/main" val="1415575162"/>
                    </a:ext>
                  </a:extLst>
                </a:gridCol>
              </a:tblGrid>
              <a:tr h="155745">
                <a:tc>
                  <a:txBody>
                    <a:bodyPr/>
                    <a:lstStyle/>
                    <a:p>
                      <a:r>
                        <a:rPr lang="en-MY" sz="600" b="1"/>
                        <a:t>Syntax</a:t>
                      </a:r>
                      <a:endParaRPr lang="en-MY" sz="600"/>
                    </a:p>
                  </a:txBody>
                  <a:tcPr marL="60960" marR="60960" marT="30480" marB="30480" anchor="ctr">
                    <a:lnL>
                      <a:noFill/>
                    </a:lnL>
                    <a:lnR>
                      <a:noFill/>
                    </a:lnR>
                    <a:lnT>
                      <a:noFill/>
                    </a:lnT>
                    <a:lnB>
                      <a:noFill/>
                    </a:lnB>
                    <a:noFill/>
                  </a:tcPr>
                </a:tc>
                <a:tc>
                  <a:txBody>
                    <a:bodyPr/>
                    <a:lstStyle/>
                    <a:p>
                      <a:r>
                        <a:rPr lang="en-MY" sz="600"/>
                        <a:t>[ ]</a:t>
                      </a:r>
                    </a:p>
                  </a:txBody>
                  <a:tcPr marL="60960" marR="60960" marT="30480" marB="30480" anchor="ctr">
                    <a:lnL>
                      <a:noFill/>
                    </a:lnL>
                    <a:lnR>
                      <a:noFill/>
                    </a:lnR>
                    <a:lnT>
                      <a:noFill/>
                    </a:lnT>
                    <a:lnB>
                      <a:noFill/>
                    </a:lnB>
                    <a:noFill/>
                  </a:tcPr>
                </a:tc>
                <a:tc>
                  <a:txBody>
                    <a:bodyPr/>
                    <a:lstStyle/>
                    <a:p>
                      <a:r>
                        <a:rPr lang="en-MY" sz="600"/>
                        <a:t>( )</a:t>
                      </a:r>
                    </a:p>
                  </a:txBody>
                  <a:tcPr marL="60960" marR="60960" marT="30480" marB="30480" anchor="ctr">
                    <a:lnL>
                      <a:noFill/>
                    </a:lnL>
                    <a:lnR>
                      <a:noFill/>
                    </a:lnR>
                    <a:lnT>
                      <a:noFill/>
                    </a:lnT>
                    <a:lnB>
                      <a:noFill/>
                    </a:lnB>
                    <a:noFill/>
                  </a:tcPr>
                </a:tc>
                <a:tc>
                  <a:txBody>
                    <a:bodyPr/>
                    <a:lstStyle/>
                    <a:p>
                      <a:r>
                        <a:rPr lang="en-MY" sz="600"/>
                        <a:t>{ key: value, ... }</a:t>
                      </a:r>
                    </a:p>
                  </a:txBody>
                  <a:tcPr marL="60960" marR="60960" marT="30480" marB="30480" anchor="ctr">
                    <a:lnL>
                      <a:noFill/>
                    </a:lnL>
                    <a:lnR>
                      <a:noFill/>
                    </a:lnR>
                    <a:lnT>
                      <a:noFill/>
                    </a:lnT>
                    <a:lnB>
                      <a:noFill/>
                    </a:lnB>
                    <a:noFill/>
                  </a:tcPr>
                </a:tc>
                <a:tc>
                  <a:txBody>
                    <a:bodyPr/>
                    <a:lstStyle/>
                    <a:p>
                      <a:r>
                        <a:rPr lang="en-MY" sz="600"/>
                        <a:t>{ }</a:t>
                      </a:r>
                    </a:p>
                  </a:txBody>
                  <a:tcPr marL="60960" marR="60960" marT="30480" marB="30480" anchor="ctr">
                    <a:lnL>
                      <a:noFill/>
                    </a:lnL>
                    <a:lnR>
                      <a:noFill/>
                    </a:lnR>
                    <a:lnT>
                      <a:noFill/>
                    </a:lnT>
                    <a:lnB>
                      <a:noFill/>
                    </a:lnB>
                    <a:noFill/>
                  </a:tcPr>
                </a:tc>
                <a:tc>
                  <a:txBody>
                    <a:bodyPr/>
                    <a:lstStyle/>
                    <a:p>
                      <a:r>
                        <a:rPr lang="en-MY" sz="600" dirty="0"/>
                        <a:t>' ', " "</a:t>
                      </a:r>
                    </a:p>
                  </a:txBody>
                  <a:tcPr marL="60960" marR="60960" marT="30480" marB="30480" anchor="ctr">
                    <a:lnL>
                      <a:noFill/>
                    </a:lnL>
                    <a:lnR>
                      <a:noFill/>
                    </a:lnR>
                    <a:lnT>
                      <a:noFill/>
                    </a:lnT>
                    <a:lnB>
                      <a:noFill/>
                    </a:lnB>
                    <a:noFill/>
                  </a:tcPr>
                </a:tc>
                <a:extLst>
                  <a:ext uri="{0D108BD9-81ED-4DB2-BD59-A6C34878D82A}">
                    <a16:rowId xmlns:a16="http://schemas.microsoft.com/office/drawing/2014/main" val="3579029953"/>
                  </a:ext>
                </a:extLst>
              </a:tr>
            </a:tbl>
          </a:graphicData>
        </a:graphic>
      </p:graphicFrame>
      <p:graphicFrame>
        <p:nvGraphicFramePr>
          <p:cNvPr id="9" name="Table 8">
            <a:extLst>
              <a:ext uri="{FF2B5EF4-FFF2-40B4-BE49-F238E27FC236}">
                <a16:creationId xmlns:a16="http://schemas.microsoft.com/office/drawing/2014/main" id="{6DF84483-DDDE-A443-EDDA-11B1F692C04E}"/>
              </a:ext>
            </a:extLst>
          </p:cNvPr>
          <p:cNvGraphicFramePr>
            <a:graphicFrameLocks noGrp="1"/>
          </p:cNvGraphicFramePr>
          <p:nvPr/>
        </p:nvGraphicFramePr>
        <p:xfrm>
          <a:off x="2981325" y="4790546"/>
          <a:ext cx="5486400" cy="155745"/>
        </p:xfrm>
        <a:graphic>
          <a:graphicData uri="http://schemas.openxmlformats.org/drawingml/2006/table">
            <a:tbl>
              <a:tblPr/>
              <a:tblGrid>
                <a:gridCol w="914400">
                  <a:extLst>
                    <a:ext uri="{9D8B030D-6E8A-4147-A177-3AD203B41FA5}">
                      <a16:colId xmlns:a16="http://schemas.microsoft.com/office/drawing/2014/main" val="1160172564"/>
                    </a:ext>
                  </a:extLst>
                </a:gridCol>
                <a:gridCol w="914400">
                  <a:extLst>
                    <a:ext uri="{9D8B030D-6E8A-4147-A177-3AD203B41FA5}">
                      <a16:colId xmlns:a16="http://schemas.microsoft.com/office/drawing/2014/main" val="386103265"/>
                    </a:ext>
                  </a:extLst>
                </a:gridCol>
                <a:gridCol w="914400">
                  <a:extLst>
                    <a:ext uri="{9D8B030D-6E8A-4147-A177-3AD203B41FA5}">
                      <a16:colId xmlns:a16="http://schemas.microsoft.com/office/drawing/2014/main" val="1812838007"/>
                    </a:ext>
                  </a:extLst>
                </a:gridCol>
                <a:gridCol w="914400">
                  <a:extLst>
                    <a:ext uri="{9D8B030D-6E8A-4147-A177-3AD203B41FA5}">
                      <a16:colId xmlns:a16="http://schemas.microsoft.com/office/drawing/2014/main" val="1757665311"/>
                    </a:ext>
                  </a:extLst>
                </a:gridCol>
                <a:gridCol w="914400">
                  <a:extLst>
                    <a:ext uri="{9D8B030D-6E8A-4147-A177-3AD203B41FA5}">
                      <a16:colId xmlns:a16="http://schemas.microsoft.com/office/drawing/2014/main" val="3817693942"/>
                    </a:ext>
                  </a:extLst>
                </a:gridCol>
                <a:gridCol w="914400">
                  <a:extLst>
                    <a:ext uri="{9D8B030D-6E8A-4147-A177-3AD203B41FA5}">
                      <a16:colId xmlns:a16="http://schemas.microsoft.com/office/drawing/2014/main" val="2721288355"/>
                    </a:ext>
                  </a:extLst>
                </a:gridCol>
              </a:tblGrid>
              <a:tr h="155745">
                <a:tc>
                  <a:txBody>
                    <a:bodyPr/>
                    <a:lstStyle/>
                    <a:p>
                      <a:r>
                        <a:rPr lang="en-MY" sz="600" b="1"/>
                        <a:t>Ordered</a:t>
                      </a:r>
                      <a:endParaRPr lang="en-MY" sz="600"/>
                    </a:p>
                  </a:txBody>
                  <a:tcPr marL="60960" marR="60960" marT="30480" marB="30480" anchor="ctr">
                    <a:lnL>
                      <a:noFill/>
                    </a:lnL>
                    <a:lnR>
                      <a:noFill/>
                    </a:lnR>
                    <a:lnT>
                      <a:noFill/>
                    </a:lnT>
                    <a:lnB>
                      <a:noFill/>
                    </a:lnB>
                    <a:noFill/>
                  </a:tcPr>
                </a:tc>
                <a:tc>
                  <a:txBody>
                    <a:bodyPr/>
                    <a:lstStyle/>
                    <a:p>
                      <a:r>
                        <a:rPr lang="en-MY" sz="600"/>
                        <a:t>Yes</a:t>
                      </a:r>
                    </a:p>
                  </a:txBody>
                  <a:tcPr marL="60960" marR="60960" marT="30480" marB="30480" anchor="ctr">
                    <a:lnL>
                      <a:noFill/>
                    </a:lnL>
                    <a:lnR>
                      <a:noFill/>
                    </a:lnR>
                    <a:lnT>
                      <a:noFill/>
                    </a:lnT>
                    <a:lnB>
                      <a:noFill/>
                    </a:lnB>
                    <a:noFill/>
                  </a:tcPr>
                </a:tc>
                <a:tc>
                  <a:txBody>
                    <a:bodyPr/>
                    <a:lstStyle/>
                    <a:p>
                      <a:r>
                        <a:rPr lang="en-MY" sz="600"/>
                        <a:t>Yes</a:t>
                      </a:r>
                    </a:p>
                  </a:txBody>
                  <a:tcPr marL="60960" marR="60960" marT="30480" marB="30480" anchor="ctr">
                    <a:lnL>
                      <a:noFill/>
                    </a:lnL>
                    <a:lnR>
                      <a:noFill/>
                    </a:lnR>
                    <a:lnT>
                      <a:noFill/>
                    </a:lnT>
                    <a:lnB>
                      <a:noFill/>
                    </a:lnB>
                    <a:noFill/>
                  </a:tcPr>
                </a:tc>
                <a:tc>
                  <a:txBody>
                    <a:bodyPr/>
                    <a:lstStyle/>
                    <a:p>
                      <a:r>
                        <a:rPr lang="en-MY" sz="600"/>
                        <a:t>No</a:t>
                      </a:r>
                    </a:p>
                  </a:txBody>
                  <a:tcPr marL="60960" marR="60960" marT="30480" marB="30480" anchor="ctr">
                    <a:lnL>
                      <a:noFill/>
                    </a:lnL>
                    <a:lnR>
                      <a:noFill/>
                    </a:lnR>
                    <a:lnT>
                      <a:noFill/>
                    </a:lnT>
                    <a:lnB>
                      <a:noFill/>
                    </a:lnB>
                    <a:noFill/>
                  </a:tcPr>
                </a:tc>
                <a:tc>
                  <a:txBody>
                    <a:bodyPr/>
                    <a:lstStyle/>
                    <a:p>
                      <a:r>
                        <a:rPr lang="en-MY" sz="600"/>
                        <a:t>No</a:t>
                      </a:r>
                    </a:p>
                  </a:txBody>
                  <a:tcPr marL="60960" marR="60960" marT="30480" marB="30480" anchor="ctr">
                    <a:lnL>
                      <a:noFill/>
                    </a:lnL>
                    <a:lnR>
                      <a:noFill/>
                    </a:lnR>
                    <a:lnT>
                      <a:noFill/>
                    </a:lnT>
                    <a:lnB>
                      <a:noFill/>
                    </a:lnB>
                    <a:noFill/>
                  </a:tcPr>
                </a:tc>
                <a:tc>
                  <a:txBody>
                    <a:bodyPr/>
                    <a:lstStyle/>
                    <a:p>
                      <a:r>
                        <a:rPr lang="en-MY" sz="600" dirty="0"/>
                        <a:t>Yes</a:t>
                      </a:r>
                    </a:p>
                  </a:txBody>
                  <a:tcPr marL="60960" marR="60960" marT="30480" marB="30480" anchor="ctr">
                    <a:lnL>
                      <a:noFill/>
                    </a:lnL>
                    <a:lnR>
                      <a:noFill/>
                    </a:lnR>
                    <a:lnT>
                      <a:noFill/>
                    </a:lnT>
                    <a:lnB>
                      <a:noFill/>
                    </a:lnB>
                    <a:noFill/>
                  </a:tcPr>
                </a:tc>
                <a:extLst>
                  <a:ext uri="{0D108BD9-81ED-4DB2-BD59-A6C34878D82A}">
                    <a16:rowId xmlns:a16="http://schemas.microsoft.com/office/drawing/2014/main" val="1915537161"/>
                  </a:ext>
                </a:extLst>
              </a:tr>
            </a:tbl>
          </a:graphicData>
        </a:graphic>
      </p:graphicFrame>
      <p:graphicFrame>
        <p:nvGraphicFramePr>
          <p:cNvPr id="11" name="Table 10">
            <a:extLst>
              <a:ext uri="{FF2B5EF4-FFF2-40B4-BE49-F238E27FC236}">
                <a16:creationId xmlns:a16="http://schemas.microsoft.com/office/drawing/2014/main" id="{BBE6DA36-1622-5A99-66C5-98BDE2C8B2B2}"/>
              </a:ext>
            </a:extLst>
          </p:cNvPr>
          <p:cNvGraphicFramePr>
            <a:graphicFrameLocks noGrp="1"/>
          </p:cNvGraphicFramePr>
          <p:nvPr/>
        </p:nvGraphicFramePr>
        <p:xfrm>
          <a:off x="2981325" y="4577186"/>
          <a:ext cx="5486400" cy="250529"/>
        </p:xfrm>
        <a:graphic>
          <a:graphicData uri="http://schemas.openxmlformats.org/drawingml/2006/table">
            <a:tbl>
              <a:tblPr/>
              <a:tblGrid>
                <a:gridCol w="914400">
                  <a:extLst>
                    <a:ext uri="{9D8B030D-6E8A-4147-A177-3AD203B41FA5}">
                      <a16:colId xmlns:a16="http://schemas.microsoft.com/office/drawing/2014/main" val="573957890"/>
                    </a:ext>
                  </a:extLst>
                </a:gridCol>
                <a:gridCol w="914400">
                  <a:extLst>
                    <a:ext uri="{9D8B030D-6E8A-4147-A177-3AD203B41FA5}">
                      <a16:colId xmlns:a16="http://schemas.microsoft.com/office/drawing/2014/main" val="3686268578"/>
                    </a:ext>
                  </a:extLst>
                </a:gridCol>
                <a:gridCol w="914400">
                  <a:extLst>
                    <a:ext uri="{9D8B030D-6E8A-4147-A177-3AD203B41FA5}">
                      <a16:colId xmlns:a16="http://schemas.microsoft.com/office/drawing/2014/main" val="799620150"/>
                    </a:ext>
                  </a:extLst>
                </a:gridCol>
                <a:gridCol w="914400">
                  <a:extLst>
                    <a:ext uri="{9D8B030D-6E8A-4147-A177-3AD203B41FA5}">
                      <a16:colId xmlns:a16="http://schemas.microsoft.com/office/drawing/2014/main" val="291992544"/>
                    </a:ext>
                  </a:extLst>
                </a:gridCol>
                <a:gridCol w="914400">
                  <a:extLst>
                    <a:ext uri="{9D8B030D-6E8A-4147-A177-3AD203B41FA5}">
                      <a16:colId xmlns:a16="http://schemas.microsoft.com/office/drawing/2014/main" val="477971701"/>
                    </a:ext>
                  </a:extLst>
                </a:gridCol>
                <a:gridCol w="914400">
                  <a:extLst>
                    <a:ext uri="{9D8B030D-6E8A-4147-A177-3AD203B41FA5}">
                      <a16:colId xmlns:a16="http://schemas.microsoft.com/office/drawing/2014/main" val="3557286118"/>
                    </a:ext>
                  </a:extLst>
                </a:gridCol>
              </a:tblGrid>
              <a:tr h="250529">
                <a:tc>
                  <a:txBody>
                    <a:bodyPr/>
                    <a:lstStyle/>
                    <a:p>
                      <a:r>
                        <a:rPr lang="en-MY" sz="600" b="1"/>
                        <a:t>Duplicate Values</a:t>
                      </a:r>
                      <a:endParaRPr lang="en-MY" sz="600"/>
                    </a:p>
                  </a:txBody>
                  <a:tcPr marL="60960" marR="60960" marT="30480" marB="30480" anchor="ctr">
                    <a:lnL>
                      <a:noFill/>
                    </a:lnL>
                    <a:lnR>
                      <a:noFill/>
                    </a:lnR>
                    <a:lnT>
                      <a:noFill/>
                    </a:lnT>
                    <a:lnB>
                      <a:noFill/>
                    </a:lnB>
                    <a:noFill/>
                  </a:tcPr>
                </a:tc>
                <a:tc>
                  <a:txBody>
                    <a:bodyPr/>
                    <a:lstStyle/>
                    <a:p>
                      <a:r>
                        <a:rPr lang="en-MY" sz="600"/>
                        <a:t>Allowed</a:t>
                      </a:r>
                    </a:p>
                  </a:txBody>
                  <a:tcPr marL="60960" marR="60960" marT="30480" marB="30480" anchor="ctr">
                    <a:lnL>
                      <a:noFill/>
                    </a:lnL>
                    <a:lnR>
                      <a:noFill/>
                    </a:lnR>
                    <a:lnT>
                      <a:noFill/>
                    </a:lnT>
                    <a:lnB>
                      <a:noFill/>
                    </a:lnB>
                    <a:noFill/>
                  </a:tcPr>
                </a:tc>
                <a:tc>
                  <a:txBody>
                    <a:bodyPr/>
                    <a:lstStyle/>
                    <a:p>
                      <a:r>
                        <a:rPr lang="en-MY" sz="600"/>
                        <a:t>Allowed</a:t>
                      </a:r>
                    </a:p>
                  </a:txBody>
                  <a:tcPr marL="60960" marR="60960" marT="30480" marB="30480" anchor="ctr">
                    <a:lnL>
                      <a:noFill/>
                    </a:lnL>
                    <a:lnR>
                      <a:noFill/>
                    </a:lnR>
                    <a:lnT>
                      <a:noFill/>
                    </a:lnT>
                    <a:lnB>
                      <a:noFill/>
                    </a:lnB>
                    <a:noFill/>
                  </a:tcPr>
                </a:tc>
                <a:tc>
                  <a:txBody>
                    <a:bodyPr/>
                    <a:lstStyle/>
                    <a:p>
                      <a:r>
                        <a:rPr lang="en-US" sz="600"/>
                        <a:t>Keys: Not allowed, Values: Allowed</a:t>
                      </a:r>
                    </a:p>
                  </a:txBody>
                  <a:tcPr marL="60960" marR="60960" marT="30480" marB="30480" anchor="ctr">
                    <a:lnL>
                      <a:noFill/>
                    </a:lnL>
                    <a:lnR>
                      <a:noFill/>
                    </a:lnR>
                    <a:lnT>
                      <a:noFill/>
                    </a:lnT>
                    <a:lnB>
                      <a:noFill/>
                    </a:lnB>
                    <a:noFill/>
                  </a:tcPr>
                </a:tc>
                <a:tc>
                  <a:txBody>
                    <a:bodyPr/>
                    <a:lstStyle/>
                    <a:p>
                      <a:r>
                        <a:rPr lang="en-MY" sz="600"/>
                        <a:t>Not allowed</a:t>
                      </a:r>
                    </a:p>
                  </a:txBody>
                  <a:tcPr marL="60960" marR="60960" marT="30480" marB="30480" anchor="ctr">
                    <a:lnL>
                      <a:noFill/>
                    </a:lnL>
                    <a:lnR>
                      <a:noFill/>
                    </a:lnR>
                    <a:lnT>
                      <a:noFill/>
                    </a:lnT>
                    <a:lnB>
                      <a:noFill/>
                    </a:lnB>
                    <a:noFill/>
                  </a:tcPr>
                </a:tc>
                <a:tc>
                  <a:txBody>
                    <a:bodyPr/>
                    <a:lstStyle/>
                    <a:p>
                      <a:r>
                        <a:rPr lang="en-MY" sz="600" dirty="0"/>
                        <a:t>Allowed</a:t>
                      </a:r>
                    </a:p>
                  </a:txBody>
                  <a:tcPr marL="60960" marR="60960" marT="30480" marB="30480" anchor="ctr">
                    <a:lnL>
                      <a:noFill/>
                    </a:lnL>
                    <a:lnR>
                      <a:noFill/>
                    </a:lnR>
                    <a:lnT>
                      <a:noFill/>
                    </a:lnT>
                    <a:lnB>
                      <a:noFill/>
                    </a:lnB>
                    <a:noFill/>
                  </a:tcPr>
                </a:tc>
                <a:extLst>
                  <a:ext uri="{0D108BD9-81ED-4DB2-BD59-A6C34878D82A}">
                    <a16:rowId xmlns:a16="http://schemas.microsoft.com/office/drawing/2014/main" val="584319521"/>
                  </a:ext>
                </a:extLst>
              </a:tr>
            </a:tbl>
          </a:graphicData>
        </a:graphic>
      </p:graphicFrame>
      <p:graphicFrame>
        <p:nvGraphicFramePr>
          <p:cNvPr id="12" name="Table 11">
            <a:extLst>
              <a:ext uri="{FF2B5EF4-FFF2-40B4-BE49-F238E27FC236}">
                <a16:creationId xmlns:a16="http://schemas.microsoft.com/office/drawing/2014/main" id="{C14931C6-A914-23E2-3CFB-CDAD1810183A}"/>
              </a:ext>
            </a:extLst>
          </p:cNvPr>
          <p:cNvGraphicFramePr>
            <a:graphicFrameLocks noGrp="1"/>
          </p:cNvGraphicFramePr>
          <p:nvPr/>
        </p:nvGraphicFramePr>
        <p:xfrm>
          <a:off x="2981325" y="4719426"/>
          <a:ext cx="5486400" cy="155745"/>
        </p:xfrm>
        <a:graphic>
          <a:graphicData uri="http://schemas.openxmlformats.org/drawingml/2006/table">
            <a:tbl>
              <a:tblPr/>
              <a:tblGrid>
                <a:gridCol w="914400">
                  <a:extLst>
                    <a:ext uri="{9D8B030D-6E8A-4147-A177-3AD203B41FA5}">
                      <a16:colId xmlns:a16="http://schemas.microsoft.com/office/drawing/2014/main" val="1962191431"/>
                    </a:ext>
                  </a:extLst>
                </a:gridCol>
                <a:gridCol w="914400">
                  <a:extLst>
                    <a:ext uri="{9D8B030D-6E8A-4147-A177-3AD203B41FA5}">
                      <a16:colId xmlns:a16="http://schemas.microsoft.com/office/drawing/2014/main" val="1896758412"/>
                    </a:ext>
                  </a:extLst>
                </a:gridCol>
                <a:gridCol w="914400">
                  <a:extLst>
                    <a:ext uri="{9D8B030D-6E8A-4147-A177-3AD203B41FA5}">
                      <a16:colId xmlns:a16="http://schemas.microsoft.com/office/drawing/2014/main" val="2506646034"/>
                    </a:ext>
                  </a:extLst>
                </a:gridCol>
                <a:gridCol w="914400">
                  <a:extLst>
                    <a:ext uri="{9D8B030D-6E8A-4147-A177-3AD203B41FA5}">
                      <a16:colId xmlns:a16="http://schemas.microsoft.com/office/drawing/2014/main" val="245955992"/>
                    </a:ext>
                  </a:extLst>
                </a:gridCol>
                <a:gridCol w="914400">
                  <a:extLst>
                    <a:ext uri="{9D8B030D-6E8A-4147-A177-3AD203B41FA5}">
                      <a16:colId xmlns:a16="http://schemas.microsoft.com/office/drawing/2014/main" val="2164420412"/>
                    </a:ext>
                  </a:extLst>
                </a:gridCol>
                <a:gridCol w="914400">
                  <a:extLst>
                    <a:ext uri="{9D8B030D-6E8A-4147-A177-3AD203B41FA5}">
                      <a16:colId xmlns:a16="http://schemas.microsoft.com/office/drawing/2014/main" val="3547565213"/>
                    </a:ext>
                  </a:extLst>
                </a:gridCol>
              </a:tblGrid>
              <a:tr h="155745">
                <a:tc>
                  <a:txBody>
                    <a:bodyPr/>
                    <a:lstStyle/>
                    <a:p>
                      <a:r>
                        <a:rPr lang="en-MY" sz="600" b="1"/>
                        <a:t>Access by Index</a:t>
                      </a:r>
                      <a:endParaRPr lang="en-MY" sz="600"/>
                    </a:p>
                  </a:txBody>
                  <a:tcPr marL="60960" marR="60960" marT="30480" marB="30480" anchor="ctr">
                    <a:lnL>
                      <a:noFill/>
                    </a:lnL>
                    <a:lnR>
                      <a:noFill/>
                    </a:lnR>
                    <a:lnT>
                      <a:noFill/>
                    </a:lnT>
                    <a:lnB>
                      <a:noFill/>
                    </a:lnB>
                    <a:noFill/>
                  </a:tcPr>
                </a:tc>
                <a:tc>
                  <a:txBody>
                    <a:bodyPr/>
                    <a:lstStyle/>
                    <a:p>
                      <a:r>
                        <a:rPr lang="en-MY" sz="600"/>
                        <a:t>Yes</a:t>
                      </a:r>
                    </a:p>
                  </a:txBody>
                  <a:tcPr marL="60960" marR="60960" marT="30480" marB="30480" anchor="ctr">
                    <a:lnL>
                      <a:noFill/>
                    </a:lnL>
                    <a:lnR>
                      <a:noFill/>
                    </a:lnR>
                    <a:lnT>
                      <a:noFill/>
                    </a:lnT>
                    <a:lnB>
                      <a:noFill/>
                    </a:lnB>
                    <a:noFill/>
                  </a:tcPr>
                </a:tc>
                <a:tc>
                  <a:txBody>
                    <a:bodyPr/>
                    <a:lstStyle/>
                    <a:p>
                      <a:r>
                        <a:rPr lang="en-MY" sz="600"/>
                        <a:t>Yes</a:t>
                      </a:r>
                    </a:p>
                  </a:txBody>
                  <a:tcPr marL="60960" marR="60960" marT="30480" marB="30480" anchor="ctr">
                    <a:lnL>
                      <a:noFill/>
                    </a:lnL>
                    <a:lnR>
                      <a:noFill/>
                    </a:lnR>
                    <a:lnT>
                      <a:noFill/>
                    </a:lnT>
                    <a:lnB>
                      <a:noFill/>
                    </a:lnB>
                    <a:noFill/>
                  </a:tcPr>
                </a:tc>
                <a:tc>
                  <a:txBody>
                    <a:bodyPr/>
                    <a:lstStyle/>
                    <a:p>
                      <a:r>
                        <a:rPr lang="en-MY" sz="600"/>
                        <a:t>No (Access by key)</a:t>
                      </a:r>
                    </a:p>
                  </a:txBody>
                  <a:tcPr marL="60960" marR="60960" marT="30480" marB="30480" anchor="ctr">
                    <a:lnL>
                      <a:noFill/>
                    </a:lnL>
                    <a:lnR>
                      <a:noFill/>
                    </a:lnR>
                    <a:lnT>
                      <a:noFill/>
                    </a:lnT>
                    <a:lnB>
                      <a:noFill/>
                    </a:lnB>
                    <a:noFill/>
                  </a:tcPr>
                </a:tc>
                <a:tc>
                  <a:txBody>
                    <a:bodyPr/>
                    <a:lstStyle/>
                    <a:p>
                      <a:r>
                        <a:rPr lang="en-MY" sz="600"/>
                        <a:t>No</a:t>
                      </a:r>
                    </a:p>
                  </a:txBody>
                  <a:tcPr marL="60960" marR="60960" marT="30480" marB="30480" anchor="ctr">
                    <a:lnL>
                      <a:noFill/>
                    </a:lnL>
                    <a:lnR>
                      <a:noFill/>
                    </a:lnR>
                    <a:lnT>
                      <a:noFill/>
                    </a:lnT>
                    <a:lnB>
                      <a:noFill/>
                    </a:lnB>
                    <a:noFill/>
                  </a:tcPr>
                </a:tc>
                <a:tc>
                  <a:txBody>
                    <a:bodyPr/>
                    <a:lstStyle/>
                    <a:p>
                      <a:r>
                        <a:rPr lang="en-MY" sz="600" dirty="0"/>
                        <a:t>Yes</a:t>
                      </a:r>
                    </a:p>
                  </a:txBody>
                  <a:tcPr marL="60960" marR="60960" marT="30480" marB="30480" anchor="ctr">
                    <a:lnL>
                      <a:noFill/>
                    </a:lnL>
                    <a:lnR>
                      <a:noFill/>
                    </a:lnR>
                    <a:lnT>
                      <a:noFill/>
                    </a:lnT>
                    <a:lnB>
                      <a:noFill/>
                    </a:lnB>
                    <a:noFill/>
                  </a:tcPr>
                </a:tc>
                <a:extLst>
                  <a:ext uri="{0D108BD9-81ED-4DB2-BD59-A6C34878D82A}">
                    <a16:rowId xmlns:a16="http://schemas.microsoft.com/office/drawing/2014/main" val="3047554615"/>
                  </a:ext>
                </a:extLst>
              </a:tr>
            </a:tbl>
          </a:graphicData>
        </a:graphic>
      </p:graphicFrame>
      <p:graphicFrame>
        <p:nvGraphicFramePr>
          <p:cNvPr id="13" name="Table 12">
            <a:extLst>
              <a:ext uri="{FF2B5EF4-FFF2-40B4-BE49-F238E27FC236}">
                <a16:creationId xmlns:a16="http://schemas.microsoft.com/office/drawing/2014/main" id="{07B96F0B-4789-822D-60E8-30798E9AA6B2}"/>
              </a:ext>
            </a:extLst>
          </p:cNvPr>
          <p:cNvGraphicFramePr>
            <a:graphicFrameLocks noGrp="1"/>
          </p:cNvGraphicFramePr>
          <p:nvPr/>
        </p:nvGraphicFramePr>
        <p:xfrm>
          <a:off x="2981325" y="4719426"/>
          <a:ext cx="5486400" cy="155745"/>
        </p:xfrm>
        <a:graphic>
          <a:graphicData uri="http://schemas.openxmlformats.org/drawingml/2006/table">
            <a:tbl>
              <a:tblPr/>
              <a:tblGrid>
                <a:gridCol w="914400">
                  <a:extLst>
                    <a:ext uri="{9D8B030D-6E8A-4147-A177-3AD203B41FA5}">
                      <a16:colId xmlns:a16="http://schemas.microsoft.com/office/drawing/2014/main" val="1615724985"/>
                    </a:ext>
                  </a:extLst>
                </a:gridCol>
                <a:gridCol w="914400">
                  <a:extLst>
                    <a:ext uri="{9D8B030D-6E8A-4147-A177-3AD203B41FA5}">
                      <a16:colId xmlns:a16="http://schemas.microsoft.com/office/drawing/2014/main" val="208783131"/>
                    </a:ext>
                  </a:extLst>
                </a:gridCol>
                <a:gridCol w="914400">
                  <a:extLst>
                    <a:ext uri="{9D8B030D-6E8A-4147-A177-3AD203B41FA5}">
                      <a16:colId xmlns:a16="http://schemas.microsoft.com/office/drawing/2014/main" val="3957043991"/>
                    </a:ext>
                  </a:extLst>
                </a:gridCol>
                <a:gridCol w="914400">
                  <a:extLst>
                    <a:ext uri="{9D8B030D-6E8A-4147-A177-3AD203B41FA5}">
                      <a16:colId xmlns:a16="http://schemas.microsoft.com/office/drawing/2014/main" val="3418095693"/>
                    </a:ext>
                  </a:extLst>
                </a:gridCol>
                <a:gridCol w="914400">
                  <a:extLst>
                    <a:ext uri="{9D8B030D-6E8A-4147-A177-3AD203B41FA5}">
                      <a16:colId xmlns:a16="http://schemas.microsoft.com/office/drawing/2014/main" val="1965382428"/>
                    </a:ext>
                  </a:extLst>
                </a:gridCol>
                <a:gridCol w="914400">
                  <a:extLst>
                    <a:ext uri="{9D8B030D-6E8A-4147-A177-3AD203B41FA5}">
                      <a16:colId xmlns:a16="http://schemas.microsoft.com/office/drawing/2014/main" val="2768228996"/>
                    </a:ext>
                  </a:extLst>
                </a:gridCol>
              </a:tblGrid>
              <a:tr h="155745">
                <a:tc>
                  <a:txBody>
                    <a:bodyPr/>
                    <a:lstStyle/>
                    <a:p>
                      <a:r>
                        <a:rPr lang="en-MY" sz="600" b="1"/>
                        <a:t>Modification</a:t>
                      </a:r>
                      <a:endParaRPr lang="en-MY" sz="600"/>
                    </a:p>
                  </a:txBody>
                  <a:tcPr marL="60960" marR="60960" marT="30480" marB="30480" anchor="ctr">
                    <a:lnL>
                      <a:noFill/>
                    </a:lnL>
                    <a:lnR>
                      <a:noFill/>
                    </a:lnR>
                    <a:lnT>
                      <a:noFill/>
                    </a:lnT>
                    <a:lnB>
                      <a:noFill/>
                    </a:lnB>
                    <a:noFill/>
                  </a:tcPr>
                </a:tc>
                <a:tc>
                  <a:txBody>
                    <a:bodyPr/>
                    <a:lstStyle/>
                    <a:p>
                      <a:r>
                        <a:rPr lang="en-MY" sz="600"/>
                        <a:t>Add, Remove, Update</a:t>
                      </a:r>
                    </a:p>
                  </a:txBody>
                  <a:tcPr marL="60960" marR="60960" marT="30480" marB="30480" anchor="ctr">
                    <a:lnL>
                      <a:noFill/>
                    </a:lnL>
                    <a:lnR>
                      <a:noFill/>
                    </a:lnR>
                    <a:lnT>
                      <a:noFill/>
                    </a:lnT>
                    <a:lnB>
                      <a:noFill/>
                    </a:lnB>
                    <a:noFill/>
                  </a:tcPr>
                </a:tc>
                <a:tc>
                  <a:txBody>
                    <a:bodyPr/>
                    <a:lstStyle/>
                    <a:p>
                      <a:r>
                        <a:rPr lang="en-MY" sz="600"/>
                        <a:t>Not applicable</a:t>
                      </a:r>
                    </a:p>
                  </a:txBody>
                  <a:tcPr marL="60960" marR="60960" marT="30480" marB="30480" anchor="ctr">
                    <a:lnL>
                      <a:noFill/>
                    </a:lnL>
                    <a:lnR>
                      <a:noFill/>
                    </a:lnR>
                    <a:lnT>
                      <a:noFill/>
                    </a:lnT>
                    <a:lnB>
                      <a:noFill/>
                    </a:lnB>
                    <a:noFill/>
                  </a:tcPr>
                </a:tc>
                <a:tc>
                  <a:txBody>
                    <a:bodyPr/>
                    <a:lstStyle/>
                    <a:p>
                      <a:r>
                        <a:rPr lang="en-MY" sz="600"/>
                        <a:t>Add, Remove, Update</a:t>
                      </a:r>
                    </a:p>
                  </a:txBody>
                  <a:tcPr marL="60960" marR="60960" marT="30480" marB="30480" anchor="ctr">
                    <a:lnL>
                      <a:noFill/>
                    </a:lnL>
                    <a:lnR>
                      <a:noFill/>
                    </a:lnR>
                    <a:lnT>
                      <a:noFill/>
                    </a:lnT>
                    <a:lnB>
                      <a:noFill/>
                    </a:lnB>
                    <a:noFill/>
                  </a:tcPr>
                </a:tc>
                <a:tc>
                  <a:txBody>
                    <a:bodyPr/>
                    <a:lstStyle/>
                    <a:p>
                      <a:r>
                        <a:rPr lang="en-MY" sz="600"/>
                        <a:t>Add, Remove, Update</a:t>
                      </a:r>
                    </a:p>
                  </a:txBody>
                  <a:tcPr marL="60960" marR="60960" marT="30480" marB="30480" anchor="ctr">
                    <a:lnL>
                      <a:noFill/>
                    </a:lnL>
                    <a:lnR>
                      <a:noFill/>
                    </a:lnR>
                    <a:lnT>
                      <a:noFill/>
                    </a:lnT>
                    <a:lnB>
                      <a:noFill/>
                    </a:lnB>
                    <a:noFill/>
                  </a:tcPr>
                </a:tc>
                <a:tc>
                  <a:txBody>
                    <a:bodyPr/>
                    <a:lstStyle/>
                    <a:p>
                      <a:r>
                        <a:rPr lang="en-MY" sz="600" dirty="0"/>
                        <a:t>Not applicable</a:t>
                      </a:r>
                    </a:p>
                  </a:txBody>
                  <a:tcPr marL="60960" marR="60960" marT="30480" marB="30480" anchor="ctr">
                    <a:lnL>
                      <a:noFill/>
                    </a:lnL>
                    <a:lnR>
                      <a:noFill/>
                    </a:lnR>
                    <a:lnT>
                      <a:noFill/>
                    </a:lnT>
                    <a:lnB>
                      <a:noFill/>
                    </a:lnB>
                    <a:noFill/>
                  </a:tcPr>
                </a:tc>
                <a:extLst>
                  <a:ext uri="{0D108BD9-81ED-4DB2-BD59-A6C34878D82A}">
                    <a16:rowId xmlns:a16="http://schemas.microsoft.com/office/drawing/2014/main" val="3993086724"/>
                  </a:ext>
                </a:extLst>
              </a:tr>
            </a:tbl>
          </a:graphicData>
        </a:graphic>
      </p:graphicFrame>
      <p:graphicFrame>
        <p:nvGraphicFramePr>
          <p:cNvPr id="14" name="Table 13">
            <a:extLst>
              <a:ext uri="{FF2B5EF4-FFF2-40B4-BE49-F238E27FC236}">
                <a16:creationId xmlns:a16="http://schemas.microsoft.com/office/drawing/2014/main" id="{0EF9966A-EAC1-B835-F2F9-A99B9E795CD1}"/>
              </a:ext>
            </a:extLst>
          </p:cNvPr>
          <p:cNvGraphicFramePr>
            <a:graphicFrameLocks noGrp="1"/>
          </p:cNvGraphicFramePr>
          <p:nvPr/>
        </p:nvGraphicFramePr>
        <p:xfrm>
          <a:off x="2981325" y="4719426"/>
          <a:ext cx="5486400" cy="250529"/>
        </p:xfrm>
        <a:graphic>
          <a:graphicData uri="http://schemas.openxmlformats.org/drawingml/2006/table">
            <a:tbl>
              <a:tblPr/>
              <a:tblGrid>
                <a:gridCol w="914400">
                  <a:extLst>
                    <a:ext uri="{9D8B030D-6E8A-4147-A177-3AD203B41FA5}">
                      <a16:colId xmlns:a16="http://schemas.microsoft.com/office/drawing/2014/main" val="1607268178"/>
                    </a:ext>
                  </a:extLst>
                </a:gridCol>
                <a:gridCol w="914400">
                  <a:extLst>
                    <a:ext uri="{9D8B030D-6E8A-4147-A177-3AD203B41FA5}">
                      <a16:colId xmlns:a16="http://schemas.microsoft.com/office/drawing/2014/main" val="2823783909"/>
                    </a:ext>
                  </a:extLst>
                </a:gridCol>
                <a:gridCol w="914400">
                  <a:extLst>
                    <a:ext uri="{9D8B030D-6E8A-4147-A177-3AD203B41FA5}">
                      <a16:colId xmlns:a16="http://schemas.microsoft.com/office/drawing/2014/main" val="2293706589"/>
                    </a:ext>
                  </a:extLst>
                </a:gridCol>
                <a:gridCol w="914400">
                  <a:extLst>
                    <a:ext uri="{9D8B030D-6E8A-4147-A177-3AD203B41FA5}">
                      <a16:colId xmlns:a16="http://schemas.microsoft.com/office/drawing/2014/main" val="1822506182"/>
                    </a:ext>
                  </a:extLst>
                </a:gridCol>
                <a:gridCol w="914400">
                  <a:extLst>
                    <a:ext uri="{9D8B030D-6E8A-4147-A177-3AD203B41FA5}">
                      <a16:colId xmlns:a16="http://schemas.microsoft.com/office/drawing/2014/main" val="2386000695"/>
                    </a:ext>
                  </a:extLst>
                </a:gridCol>
                <a:gridCol w="914400">
                  <a:extLst>
                    <a:ext uri="{9D8B030D-6E8A-4147-A177-3AD203B41FA5}">
                      <a16:colId xmlns:a16="http://schemas.microsoft.com/office/drawing/2014/main" val="3888642410"/>
                    </a:ext>
                  </a:extLst>
                </a:gridCol>
              </a:tblGrid>
              <a:tr h="250529">
                <a:tc>
                  <a:txBody>
                    <a:bodyPr/>
                    <a:lstStyle/>
                    <a:p>
                      <a:r>
                        <a:rPr lang="en-MY" sz="600" b="1"/>
                        <a:t>Iteration</a:t>
                      </a:r>
                      <a:endParaRPr lang="en-MY" sz="600"/>
                    </a:p>
                  </a:txBody>
                  <a:tcPr marL="60960" marR="60960" marT="30480" marB="30480" anchor="ctr">
                    <a:lnL>
                      <a:noFill/>
                    </a:lnL>
                    <a:lnR>
                      <a:noFill/>
                    </a:lnR>
                    <a:lnT>
                      <a:noFill/>
                    </a:lnT>
                    <a:lnB>
                      <a:noFill/>
                    </a:lnB>
                    <a:noFill/>
                  </a:tcPr>
                </a:tc>
                <a:tc>
                  <a:txBody>
                    <a:bodyPr/>
                    <a:lstStyle/>
                    <a:p>
                      <a:r>
                        <a:rPr lang="en-MY" sz="600"/>
                        <a:t>Yes</a:t>
                      </a:r>
                    </a:p>
                  </a:txBody>
                  <a:tcPr marL="60960" marR="60960" marT="30480" marB="30480" anchor="ctr">
                    <a:lnL>
                      <a:noFill/>
                    </a:lnL>
                    <a:lnR>
                      <a:noFill/>
                    </a:lnR>
                    <a:lnT>
                      <a:noFill/>
                    </a:lnT>
                    <a:lnB>
                      <a:noFill/>
                    </a:lnB>
                    <a:noFill/>
                  </a:tcPr>
                </a:tc>
                <a:tc>
                  <a:txBody>
                    <a:bodyPr/>
                    <a:lstStyle/>
                    <a:p>
                      <a:r>
                        <a:rPr lang="en-MY" sz="600"/>
                        <a:t>Yes</a:t>
                      </a:r>
                    </a:p>
                  </a:txBody>
                  <a:tcPr marL="60960" marR="60960" marT="30480" marB="30480" anchor="ctr">
                    <a:lnL>
                      <a:noFill/>
                    </a:lnL>
                    <a:lnR>
                      <a:noFill/>
                    </a:lnR>
                    <a:lnT>
                      <a:noFill/>
                    </a:lnT>
                    <a:lnB>
                      <a:noFill/>
                    </a:lnB>
                    <a:noFill/>
                  </a:tcPr>
                </a:tc>
                <a:tc>
                  <a:txBody>
                    <a:bodyPr/>
                    <a:lstStyle/>
                    <a:p>
                      <a:r>
                        <a:rPr lang="en-US" sz="600"/>
                        <a:t>By key, value, or items</a:t>
                      </a:r>
                    </a:p>
                  </a:txBody>
                  <a:tcPr marL="60960" marR="60960" marT="30480" marB="30480" anchor="ctr">
                    <a:lnL>
                      <a:noFill/>
                    </a:lnL>
                    <a:lnR>
                      <a:noFill/>
                    </a:lnR>
                    <a:lnT>
                      <a:noFill/>
                    </a:lnT>
                    <a:lnB>
                      <a:noFill/>
                    </a:lnB>
                    <a:noFill/>
                  </a:tcPr>
                </a:tc>
                <a:tc>
                  <a:txBody>
                    <a:bodyPr/>
                    <a:lstStyle/>
                    <a:p>
                      <a:r>
                        <a:rPr lang="en-MY" sz="600"/>
                        <a:t>Yes</a:t>
                      </a:r>
                    </a:p>
                  </a:txBody>
                  <a:tcPr marL="60960" marR="60960" marT="30480" marB="30480" anchor="ctr">
                    <a:lnL>
                      <a:noFill/>
                    </a:lnL>
                    <a:lnR>
                      <a:noFill/>
                    </a:lnR>
                    <a:lnT>
                      <a:noFill/>
                    </a:lnT>
                    <a:lnB>
                      <a:noFill/>
                    </a:lnB>
                    <a:noFill/>
                  </a:tcPr>
                </a:tc>
                <a:tc>
                  <a:txBody>
                    <a:bodyPr/>
                    <a:lstStyle/>
                    <a:p>
                      <a:r>
                        <a:rPr lang="en-MY" sz="600" dirty="0"/>
                        <a:t>Yes</a:t>
                      </a:r>
                    </a:p>
                  </a:txBody>
                  <a:tcPr marL="60960" marR="60960" marT="30480" marB="30480" anchor="ctr">
                    <a:lnL>
                      <a:noFill/>
                    </a:lnL>
                    <a:lnR>
                      <a:noFill/>
                    </a:lnR>
                    <a:lnT>
                      <a:noFill/>
                    </a:lnT>
                    <a:lnB>
                      <a:noFill/>
                    </a:lnB>
                    <a:noFill/>
                  </a:tcPr>
                </a:tc>
                <a:extLst>
                  <a:ext uri="{0D108BD9-81ED-4DB2-BD59-A6C34878D82A}">
                    <a16:rowId xmlns:a16="http://schemas.microsoft.com/office/drawing/2014/main" val="2932959662"/>
                  </a:ext>
                </a:extLst>
              </a:tr>
            </a:tbl>
          </a:graphicData>
        </a:graphic>
      </p:graphicFrame>
      <p:sp>
        <p:nvSpPr>
          <p:cNvPr id="27" name="Rectangle 1">
            <a:extLst>
              <a:ext uri="{FF2B5EF4-FFF2-40B4-BE49-F238E27FC236}">
                <a16:creationId xmlns:a16="http://schemas.microsoft.com/office/drawing/2014/main" id="{4045CD52-B5AD-3D79-2BE6-322842EC9E36}"/>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pic>
        <p:nvPicPr>
          <p:cNvPr id="29" name="Picture 28">
            <a:extLst>
              <a:ext uri="{FF2B5EF4-FFF2-40B4-BE49-F238E27FC236}">
                <a16:creationId xmlns:a16="http://schemas.microsoft.com/office/drawing/2014/main" id="{9DF1E916-01EA-ACF5-2C86-F448B96BAA30}"/>
              </a:ext>
            </a:extLst>
          </p:cNvPr>
          <p:cNvPicPr>
            <a:picLocks noChangeAspect="1"/>
          </p:cNvPicPr>
          <p:nvPr/>
        </p:nvPicPr>
        <p:blipFill>
          <a:blip r:embed="rId3"/>
          <a:stretch>
            <a:fillRect/>
          </a:stretch>
        </p:blipFill>
        <p:spPr>
          <a:xfrm>
            <a:off x="1750086" y="4205277"/>
            <a:ext cx="9439850" cy="1719178"/>
          </a:xfrm>
          <a:prstGeom prst="rect">
            <a:avLst/>
          </a:prstGeom>
        </p:spPr>
      </p:pic>
    </p:spTree>
    <p:extLst>
      <p:ext uri="{BB962C8B-B14F-4D97-AF65-F5344CB8AC3E}">
        <p14:creationId xmlns:p14="http://schemas.microsoft.com/office/powerpoint/2010/main" val="1415110724"/>
      </p:ext>
    </p:extLst>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425642" y="277561"/>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a:solidFill>
            <a:schemeClr val="accent1"/>
          </a:solidFill>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59"/>
            <a:ext cx="10326008" cy="812530"/>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4400" kern="0" dirty="0">
                <a:solidFill>
                  <a:srgbClr val="FFFFFF"/>
                </a:solidFill>
                <a:latin typeface="Courier"/>
                <a:cs typeface="Arial"/>
                <a:sym typeface="Courier"/>
              </a:rPr>
              <a:t>SET</a:t>
            </a:r>
            <a:endParaRPr lang="en-US" sz="4400"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10" name="TextBox 9">
            <a:extLst>
              <a:ext uri="{FF2B5EF4-FFF2-40B4-BE49-F238E27FC236}">
                <a16:creationId xmlns:a16="http://schemas.microsoft.com/office/drawing/2014/main" id="{BE09BCF1-B8B5-F5D5-6CFE-266D84893BD7}"/>
              </a:ext>
            </a:extLst>
          </p:cNvPr>
          <p:cNvSpPr txBox="1"/>
          <p:nvPr/>
        </p:nvSpPr>
        <p:spPr>
          <a:xfrm>
            <a:off x="938687" y="2469389"/>
            <a:ext cx="10251248" cy="1241622"/>
          </a:xfrm>
          <a:prstGeom prst="rect">
            <a:avLst/>
          </a:prstGeom>
          <a:noFill/>
        </p:spPr>
        <p:txBody>
          <a:bodyPr wrap="square">
            <a:spAutoFit/>
          </a:bodyPr>
          <a:lstStyle/>
          <a:p>
            <a:pPr defTabSz="609630" eaLnBrk="0" fontAlgn="base" hangingPunct="0">
              <a:spcBef>
                <a:spcPct val="0"/>
              </a:spcBef>
              <a:spcAft>
                <a:spcPct val="0"/>
              </a:spcAft>
            </a:pPr>
            <a:r>
              <a:rPr lang="en-US" altLang="en-US" sz="1867" kern="0" dirty="0">
                <a:solidFill>
                  <a:srgbClr val="8C52FF"/>
                </a:solidFill>
                <a:latin typeface="Roboto Mono" panose="00000009000000000000" pitchFamily="49" charset="0"/>
                <a:ea typeface="Roboto Mono" panose="00000009000000000000" pitchFamily="49" charset="0"/>
                <a:cs typeface="Open Sans" panose="020B0606030504020204" pitchFamily="34" charset="0"/>
                <a:sym typeface="Arial"/>
              </a:rPr>
              <a:t>Add Set Items</a:t>
            </a:r>
          </a:p>
          <a:p>
            <a:pPr defTabSz="609630" eaLnBrk="0" fontAlgn="base" hangingPunct="0">
              <a:spcBef>
                <a:spcPct val="0"/>
              </a:spcBef>
              <a:spcAft>
                <a:spcPct val="0"/>
              </a:spcAft>
            </a:pPr>
            <a:r>
              <a:rPr lang="en-US" altLang="en-US" sz="1867" kern="0" dirty="0">
                <a:solidFill>
                  <a:srgbClr val="FFFFFF"/>
                </a:solidFill>
                <a:latin typeface="Roboto Mono" panose="00000009000000000000" pitchFamily="49" charset="0"/>
                <a:ea typeface="Roboto Mono" panose="00000009000000000000" pitchFamily="49" charset="0"/>
                <a:cs typeface="Open Sans" panose="020B0606030504020204" pitchFamily="34" charset="0"/>
                <a:sym typeface="Arial"/>
              </a:rPr>
              <a:t>Once a set is created, you cannot change its items, but you can add new items.</a:t>
            </a:r>
            <a:endParaRPr lang="en-US" altLang="en-US" sz="1867" kern="0" dirty="0">
              <a:solidFill>
                <a:srgbClr val="8C52FF"/>
              </a:solidFill>
              <a:latin typeface="Roboto Mono" panose="00000009000000000000" pitchFamily="49" charset="0"/>
              <a:ea typeface="Roboto Mono" panose="00000009000000000000" pitchFamily="49" charset="0"/>
              <a:cs typeface="Open Sans" panose="020B0606030504020204" pitchFamily="34" charset="0"/>
              <a:sym typeface="Arial"/>
            </a:endParaRPr>
          </a:p>
          <a:p>
            <a:pPr defTabSz="609630" eaLnBrk="0" fontAlgn="base" hangingPunct="0">
              <a:spcBef>
                <a:spcPct val="0"/>
              </a:spcBef>
              <a:spcAft>
                <a:spcPct val="0"/>
              </a:spcAft>
            </a:pPr>
            <a:endParaRPr lang="en-US" altLang="en-US" sz="1867" kern="0" dirty="0">
              <a:solidFill>
                <a:srgbClr val="FFFFFF"/>
              </a:solidFill>
              <a:latin typeface="Roboto Mono" panose="00000009000000000000" pitchFamily="49" charset="0"/>
              <a:ea typeface="Roboto Mono" panose="00000009000000000000" pitchFamily="49" charset="0"/>
              <a:cs typeface="Open Sans" panose="020B0606030504020204" pitchFamily="34" charset="0"/>
              <a:sym typeface="Arial"/>
            </a:endParaRPr>
          </a:p>
        </p:txBody>
      </p:sp>
      <p:sp>
        <p:nvSpPr>
          <p:cNvPr id="7" name="Rectangle 3">
            <a:extLst>
              <a:ext uri="{FF2B5EF4-FFF2-40B4-BE49-F238E27FC236}">
                <a16:creationId xmlns:a16="http://schemas.microsoft.com/office/drawing/2014/main" id="{F153D34B-33C4-FAE7-D75E-1879E84A908F}"/>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graphicFrame>
        <p:nvGraphicFramePr>
          <p:cNvPr id="3" name="Table 2">
            <a:extLst>
              <a:ext uri="{FF2B5EF4-FFF2-40B4-BE49-F238E27FC236}">
                <a16:creationId xmlns:a16="http://schemas.microsoft.com/office/drawing/2014/main" id="{85E216B4-2E6A-9DCE-F5B7-24B11C664FF6}"/>
              </a:ext>
            </a:extLst>
          </p:cNvPr>
          <p:cNvGraphicFramePr>
            <a:graphicFrameLocks noGrp="1"/>
          </p:cNvGraphicFramePr>
          <p:nvPr/>
        </p:nvGraphicFramePr>
        <p:xfrm>
          <a:off x="2981325" y="4790546"/>
          <a:ext cx="5486400" cy="155745"/>
        </p:xfrm>
        <a:graphic>
          <a:graphicData uri="http://schemas.openxmlformats.org/drawingml/2006/table">
            <a:tbl>
              <a:tblPr/>
              <a:tblGrid>
                <a:gridCol w="914400">
                  <a:extLst>
                    <a:ext uri="{9D8B030D-6E8A-4147-A177-3AD203B41FA5}">
                      <a16:colId xmlns:a16="http://schemas.microsoft.com/office/drawing/2014/main" val="1650219265"/>
                    </a:ext>
                  </a:extLst>
                </a:gridCol>
                <a:gridCol w="914400">
                  <a:extLst>
                    <a:ext uri="{9D8B030D-6E8A-4147-A177-3AD203B41FA5}">
                      <a16:colId xmlns:a16="http://schemas.microsoft.com/office/drawing/2014/main" val="1265317040"/>
                    </a:ext>
                  </a:extLst>
                </a:gridCol>
                <a:gridCol w="914400">
                  <a:extLst>
                    <a:ext uri="{9D8B030D-6E8A-4147-A177-3AD203B41FA5}">
                      <a16:colId xmlns:a16="http://schemas.microsoft.com/office/drawing/2014/main" val="348286022"/>
                    </a:ext>
                  </a:extLst>
                </a:gridCol>
                <a:gridCol w="914400">
                  <a:extLst>
                    <a:ext uri="{9D8B030D-6E8A-4147-A177-3AD203B41FA5}">
                      <a16:colId xmlns:a16="http://schemas.microsoft.com/office/drawing/2014/main" val="2620889585"/>
                    </a:ext>
                  </a:extLst>
                </a:gridCol>
                <a:gridCol w="914400">
                  <a:extLst>
                    <a:ext uri="{9D8B030D-6E8A-4147-A177-3AD203B41FA5}">
                      <a16:colId xmlns:a16="http://schemas.microsoft.com/office/drawing/2014/main" val="775083623"/>
                    </a:ext>
                  </a:extLst>
                </a:gridCol>
                <a:gridCol w="914400">
                  <a:extLst>
                    <a:ext uri="{9D8B030D-6E8A-4147-A177-3AD203B41FA5}">
                      <a16:colId xmlns:a16="http://schemas.microsoft.com/office/drawing/2014/main" val="1383985661"/>
                    </a:ext>
                  </a:extLst>
                </a:gridCol>
              </a:tblGrid>
              <a:tr h="155745">
                <a:tc>
                  <a:txBody>
                    <a:bodyPr/>
                    <a:lstStyle/>
                    <a:p>
                      <a:r>
                        <a:rPr lang="en-MY" sz="600"/>
                        <a:t>Property</a:t>
                      </a:r>
                    </a:p>
                  </a:txBody>
                  <a:tcPr marL="60960" marR="60960" marT="30480" marB="30480" anchor="ctr">
                    <a:lnL>
                      <a:noFill/>
                    </a:lnL>
                    <a:lnR>
                      <a:noFill/>
                    </a:lnR>
                    <a:lnT>
                      <a:noFill/>
                    </a:lnT>
                    <a:lnB>
                      <a:noFill/>
                    </a:lnB>
                    <a:noFill/>
                  </a:tcPr>
                </a:tc>
                <a:tc>
                  <a:txBody>
                    <a:bodyPr/>
                    <a:lstStyle/>
                    <a:p>
                      <a:r>
                        <a:rPr lang="en-MY" sz="600"/>
                        <a:t>List</a:t>
                      </a:r>
                    </a:p>
                  </a:txBody>
                  <a:tcPr marL="60960" marR="60960" marT="30480" marB="30480" anchor="ctr">
                    <a:lnL>
                      <a:noFill/>
                    </a:lnL>
                    <a:lnR>
                      <a:noFill/>
                    </a:lnR>
                    <a:lnT>
                      <a:noFill/>
                    </a:lnT>
                    <a:lnB>
                      <a:noFill/>
                    </a:lnB>
                    <a:noFill/>
                  </a:tcPr>
                </a:tc>
                <a:tc>
                  <a:txBody>
                    <a:bodyPr/>
                    <a:lstStyle/>
                    <a:p>
                      <a:r>
                        <a:rPr lang="en-MY" sz="600"/>
                        <a:t>Tuple</a:t>
                      </a:r>
                    </a:p>
                  </a:txBody>
                  <a:tcPr marL="60960" marR="60960" marT="30480" marB="30480" anchor="ctr">
                    <a:lnL>
                      <a:noFill/>
                    </a:lnL>
                    <a:lnR>
                      <a:noFill/>
                    </a:lnR>
                    <a:lnT>
                      <a:noFill/>
                    </a:lnT>
                    <a:lnB>
                      <a:noFill/>
                    </a:lnB>
                    <a:noFill/>
                  </a:tcPr>
                </a:tc>
                <a:tc>
                  <a:txBody>
                    <a:bodyPr/>
                    <a:lstStyle/>
                    <a:p>
                      <a:r>
                        <a:rPr lang="en-MY" sz="600"/>
                        <a:t>Dictionary</a:t>
                      </a:r>
                    </a:p>
                  </a:txBody>
                  <a:tcPr marL="60960" marR="60960" marT="30480" marB="30480" anchor="ctr">
                    <a:lnL>
                      <a:noFill/>
                    </a:lnL>
                    <a:lnR>
                      <a:noFill/>
                    </a:lnR>
                    <a:lnT>
                      <a:noFill/>
                    </a:lnT>
                    <a:lnB>
                      <a:noFill/>
                    </a:lnB>
                    <a:noFill/>
                  </a:tcPr>
                </a:tc>
                <a:tc>
                  <a:txBody>
                    <a:bodyPr/>
                    <a:lstStyle/>
                    <a:p>
                      <a:r>
                        <a:rPr lang="en-MY" sz="600"/>
                        <a:t>Set</a:t>
                      </a:r>
                    </a:p>
                  </a:txBody>
                  <a:tcPr marL="60960" marR="60960" marT="30480" marB="30480" anchor="ctr">
                    <a:lnL>
                      <a:noFill/>
                    </a:lnL>
                    <a:lnR>
                      <a:noFill/>
                    </a:lnR>
                    <a:lnT>
                      <a:noFill/>
                    </a:lnT>
                    <a:lnB>
                      <a:noFill/>
                    </a:lnB>
                    <a:noFill/>
                  </a:tcPr>
                </a:tc>
                <a:tc>
                  <a:txBody>
                    <a:bodyPr/>
                    <a:lstStyle/>
                    <a:p>
                      <a:r>
                        <a:rPr lang="en-MY" sz="600" dirty="0"/>
                        <a:t>String</a:t>
                      </a:r>
                    </a:p>
                  </a:txBody>
                  <a:tcPr marL="60960" marR="60960" marT="30480" marB="30480" anchor="ctr">
                    <a:lnL>
                      <a:noFill/>
                    </a:lnL>
                    <a:lnR>
                      <a:noFill/>
                    </a:lnR>
                    <a:lnT>
                      <a:noFill/>
                    </a:lnT>
                    <a:lnB>
                      <a:noFill/>
                    </a:lnB>
                    <a:noFill/>
                  </a:tcPr>
                </a:tc>
                <a:extLst>
                  <a:ext uri="{0D108BD9-81ED-4DB2-BD59-A6C34878D82A}">
                    <a16:rowId xmlns:a16="http://schemas.microsoft.com/office/drawing/2014/main" val="2581077679"/>
                  </a:ext>
                </a:extLst>
              </a:tr>
            </a:tbl>
          </a:graphicData>
        </a:graphic>
      </p:graphicFrame>
      <p:graphicFrame>
        <p:nvGraphicFramePr>
          <p:cNvPr id="4" name="Table 3">
            <a:extLst>
              <a:ext uri="{FF2B5EF4-FFF2-40B4-BE49-F238E27FC236}">
                <a16:creationId xmlns:a16="http://schemas.microsoft.com/office/drawing/2014/main" id="{A73F8625-FBD0-CFED-8742-9E42D0535B30}"/>
              </a:ext>
            </a:extLst>
          </p:cNvPr>
          <p:cNvGraphicFramePr>
            <a:graphicFrameLocks noGrp="1"/>
          </p:cNvGraphicFramePr>
          <p:nvPr/>
        </p:nvGraphicFramePr>
        <p:xfrm>
          <a:off x="2981325" y="4790546"/>
          <a:ext cx="5486400" cy="155745"/>
        </p:xfrm>
        <a:graphic>
          <a:graphicData uri="http://schemas.openxmlformats.org/drawingml/2006/table">
            <a:tbl>
              <a:tblPr/>
              <a:tblGrid>
                <a:gridCol w="914400">
                  <a:extLst>
                    <a:ext uri="{9D8B030D-6E8A-4147-A177-3AD203B41FA5}">
                      <a16:colId xmlns:a16="http://schemas.microsoft.com/office/drawing/2014/main" val="56810743"/>
                    </a:ext>
                  </a:extLst>
                </a:gridCol>
                <a:gridCol w="914400">
                  <a:extLst>
                    <a:ext uri="{9D8B030D-6E8A-4147-A177-3AD203B41FA5}">
                      <a16:colId xmlns:a16="http://schemas.microsoft.com/office/drawing/2014/main" val="616791729"/>
                    </a:ext>
                  </a:extLst>
                </a:gridCol>
                <a:gridCol w="914400">
                  <a:extLst>
                    <a:ext uri="{9D8B030D-6E8A-4147-A177-3AD203B41FA5}">
                      <a16:colId xmlns:a16="http://schemas.microsoft.com/office/drawing/2014/main" val="3086751849"/>
                    </a:ext>
                  </a:extLst>
                </a:gridCol>
                <a:gridCol w="914400">
                  <a:extLst>
                    <a:ext uri="{9D8B030D-6E8A-4147-A177-3AD203B41FA5}">
                      <a16:colId xmlns:a16="http://schemas.microsoft.com/office/drawing/2014/main" val="417497402"/>
                    </a:ext>
                  </a:extLst>
                </a:gridCol>
                <a:gridCol w="914400">
                  <a:extLst>
                    <a:ext uri="{9D8B030D-6E8A-4147-A177-3AD203B41FA5}">
                      <a16:colId xmlns:a16="http://schemas.microsoft.com/office/drawing/2014/main" val="2335140626"/>
                    </a:ext>
                  </a:extLst>
                </a:gridCol>
                <a:gridCol w="914400">
                  <a:extLst>
                    <a:ext uri="{9D8B030D-6E8A-4147-A177-3AD203B41FA5}">
                      <a16:colId xmlns:a16="http://schemas.microsoft.com/office/drawing/2014/main" val="2383152525"/>
                    </a:ext>
                  </a:extLst>
                </a:gridCol>
              </a:tblGrid>
              <a:tr h="155745">
                <a:tc>
                  <a:txBody>
                    <a:bodyPr/>
                    <a:lstStyle/>
                    <a:p>
                      <a:r>
                        <a:rPr lang="en-MY" sz="600" b="1"/>
                        <a:t>Data Type</a:t>
                      </a:r>
                      <a:endParaRPr lang="en-MY" sz="600"/>
                    </a:p>
                  </a:txBody>
                  <a:tcPr marL="60960" marR="60960" marT="30480" marB="30480" anchor="ctr">
                    <a:lnL>
                      <a:noFill/>
                    </a:lnL>
                    <a:lnR>
                      <a:noFill/>
                    </a:lnR>
                    <a:lnT>
                      <a:noFill/>
                    </a:lnT>
                    <a:lnB>
                      <a:noFill/>
                    </a:lnB>
                    <a:noFill/>
                  </a:tcPr>
                </a:tc>
                <a:tc>
                  <a:txBody>
                    <a:bodyPr/>
                    <a:lstStyle/>
                    <a:p>
                      <a:r>
                        <a:rPr lang="en-MY" sz="600"/>
                        <a:t>Mutable</a:t>
                      </a:r>
                    </a:p>
                  </a:txBody>
                  <a:tcPr marL="60960" marR="60960" marT="30480" marB="30480" anchor="ctr">
                    <a:lnL>
                      <a:noFill/>
                    </a:lnL>
                    <a:lnR>
                      <a:noFill/>
                    </a:lnR>
                    <a:lnT>
                      <a:noFill/>
                    </a:lnT>
                    <a:lnB>
                      <a:noFill/>
                    </a:lnB>
                    <a:noFill/>
                  </a:tcPr>
                </a:tc>
                <a:tc>
                  <a:txBody>
                    <a:bodyPr/>
                    <a:lstStyle/>
                    <a:p>
                      <a:r>
                        <a:rPr lang="en-MY" sz="600"/>
                        <a:t>Immutable</a:t>
                      </a:r>
                    </a:p>
                  </a:txBody>
                  <a:tcPr marL="60960" marR="60960" marT="30480" marB="30480" anchor="ctr">
                    <a:lnL>
                      <a:noFill/>
                    </a:lnL>
                    <a:lnR>
                      <a:noFill/>
                    </a:lnR>
                    <a:lnT>
                      <a:noFill/>
                    </a:lnT>
                    <a:lnB>
                      <a:noFill/>
                    </a:lnB>
                    <a:noFill/>
                  </a:tcPr>
                </a:tc>
                <a:tc>
                  <a:txBody>
                    <a:bodyPr/>
                    <a:lstStyle/>
                    <a:p>
                      <a:r>
                        <a:rPr lang="en-MY" sz="600"/>
                        <a:t>Mutable</a:t>
                      </a:r>
                    </a:p>
                  </a:txBody>
                  <a:tcPr marL="60960" marR="60960" marT="30480" marB="30480" anchor="ctr">
                    <a:lnL>
                      <a:noFill/>
                    </a:lnL>
                    <a:lnR>
                      <a:noFill/>
                    </a:lnR>
                    <a:lnT>
                      <a:noFill/>
                    </a:lnT>
                    <a:lnB>
                      <a:noFill/>
                    </a:lnB>
                    <a:noFill/>
                  </a:tcPr>
                </a:tc>
                <a:tc>
                  <a:txBody>
                    <a:bodyPr/>
                    <a:lstStyle/>
                    <a:p>
                      <a:r>
                        <a:rPr lang="en-MY" sz="600"/>
                        <a:t>Mutable</a:t>
                      </a:r>
                    </a:p>
                  </a:txBody>
                  <a:tcPr marL="60960" marR="60960" marT="30480" marB="30480" anchor="ctr">
                    <a:lnL>
                      <a:noFill/>
                    </a:lnL>
                    <a:lnR>
                      <a:noFill/>
                    </a:lnR>
                    <a:lnT>
                      <a:noFill/>
                    </a:lnT>
                    <a:lnB>
                      <a:noFill/>
                    </a:lnB>
                    <a:noFill/>
                  </a:tcPr>
                </a:tc>
                <a:tc>
                  <a:txBody>
                    <a:bodyPr/>
                    <a:lstStyle/>
                    <a:p>
                      <a:r>
                        <a:rPr lang="en-MY" sz="600" dirty="0"/>
                        <a:t>Immutable</a:t>
                      </a:r>
                    </a:p>
                  </a:txBody>
                  <a:tcPr marL="60960" marR="60960" marT="30480" marB="30480" anchor="ctr">
                    <a:lnL>
                      <a:noFill/>
                    </a:lnL>
                    <a:lnR>
                      <a:noFill/>
                    </a:lnR>
                    <a:lnT>
                      <a:noFill/>
                    </a:lnT>
                    <a:lnB>
                      <a:noFill/>
                    </a:lnB>
                    <a:noFill/>
                  </a:tcPr>
                </a:tc>
                <a:extLst>
                  <a:ext uri="{0D108BD9-81ED-4DB2-BD59-A6C34878D82A}">
                    <a16:rowId xmlns:a16="http://schemas.microsoft.com/office/drawing/2014/main" val="1860675490"/>
                  </a:ext>
                </a:extLst>
              </a:tr>
            </a:tbl>
          </a:graphicData>
        </a:graphic>
      </p:graphicFrame>
      <p:graphicFrame>
        <p:nvGraphicFramePr>
          <p:cNvPr id="8" name="Table 7">
            <a:extLst>
              <a:ext uri="{FF2B5EF4-FFF2-40B4-BE49-F238E27FC236}">
                <a16:creationId xmlns:a16="http://schemas.microsoft.com/office/drawing/2014/main" id="{0C039C53-F429-EC84-E7AD-32027578EB5E}"/>
              </a:ext>
            </a:extLst>
          </p:cNvPr>
          <p:cNvGraphicFramePr>
            <a:graphicFrameLocks noGrp="1"/>
          </p:cNvGraphicFramePr>
          <p:nvPr/>
        </p:nvGraphicFramePr>
        <p:xfrm>
          <a:off x="2981325" y="4719426"/>
          <a:ext cx="5486400" cy="155745"/>
        </p:xfrm>
        <a:graphic>
          <a:graphicData uri="http://schemas.openxmlformats.org/drawingml/2006/table">
            <a:tbl>
              <a:tblPr/>
              <a:tblGrid>
                <a:gridCol w="914400">
                  <a:extLst>
                    <a:ext uri="{9D8B030D-6E8A-4147-A177-3AD203B41FA5}">
                      <a16:colId xmlns:a16="http://schemas.microsoft.com/office/drawing/2014/main" val="2528817127"/>
                    </a:ext>
                  </a:extLst>
                </a:gridCol>
                <a:gridCol w="914400">
                  <a:extLst>
                    <a:ext uri="{9D8B030D-6E8A-4147-A177-3AD203B41FA5}">
                      <a16:colId xmlns:a16="http://schemas.microsoft.com/office/drawing/2014/main" val="3442571322"/>
                    </a:ext>
                  </a:extLst>
                </a:gridCol>
                <a:gridCol w="914400">
                  <a:extLst>
                    <a:ext uri="{9D8B030D-6E8A-4147-A177-3AD203B41FA5}">
                      <a16:colId xmlns:a16="http://schemas.microsoft.com/office/drawing/2014/main" val="1640278697"/>
                    </a:ext>
                  </a:extLst>
                </a:gridCol>
                <a:gridCol w="914400">
                  <a:extLst>
                    <a:ext uri="{9D8B030D-6E8A-4147-A177-3AD203B41FA5}">
                      <a16:colId xmlns:a16="http://schemas.microsoft.com/office/drawing/2014/main" val="3647164780"/>
                    </a:ext>
                  </a:extLst>
                </a:gridCol>
                <a:gridCol w="914400">
                  <a:extLst>
                    <a:ext uri="{9D8B030D-6E8A-4147-A177-3AD203B41FA5}">
                      <a16:colId xmlns:a16="http://schemas.microsoft.com/office/drawing/2014/main" val="1871099150"/>
                    </a:ext>
                  </a:extLst>
                </a:gridCol>
                <a:gridCol w="914400">
                  <a:extLst>
                    <a:ext uri="{9D8B030D-6E8A-4147-A177-3AD203B41FA5}">
                      <a16:colId xmlns:a16="http://schemas.microsoft.com/office/drawing/2014/main" val="1415575162"/>
                    </a:ext>
                  </a:extLst>
                </a:gridCol>
              </a:tblGrid>
              <a:tr h="155745">
                <a:tc>
                  <a:txBody>
                    <a:bodyPr/>
                    <a:lstStyle/>
                    <a:p>
                      <a:r>
                        <a:rPr lang="en-MY" sz="600" b="1"/>
                        <a:t>Syntax</a:t>
                      </a:r>
                      <a:endParaRPr lang="en-MY" sz="600"/>
                    </a:p>
                  </a:txBody>
                  <a:tcPr marL="60960" marR="60960" marT="30480" marB="30480" anchor="ctr">
                    <a:lnL>
                      <a:noFill/>
                    </a:lnL>
                    <a:lnR>
                      <a:noFill/>
                    </a:lnR>
                    <a:lnT>
                      <a:noFill/>
                    </a:lnT>
                    <a:lnB>
                      <a:noFill/>
                    </a:lnB>
                    <a:noFill/>
                  </a:tcPr>
                </a:tc>
                <a:tc>
                  <a:txBody>
                    <a:bodyPr/>
                    <a:lstStyle/>
                    <a:p>
                      <a:r>
                        <a:rPr lang="en-MY" sz="600"/>
                        <a:t>[ ]</a:t>
                      </a:r>
                    </a:p>
                  </a:txBody>
                  <a:tcPr marL="60960" marR="60960" marT="30480" marB="30480" anchor="ctr">
                    <a:lnL>
                      <a:noFill/>
                    </a:lnL>
                    <a:lnR>
                      <a:noFill/>
                    </a:lnR>
                    <a:lnT>
                      <a:noFill/>
                    </a:lnT>
                    <a:lnB>
                      <a:noFill/>
                    </a:lnB>
                    <a:noFill/>
                  </a:tcPr>
                </a:tc>
                <a:tc>
                  <a:txBody>
                    <a:bodyPr/>
                    <a:lstStyle/>
                    <a:p>
                      <a:r>
                        <a:rPr lang="en-MY" sz="600"/>
                        <a:t>( )</a:t>
                      </a:r>
                    </a:p>
                  </a:txBody>
                  <a:tcPr marL="60960" marR="60960" marT="30480" marB="30480" anchor="ctr">
                    <a:lnL>
                      <a:noFill/>
                    </a:lnL>
                    <a:lnR>
                      <a:noFill/>
                    </a:lnR>
                    <a:lnT>
                      <a:noFill/>
                    </a:lnT>
                    <a:lnB>
                      <a:noFill/>
                    </a:lnB>
                    <a:noFill/>
                  </a:tcPr>
                </a:tc>
                <a:tc>
                  <a:txBody>
                    <a:bodyPr/>
                    <a:lstStyle/>
                    <a:p>
                      <a:r>
                        <a:rPr lang="en-MY" sz="600"/>
                        <a:t>{ key: value, ... }</a:t>
                      </a:r>
                    </a:p>
                  </a:txBody>
                  <a:tcPr marL="60960" marR="60960" marT="30480" marB="30480" anchor="ctr">
                    <a:lnL>
                      <a:noFill/>
                    </a:lnL>
                    <a:lnR>
                      <a:noFill/>
                    </a:lnR>
                    <a:lnT>
                      <a:noFill/>
                    </a:lnT>
                    <a:lnB>
                      <a:noFill/>
                    </a:lnB>
                    <a:noFill/>
                  </a:tcPr>
                </a:tc>
                <a:tc>
                  <a:txBody>
                    <a:bodyPr/>
                    <a:lstStyle/>
                    <a:p>
                      <a:r>
                        <a:rPr lang="en-MY" sz="600"/>
                        <a:t>{ }</a:t>
                      </a:r>
                    </a:p>
                  </a:txBody>
                  <a:tcPr marL="60960" marR="60960" marT="30480" marB="30480" anchor="ctr">
                    <a:lnL>
                      <a:noFill/>
                    </a:lnL>
                    <a:lnR>
                      <a:noFill/>
                    </a:lnR>
                    <a:lnT>
                      <a:noFill/>
                    </a:lnT>
                    <a:lnB>
                      <a:noFill/>
                    </a:lnB>
                    <a:noFill/>
                  </a:tcPr>
                </a:tc>
                <a:tc>
                  <a:txBody>
                    <a:bodyPr/>
                    <a:lstStyle/>
                    <a:p>
                      <a:r>
                        <a:rPr lang="en-MY" sz="600" dirty="0"/>
                        <a:t>' ', " "</a:t>
                      </a:r>
                    </a:p>
                  </a:txBody>
                  <a:tcPr marL="60960" marR="60960" marT="30480" marB="30480" anchor="ctr">
                    <a:lnL>
                      <a:noFill/>
                    </a:lnL>
                    <a:lnR>
                      <a:noFill/>
                    </a:lnR>
                    <a:lnT>
                      <a:noFill/>
                    </a:lnT>
                    <a:lnB>
                      <a:noFill/>
                    </a:lnB>
                    <a:noFill/>
                  </a:tcPr>
                </a:tc>
                <a:extLst>
                  <a:ext uri="{0D108BD9-81ED-4DB2-BD59-A6C34878D82A}">
                    <a16:rowId xmlns:a16="http://schemas.microsoft.com/office/drawing/2014/main" val="3579029953"/>
                  </a:ext>
                </a:extLst>
              </a:tr>
            </a:tbl>
          </a:graphicData>
        </a:graphic>
      </p:graphicFrame>
      <p:graphicFrame>
        <p:nvGraphicFramePr>
          <p:cNvPr id="9" name="Table 8">
            <a:extLst>
              <a:ext uri="{FF2B5EF4-FFF2-40B4-BE49-F238E27FC236}">
                <a16:creationId xmlns:a16="http://schemas.microsoft.com/office/drawing/2014/main" id="{6DF84483-DDDE-A443-EDDA-11B1F692C04E}"/>
              </a:ext>
            </a:extLst>
          </p:cNvPr>
          <p:cNvGraphicFramePr>
            <a:graphicFrameLocks noGrp="1"/>
          </p:cNvGraphicFramePr>
          <p:nvPr/>
        </p:nvGraphicFramePr>
        <p:xfrm>
          <a:off x="2981325" y="4790546"/>
          <a:ext cx="5486400" cy="155745"/>
        </p:xfrm>
        <a:graphic>
          <a:graphicData uri="http://schemas.openxmlformats.org/drawingml/2006/table">
            <a:tbl>
              <a:tblPr/>
              <a:tblGrid>
                <a:gridCol w="914400">
                  <a:extLst>
                    <a:ext uri="{9D8B030D-6E8A-4147-A177-3AD203B41FA5}">
                      <a16:colId xmlns:a16="http://schemas.microsoft.com/office/drawing/2014/main" val="1160172564"/>
                    </a:ext>
                  </a:extLst>
                </a:gridCol>
                <a:gridCol w="914400">
                  <a:extLst>
                    <a:ext uri="{9D8B030D-6E8A-4147-A177-3AD203B41FA5}">
                      <a16:colId xmlns:a16="http://schemas.microsoft.com/office/drawing/2014/main" val="386103265"/>
                    </a:ext>
                  </a:extLst>
                </a:gridCol>
                <a:gridCol w="914400">
                  <a:extLst>
                    <a:ext uri="{9D8B030D-6E8A-4147-A177-3AD203B41FA5}">
                      <a16:colId xmlns:a16="http://schemas.microsoft.com/office/drawing/2014/main" val="1812838007"/>
                    </a:ext>
                  </a:extLst>
                </a:gridCol>
                <a:gridCol w="914400">
                  <a:extLst>
                    <a:ext uri="{9D8B030D-6E8A-4147-A177-3AD203B41FA5}">
                      <a16:colId xmlns:a16="http://schemas.microsoft.com/office/drawing/2014/main" val="1757665311"/>
                    </a:ext>
                  </a:extLst>
                </a:gridCol>
                <a:gridCol w="914400">
                  <a:extLst>
                    <a:ext uri="{9D8B030D-6E8A-4147-A177-3AD203B41FA5}">
                      <a16:colId xmlns:a16="http://schemas.microsoft.com/office/drawing/2014/main" val="3817693942"/>
                    </a:ext>
                  </a:extLst>
                </a:gridCol>
                <a:gridCol w="914400">
                  <a:extLst>
                    <a:ext uri="{9D8B030D-6E8A-4147-A177-3AD203B41FA5}">
                      <a16:colId xmlns:a16="http://schemas.microsoft.com/office/drawing/2014/main" val="2721288355"/>
                    </a:ext>
                  </a:extLst>
                </a:gridCol>
              </a:tblGrid>
              <a:tr h="155745">
                <a:tc>
                  <a:txBody>
                    <a:bodyPr/>
                    <a:lstStyle/>
                    <a:p>
                      <a:r>
                        <a:rPr lang="en-MY" sz="600" b="1"/>
                        <a:t>Ordered</a:t>
                      </a:r>
                      <a:endParaRPr lang="en-MY" sz="600"/>
                    </a:p>
                  </a:txBody>
                  <a:tcPr marL="60960" marR="60960" marT="30480" marB="30480" anchor="ctr">
                    <a:lnL>
                      <a:noFill/>
                    </a:lnL>
                    <a:lnR>
                      <a:noFill/>
                    </a:lnR>
                    <a:lnT>
                      <a:noFill/>
                    </a:lnT>
                    <a:lnB>
                      <a:noFill/>
                    </a:lnB>
                    <a:noFill/>
                  </a:tcPr>
                </a:tc>
                <a:tc>
                  <a:txBody>
                    <a:bodyPr/>
                    <a:lstStyle/>
                    <a:p>
                      <a:r>
                        <a:rPr lang="en-MY" sz="600"/>
                        <a:t>Yes</a:t>
                      </a:r>
                    </a:p>
                  </a:txBody>
                  <a:tcPr marL="60960" marR="60960" marT="30480" marB="30480" anchor="ctr">
                    <a:lnL>
                      <a:noFill/>
                    </a:lnL>
                    <a:lnR>
                      <a:noFill/>
                    </a:lnR>
                    <a:lnT>
                      <a:noFill/>
                    </a:lnT>
                    <a:lnB>
                      <a:noFill/>
                    </a:lnB>
                    <a:noFill/>
                  </a:tcPr>
                </a:tc>
                <a:tc>
                  <a:txBody>
                    <a:bodyPr/>
                    <a:lstStyle/>
                    <a:p>
                      <a:r>
                        <a:rPr lang="en-MY" sz="600"/>
                        <a:t>Yes</a:t>
                      </a:r>
                    </a:p>
                  </a:txBody>
                  <a:tcPr marL="60960" marR="60960" marT="30480" marB="30480" anchor="ctr">
                    <a:lnL>
                      <a:noFill/>
                    </a:lnL>
                    <a:lnR>
                      <a:noFill/>
                    </a:lnR>
                    <a:lnT>
                      <a:noFill/>
                    </a:lnT>
                    <a:lnB>
                      <a:noFill/>
                    </a:lnB>
                    <a:noFill/>
                  </a:tcPr>
                </a:tc>
                <a:tc>
                  <a:txBody>
                    <a:bodyPr/>
                    <a:lstStyle/>
                    <a:p>
                      <a:r>
                        <a:rPr lang="en-MY" sz="600"/>
                        <a:t>No</a:t>
                      </a:r>
                    </a:p>
                  </a:txBody>
                  <a:tcPr marL="60960" marR="60960" marT="30480" marB="30480" anchor="ctr">
                    <a:lnL>
                      <a:noFill/>
                    </a:lnL>
                    <a:lnR>
                      <a:noFill/>
                    </a:lnR>
                    <a:lnT>
                      <a:noFill/>
                    </a:lnT>
                    <a:lnB>
                      <a:noFill/>
                    </a:lnB>
                    <a:noFill/>
                  </a:tcPr>
                </a:tc>
                <a:tc>
                  <a:txBody>
                    <a:bodyPr/>
                    <a:lstStyle/>
                    <a:p>
                      <a:r>
                        <a:rPr lang="en-MY" sz="600"/>
                        <a:t>No</a:t>
                      </a:r>
                    </a:p>
                  </a:txBody>
                  <a:tcPr marL="60960" marR="60960" marT="30480" marB="30480" anchor="ctr">
                    <a:lnL>
                      <a:noFill/>
                    </a:lnL>
                    <a:lnR>
                      <a:noFill/>
                    </a:lnR>
                    <a:lnT>
                      <a:noFill/>
                    </a:lnT>
                    <a:lnB>
                      <a:noFill/>
                    </a:lnB>
                    <a:noFill/>
                  </a:tcPr>
                </a:tc>
                <a:tc>
                  <a:txBody>
                    <a:bodyPr/>
                    <a:lstStyle/>
                    <a:p>
                      <a:r>
                        <a:rPr lang="en-MY" sz="600" dirty="0"/>
                        <a:t>Yes</a:t>
                      </a:r>
                    </a:p>
                  </a:txBody>
                  <a:tcPr marL="60960" marR="60960" marT="30480" marB="30480" anchor="ctr">
                    <a:lnL>
                      <a:noFill/>
                    </a:lnL>
                    <a:lnR>
                      <a:noFill/>
                    </a:lnR>
                    <a:lnT>
                      <a:noFill/>
                    </a:lnT>
                    <a:lnB>
                      <a:noFill/>
                    </a:lnB>
                    <a:noFill/>
                  </a:tcPr>
                </a:tc>
                <a:extLst>
                  <a:ext uri="{0D108BD9-81ED-4DB2-BD59-A6C34878D82A}">
                    <a16:rowId xmlns:a16="http://schemas.microsoft.com/office/drawing/2014/main" val="1915537161"/>
                  </a:ext>
                </a:extLst>
              </a:tr>
            </a:tbl>
          </a:graphicData>
        </a:graphic>
      </p:graphicFrame>
      <p:graphicFrame>
        <p:nvGraphicFramePr>
          <p:cNvPr id="11" name="Table 10">
            <a:extLst>
              <a:ext uri="{FF2B5EF4-FFF2-40B4-BE49-F238E27FC236}">
                <a16:creationId xmlns:a16="http://schemas.microsoft.com/office/drawing/2014/main" id="{BBE6DA36-1622-5A99-66C5-98BDE2C8B2B2}"/>
              </a:ext>
            </a:extLst>
          </p:cNvPr>
          <p:cNvGraphicFramePr>
            <a:graphicFrameLocks noGrp="1"/>
          </p:cNvGraphicFramePr>
          <p:nvPr/>
        </p:nvGraphicFramePr>
        <p:xfrm>
          <a:off x="2981325" y="4577186"/>
          <a:ext cx="5486400" cy="250529"/>
        </p:xfrm>
        <a:graphic>
          <a:graphicData uri="http://schemas.openxmlformats.org/drawingml/2006/table">
            <a:tbl>
              <a:tblPr/>
              <a:tblGrid>
                <a:gridCol w="914400">
                  <a:extLst>
                    <a:ext uri="{9D8B030D-6E8A-4147-A177-3AD203B41FA5}">
                      <a16:colId xmlns:a16="http://schemas.microsoft.com/office/drawing/2014/main" val="573957890"/>
                    </a:ext>
                  </a:extLst>
                </a:gridCol>
                <a:gridCol w="914400">
                  <a:extLst>
                    <a:ext uri="{9D8B030D-6E8A-4147-A177-3AD203B41FA5}">
                      <a16:colId xmlns:a16="http://schemas.microsoft.com/office/drawing/2014/main" val="3686268578"/>
                    </a:ext>
                  </a:extLst>
                </a:gridCol>
                <a:gridCol w="914400">
                  <a:extLst>
                    <a:ext uri="{9D8B030D-6E8A-4147-A177-3AD203B41FA5}">
                      <a16:colId xmlns:a16="http://schemas.microsoft.com/office/drawing/2014/main" val="799620150"/>
                    </a:ext>
                  </a:extLst>
                </a:gridCol>
                <a:gridCol w="914400">
                  <a:extLst>
                    <a:ext uri="{9D8B030D-6E8A-4147-A177-3AD203B41FA5}">
                      <a16:colId xmlns:a16="http://schemas.microsoft.com/office/drawing/2014/main" val="291992544"/>
                    </a:ext>
                  </a:extLst>
                </a:gridCol>
                <a:gridCol w="914400">
                  <a:extLst>
                    <a:ext uri="{9D8B030D-6E8A-4147-A177-3AD203B41FA5}">
                      <a16:colId xmlns:a16="http://schemas.microsoft.com/office/drawing/2014/main" val="477971701"/>
                    </a:ext>
                  </a:extLst>
                </a:gridCol>
                <a:gridCol w="914400">
                  <a:extLst>
                    <a:ext uri="{9D8B030D-6E8A-4147-A177-3AD203B41FA5}">
                      <a16:colId xmlns:a16="http://schemas.microsoft.com/office/drawing/2014/main" val="3557286118"/>
                    </a:ext>
                  </a:extLst>
                </a:gridCol>
              </a:tblGrid>
              <a:tr h="250529">
                <a:tc>
                  <a:txBody>
                    <a:bodyPr/>
                    <a:lstStyle/>
                    <a:p>
                      <a:r>
                        <a:rPr lang="en-MY" sz="600" b="1"/>
                        <a:t>Duplicate Values</a:t>
                      </a:r>
                      <a:endParaRPr lang="en-MY" sz="600"/>
                    </a:p>
                  </a:txBody>
                  <a:tcPr marL="60960" marR="60960" marT="30480" marB="30480" anchor="ctr">
                    <a:lnL>
                      <a:noFill/>
                    </a:lnL>
                    <a:lnR>
                      <a:noFill/>
                    </a:lnR>
                    <a:lnT>
                      <a:noFill/>
                    </a:lnT>
                    <a:lnB>
                      <a:noFill/>
                    </a:lnB>
                    <a:noFill/>
                  </a:tcPr>
                </a:tc>
                <a:tc>
                  <a:txBody>
                    <a:bodyPr/>
                    <a:lstStyle/>
                    <a:p>
                      <a:r>
                        <a:rPr lang="en-MY" sz="600"/>
                        <a:t>Allowed</a:t>
                      </a:r>
                    </a:p>
                  </a:txBody>
                  <a:tcPr marL="60960" marR="60960" marT="30480" marB="30480" anchor="ctr">
                    <a:lnL>
                      <a:noFill/>
                    </a:lnL>
                    <a:lnR>
                      <a:noFill/>
                    </a:lnR>
                    <a:lnT>
                      <a:noFill/>
                    </a:lnT>
                    <a:lnB>
                      <a:noFill/>
                    </a:lnB>
                    <a:noFill/>
                  </a:tcPr>
                </a:tc>
                <a:tc>
                  <a:txBody>
                    <a:bodyPr/>
                    <a:lstStyle/>
                    <a:p>
                      <a:r>
                        <a:rPr lang="en-MY" sz="600"/>
                        <a:t>Allowed</a:t>
                      </a:r>
                    </a:p>
                  </a:txBody>
                  <a:tcPr marL="60960" marR="60960" marT="30480" marB="30480" anchor="ctr">
                    <a:lnL>
                      <a:noFill/>
                    </a:lnL>
                    <a:lnR>
                      <a:noFill/>
                    </a:lnR>
                    <a:lnT>
                      <a:noFill/>
                    </a:lnT>
                    <a:lnB>
                      <a:noFill/>
                    </a:lnB>
                    <a:noFill/>
                  </a:tcPr>
                </a:tc>
                <a:tc>
                  <a:txBody>
                    <a:bodyPr/>
                    <a:lstStyle/>
                    <a:p>
                      <a:r>
                        <a:rPr lang="en-US" sz="600"/>
                        <a:t>Keys: Not allowed, Values: Allowed</a:t>
                      </a:r>
                    </a:p>
                  </a:txBody>
                  <a:tcPr marL="60960" marR="60960" marT="30480" marB="30480" anchor="ctr">
                    <a:lnL>
                      <a:noFill/>
                    </a:lnL>
                    <a:lnR>
                      <a:noFill/>
                    </a:lnR>
                    <a:lnT>
                      <a:noFill/>
                    </a:lnT>
                    <a:lnB>
                      <a:noFill/>
                    </a:lnB>
                    <a:noFill/>
                  </a:tcPr>
                </a:tc>
                <a:tc>
                  <a:txBody>
                    <a:bodyPr/>
                    <a:lstStyle/>
                    <a:p>
                      <a:r>
                        <a:rPr lang="en-MY" sz="600"/>
                        <a:t>Not allowed</a:t>
                      </a:r>
                    </a:p>
                  </a:txBody>
                  <a:tcPr marL="60960" marR="60960" marT="30480" marB="30480" anchor="ctr">
                    <a:lnL>
                      <a:noFill/>
                    </a:lnL>
                    <a:lnR>
                      <a:noFill/>
                    </a:lnR>
                    <a:lnT>
                      <a:noFill/>
                    </a:lnT>
                    <a:lnB>
                      <a:noFill/>
                    </a:lnB>
                    <a:noFill/>
                  </a:tcPr>
                </a:tc>
                <a:tc>
                  <a:txBody>
                    <a:bodyPr/>
                    <a:lstStyle/>
                    <a:p>
                      <a:r>
                        <a:rPr lang="en-MY" sz="600" dirty="0"/>
                        <a:t>Allowed</a:t>
                      </a:r>
                    </a:p>
                  </a:txBody>
                  <a:tcPr marL="60960" marR="60960" marT="30480" marB="30480" anchor="ctr">
                    <a:lnL>
                      <a:noFill/>
                    </a:lnL>
                    <a:lnR>
                      <a:noFill/>
                    </a:lnR>
                    <a:lnT>
                      <a:noFill/>
                    </a:lnT>
                    <a:lnB>
                      <a:noFill/>
                    </a:lnB>
                    <a:noFill/>
                  </a:tcPr>
                </a:tc>
                <a:extLst>
                  <a:ext uri="{0D108BD9-81ED-4DB2-BD59-A6C34878D82A}">
                    <a16:rowId xmlns:a16="http://schemas.microsoft.com/office/drawing/2014/main" val="584319521"/>
                  </a:ext>
                </a:extLst>
              </a:tr>
            </a:tbl>
          </a:graphicData>
        </a:graphic>
      </p:graphicFrame>
      <p:graphicFrame>
        <p:nvGraphicFramePr>
          <p:cNvPr id="12" name="Table 11">
            <a:extLst>
              <a:ext uri="{FF2B5EF4-FFF2-40B4-BE49-F238E27FC236}">
                <a16:creationId xmlns:a16="http://schemas.microsoft.com/office/drawing/2014/main" id="{C14931C6-A914-23E2-3CFB-CDAD1810183A}"/>
              </a:ext>
            </a:extLst>
          </p:cNvPr>
          <p:cNvGraphicFramePr>
            <a:graphicFrameLocks noGrp="1"/>
          </p:cNvGraphicFramePr>
          <p:nvPr/>
        </p:nvGraphicFramePr>
        <p:xfrm>
          <a:off x="2981325" y="4719426"/>
          <a:ext cx="5486400" cy="155745"/>
        </p:xfrm>
        <a:graphic>
          <a:graphicData uri="http://schemas.openxmlformats.org/drawingml/2006/table">
            <a:tbl>
              <a:tblPr/>
              <a:tblGrid>
                <a:gridCol w="914400">
                  <a:extLst>
                    <a:ext uri="{9D8B030D-6E8A-4147-A177-3AD203B41FA5}">
                      <a16:colId xmlns:a16="http://schemas.microsoft.com/office/drawing/2014/main" val="1962191431"/>
                    </a:ext>
                  </a:extLst>
                </a:gridCol>
                <a:gridCol w="914400">
                  <a:extLst>
                    <a:ext uri="{9D8B030D-6E8A-4147-A177-3AD203B41FA5}">
                      <a16:colId xmlns:a16="http://schemas.microsoft.com/office/drawing/2014/main" val="1896758412"/>
                    </a:ext>
                  </a:extLst>
                </a:gridCol>
                <a:gridCol w="914400">
                  <a:extLst>
                    <a:ext uri="{9D8B030D-6E8A-4147-A177-3AD203B41FA5}">
                      <a16:colId xmlns:a16="http://schemas.microsoft.com/office/drawing/2014/main" val="2506646034"/>
                    </a:ext>
                  </a:extLst>
                </a:gridCol>
                <a:gridCol w="914400">
                  <a:extLst>
                    <a:ext uri="{9D8B030D-6E8A-4147-A177-3AD203B41FA5}">
                      <a16:colId xmlns:a16="http://schemas.microsoft.com/office/drawing/2014/main" val="245955992"/>
                    </a:ext>
                  </a:extLst>
                </a:gridCol>
                <a:gridCol w="914400">
                  <a:extLst>
                    <a:ext uri="{9D8B030D-6E8A-4147-A177-3AD203B41FA5}">
                      <a16:colId xmlns:a16="http://schemas.microsoft.com/office/drawing/2014/main" val="2164420412"/>
                    </a:ext>
                  </a:extLst>
                </a:gridCol>
                <a:gridCol w="914400">
                  <a:extLst>
                    <a:ext uri="{9D8B030D-6E8A-4147-A177-3AD203B41FA5}">
                      <a16:colId xmlns:a16="http://schemas.microsoft.com/office/drawing/2014/main" val="3547565213"/>
                    </a:ext>
                  </a:extLst>
                </a:gridCol>
              </a:tblGrid>
              <a:tr h="155745">
                <a:tc>
                  <a:txBody>
                    <a:bodyPr/>
                    <a:lstStyle/>
                    <a:p>
                      <a:r>
                        <a:rPr lang="en-MY" sz="600" b="1"/>
                        <a:t>Access by Index</a:t>
                      </a:r>
                      <a:endParaRPr lang="en-MY" sz="600"/>
                    </a:p>
                  </a:txBody>
                  <a:tcPr marL="60960" marR="60960" marT="30480" marB="30480" anchor="ctr">
                    <a:lnL>
                      <a:noFill/>
                    </a:lnL>
                    <a:lnR>
                      <a:noFill/>
                    </a:lnR>
                    <a:lnT>
                      <a:noFill/>
                    </a:lnT>
                    <a:lnB>
                      <a:noFill/>
                    </a:lnB>
                    <a:noFill/>
                  </a:tcPr>
                </a:tc>
                <a:tc>
                  <a:txBody>
                    <a:bodyPr/>
                    <a:lstStyle/>
                    <a:p>
                      <a:r>
                        <a:rPr lang="en-MY" sz="600"/>
                        <a:t>Yes</a:t>
                      </a:r>
                    </a:p>
                  </a:txBody>
                  <a:tcPr marL="60960" marR="60960" marT="30480" marB="30480" anchor="ctr">
                    <a:lnL>
                      <a:noFill/>
                    </a:lnL>
                    <a:lnR>
                      <a:noFill/>
                    </a:lnR>
                    <a:lnT>
                      <a:noFill/>
                    </a:lnT>
                    <a:lnB>
                      <a:noFill/>
                    </a:lnB>
                    <a:noFill/>
                  </a:tcPr>
                </a:tc>
                <a:tc>
                  <a:txBody>
                    <a:bodyPr/>
                    <a:lstStyle/>
                    <a:p>
                      <a:r>
                        <a:rPr lang="en-MY" sz="600"/>
                        <a:t>Yes</a:t>
                      </a:r>
                    </a:p>
                  </a:txBody>
                  <a:tcPr marL="60960" marR="60960" marT="30480" marB="30480" anchor="ctr">
                    <a:lnL>
                      <a:noFill/>
                    </a:lnL>
                    <a:lnR>
                      <a:noFill/>
                    </a:lnR>
                    <a:lnT>
                      <a:noFill/>
                    </a:lnT>
                    <a:lnB>
                      <a:noFill/>
                    </a:lnB>
                    <a:noFill/>
                  </a:tcPr>
                </a:tc>
                <a:tc>
                  <a:txBody>
                    <a:bodyPr/>
                    <a:lstStyle/>
                    <a:p>
                      <a:r>
                        <a:rPr lang="en-MY" sz="600"/>
                        <a:t>No (Access by key)</a:t>
                      </a:r>
                    </a:p>
                  </a:txBody>
                  <a:tcPr marL="60960" marR="60960" marT="30480" marB="30480" anchor="ctr">
                    <a:lnL>
                      <a:noFill/>
                    </a:lnL>
                    <a:lnR>
                      <a:noFill/>
                    </a:lnR>
                    <a:lnT>
                      <a:noFill/>
                    </a:lnT>
                    <a:lnB>
                      <a:noFill/>
                    </a:lnB>
                    <a:noFill/>
                  </a:tcPr>
                </a:tc>
                <a:tc>
                  <a:txBody>
                    <a:bodyPr/>
                    <a:lstStyle/>
                    <a:p>
                      <a:r>
                        <a:rPr lang="en-MY" sz="600"/>
                        <a:t>No</a:t>
                      </a:r>
                    </a:p>
                  </a:txBody>
                  <a:tcPr marL="60960" marR="60960" marT="30480" marB="30480" anchor="ctr">
                    <a:lnL>
                      <a:noFill/>
                    </a:lnL>
                    <a:lnR>
                      <a:noFill/>
                    </a:lnR>
                    <a:lnT>
                      <a:noFill/>
                    </a:lnT>
                    <a:lnB>
                      <a:noFill/>
                    </a:lnB>
                    <a:noFill/>
                  </a:tcPr>
                </a:tc>
                <a:tc>
                  <a:txBody>
                    <a:bodyPr/>
                    <a:lstStyle/>
                    <a:p>
                      <a:r>
                        <a:rPr lang="en-MY" sz="600" dirty="0"/>
                        <a:t>Yes</a:t>
                      </a:r>
                    </a:p>
                  </a:txBody>
                  <a:tcPr marL="60960" marR="60960" marT="30480" marB="30480" anchor="ctr">
                    <a:lnL>
                      <a:noFill/>
                    </a:lnL>
                    <a:lnR>
                      <a:noFill/>
                    </a:lnR>
                    <a:lnT>
                      <a:noFill/>
                    </a:lnT>
                    <a:lnB>
                      <a:noFill/>
                    </a:lnB>
                    <a:noFill/>
                  </a:tcPr>
                </a:tc>
                <a:extLst>
                  <a:ext uri="{0D108BD9-81ED-4DB2-BD59-A6C34878D82A}">
                    <a16:rowId xmlns:a16="http://schemas.microsoft.com/office/drawing/2014/main" val="3047554615"/>
                  </a:ext>
                </a:extLst>
              </a:tr>
            </a:tbl>
          </a:graphicData>
        </a:graphic>
      </p:graphicFrame>
      <p:graphicFrame>
        <p:nvGraphicFramePr>
          <p:cNvPr id="13" name="Table 12">
            <a:extLst>
              <a:ext uri="{FF2B5EF4-FFF2-40B4-BE49-F238E27FC236}">
                <a16:creationId xmlns:a16="http://schemas.microsoft.com/office/drawing/2014/main" id="{07B96F0B-4789-822D-60E8-30798E9AA6B2}"/>
              </a:ext>
            </a:extLst>
          </p:cNvPr>
          <p:cNvGraphicFramePr>
            <a:graphicFrameLocks noGrp="1"/>
          </p:cNvGraphicFramePr>
          <p:nvPr/>
        </p:nvGraphicFramePr>
        <p:xfrm>
          <a:off x="2981325" y="4719426"/>
          <a:ext cx="5486400" cy="155745"/>
        </p:xfrm>
        <a:graphic>
          <a:graphicData uri="http://schemas.openxmlformats.org/drawingml/2006/table">
            <a:tbl>
              <a:tblPr/>
              <a:tblGrid>
                <a:gridCol w="914400">
                  <a:extLst>
                    <a:ext uri="{9D8B030D-6E8A-4147-A177-3AD203B41FA5}">
                      <a16:colId xmlns:a16="http://schemas.microsoft.com/office/drawing/2014/main" val="1615724985"/>
                    </a:ext>
                  </a:extLst>
                </a:gridCol>
                <a:gridCol w="914400">
                  <a:extLst>
                    <a:ext uri="{9D8B030D-6E8A-4147-A177-3AD203B41FA5}">
                      <a16:colId xmlns:a16="http://schemas.microsoft.com/office/drawing/2014/main" val="208783131"/>
                    </a:ext>
                  </a:extLst>
                </a:gridCol>
                <a:gridCol w="914400">
                  <a:extLst>
                    <a:ext uri="{9D8B030D-6E8A-4147-A177-3AD203B41FA5}">
                      <a16:colId xmlns:a16="http://schemas.microsoft.com/office/drawing/2014/main" val="3957043991"/>
                    </a:ext>
                  </a:extLst>
                </a:gridCol>
                <a:gridCol w="914400">
                  <a:extLst>
                    <a:ext uri="{9D8B030D-6E8A-4147-A177-3AD203B41FA5}">
                      <a16:colId xmlns:a16="http://schemas.microsoft.com/office/drawing/2014/main" val="3418095693"/>
                    </a:ext>
                  </a:extLst>
                </a:gridCol>
                <a:gridCol w="914400">
                  <a:extLst>
                    <a:ext uri="{9D8B030D-6E8A-4147-A177-3AD203B41FA5}">
                      <a16:colId xmlns:a16="http://schemas.microsoft.com/office/drawing/2014/main" val="1965382428"/>
                    </a:ext>
                  </a:extLst>
                </a:gridCol>
                <a:gridCol w="914400">
                  <a:extLst>
                    <a:ext uri="{9D8B030D-6E8A-4147-A177-3AD203B41FA5}">
                      <a16:colId xmlns:a16="http://schemas.microsoft.com/office/drawing/2014/main" val="2768228996"/>
                    </a:ext>
                  </a:extLst>
                </a:gridCol>
              </a:tblGrid>
              <a:tr h="155745">
                <a:tc>
                  <a:txBody>
                    <a:bodyPr/>
                    <a:lstStyle/>
                    <a:p>
                      <a:r>
                        <a:rPr lang="en-MY" sz="600" b="1"/>
                        <a:t>Modification</a:t>
                      </a:r>
                      <a:endParaRPr lang="en-MY" sz="600"/>
                    </a:p>
                  </a:txBody>
                  <a:tcPr marL="60960" marR="60960" marT="30480" marB="30480" anchor="ctr">
                    <a:lnL>
                      <a:noFill/>
                    </a:lnL>
                    <a:lnR>
                      <a:noFill/>
                    </a:lnR>
                    <a:lnT>
                      <a:noFill/>
                    </a:lnT>
                    <a:lnB>
                      <a:noFill/>
                    </a:lnB>
                    <a:noFill/>
                  </a:tcPr>
                </a:tc>
                <a:tc>
                  <a:txBody>
                    <a:bodyPr/>
                    <a:lstStyle/>
                    <a:p>
                      <a:r>
                        <a:rPr lang="en-MY" sz="600"/>
                        <a:t>Add, Remove, Update</a:t>
                      </a:r>
                    </a:p>
                  </a:txBody>
                  <a:tcPr marL="60960" marR="60960" marT="30480" marB="30480" anchor="ctr">
                    <a:lnL>
                      <a:noFill/>
                    </a:lnL>
                    <a:lnR>
                      <a:noFill/>
                    </a:lnR>
                    <a:lnT>
                      <a:noFill/>
                    </a:lnT>
                    <a:lnB>
                      <a:noFill/>
                    </a:lnB>
                    <a:noFill/>
                  </a:tcPr>
                </a:tc>
                <a:tc>
                  <a:txBody>
                    <a:bodyPr/>
                    <a:lstStyle/>
                    <a:p>
                      <a:r>
                        <a:rPr lang="en-MY" sz="600"/>
                        <a:t>Not applicable</a:t>
                      </a:r>
                    </a:p>
                  </a:txBody>
                  <a:tcPr marL="60960" marR="60960" marT="30480" marB="30480" anchor="ctr">
                    <a:lnL>
                      <a:noFill/>
                    </a:lnL>
                    <a:lnR>
                      <a:noFill/>
                    </a:lnR>
                    <a:lnT>
                      <a:noFill/>
                    </a:lnT>
                    <a:lnB>
                      <a:noFill/>
                    </a:lnB>
                    <a:noFill/>
                  </a:tcPr>
                </a:tc>
                <a:tc>
                  <a:txBody>
                    <a:bodyPr/>
                    <a:lstStyle/>
                    <a:p>
                      <a:r>
                        <a:rPr lang="en-MY" sz="600"/>
                        <a:t>Add, Remove, Update</a:t>
                      </a:r>
                    </a:p>
                  </a:txBody>
                  <a:tcPr marL="60960" marR="60960" marT="30480" marB="30480" anchor="ctr">
                    <a:lnL>
                      <a:noFill/>
                    </a:lnL>
                    <a:lnR>
                      <a:noFill/>
                    </a:lnR>
                    <a:lnT>
                      <a:noFill/>
                    </a:lnT>
                    <a:lnB>
                      <a:noFill/>
                    </a:lnB>
                    <a:noFill/>
                  </a:tcPr>
                </a:tc>
                <a:tc>
                  <a:txBody>
                    <a:bodyPr/>
                    <a:lstStyle/>
                    <a:p>
                      <a:r>
                        <a:rPr lang="en-MY" sz="600"/>
                        <a:t>Add, Remove, Update</a:t>
                      </a:r>
                    </a:p>
                  </a:txBody>
                  <a:tcPr marL="60960" marR="60960" marT="30480" marB="30480" anchor="ctr">
                    <a:lnL>
                      <a:noFill/>
                    </a:lnL>
                    <a:lnR>
                      <a:noFill/>
                    </a:lnR>
                    <a:lnT>
                      <a:noFill/>
                    </a:lnT>
                    <a:lnB>
                      <a:noFill/>
                    </a:lnB>
                    <a:noFill/>
                  </a:tcPr>
                </a:tc>
                <a:tc>
                  <a:txBody>
                    <a:bodyPr/>
                    <a:lstStyle/>
                    <a:p>
                      <a:r>
                        <a:rPr lang="en-MY" sz="600" dirty="0"/>
                        <a:t>Not applicable</a:t>
                      </a:r>
                    </a:p>
                  </a:txBody>
                  <a:tcPr marL="60960" marR="60960" marT="30480" marB="30480" anchor="ctr">
                    <a:lnL>
                      <a:noFill/>
                    </a:lnL>
                    <a:lnR>
                      <a:noFill/>
                    </a:lnR>
                    <a:lnT>
                      <a:noFill/>
                    </a:lnT>
                    <a:lnB>
                      <a:noFill/>
                    </a:lnB>
                    <a:noFill/>
                  </a:tcPr>
                </a:tc>
                <a:extLst>
                  <a:ext uri="{0D108BD9-81ED-4DB2-BD59-A6C34878D82A}">
                    <a16:rowId xmlns:a16="http://schemas.microsoft.com/office/drawing/2014/main" val="3993086724"/>
                  </a:ext>
                </a:extLst>
              </a:tr>
            </a:tbl>
          </a:graphicData>
        </a:graphic>
      </p:graphicFrame>
      <p:graphicFrame>
        <p:nvGraphicFramePr>
          <p:cNvPr id="14" name="Table 13">
            <a:extLst>
              <a:ext uri="{FF2B5EF4-FFF2-40B4-BE49-F238E27FC236}">
                <a16:creationId xmlns:a16="http://schemas.microsoft.com/office/drawing/2014/main" id="{0EF9966A-EAC1-B835-F2F9-A99B9E795CD1}"/>
              </a:ext>
            </a:extLst>
          </p:cNvPr>
          <p:cNvGraphicFramePr>
            <a:graphicFrameLocks noGrp="1"/>
          </p:cNvGraphicFramePr>
          <p:nvPr/>
        </p:nvGraphicFramePr>
        <p:xfrm>
          <a:off x="2981325" y="4719426"/>
          <a:ext cx="5486400" cy="250529"/>
        </p:xfrm>
        <a:graphic>
          <a:graphicData uri="http://schemas.openxmlformats.org/drawingml/2006/table">
            <a:tbl>
              <a:tblPr/>
              <a:tblGrid>
                <a:gridCol w="914400">
                  <a:extLst>
                    <a:ext uri="{9D8B030D-6E8A-4147-A177-3AD203B41FA5}">
                      <a16:colId xmlns:a16="http://schemas.microsoft.com/office/drawing/2014/main" val="1607268178"/>
                    </a:ext>
                  </a:extLst>
                </a:gridCol>
                <a:gridCol w="914400">
                  <a:extLst>
                    <a:ext uri="{9D8B030D-6E8A-4147-A177-3AD203B41FA5}">
                      <a16:colId xmlns:a16="http://schemas.microsoft.com/office/drawing/2014/main" val="2823783909"/>
                    </a:ext>
                  </a:extLst>
                </a:gridCol>
                <a:gridCol w="914400">
                  <a:extLst>
                    <a:ext uri="{9D8B030D-6E8A-4147-A177-3AD203B41FA5}">
                      <a16:colId xmlns:a16="http://schemas.microsoft.com/office/drawing/2014/main" val="2293706589"/>
                    </a:ext>
                  </a:extLst>
                </a:gridCol>
                <a:gridCol w="914400">
                  <a:extLst>
                    <a:ext uri="{9D8B030D-6E8A-4147-A177-3AD203B41FA5}">
                      <a16:colId xmlns:a16="http://schemas.microsoft.com/office/drawing/2014/main" val="1822506182"/>
                    </a:ext>
                  </a:extLst>
                </a:gridCol>
                <a:gridCol w="914400">
                  <a:extLst>
                    <a:ext uri="{9D8B030D-6E8A-4147-A177-3AD203B41FA5}">
                      <a16:colId xmlns:a16="http://schemas.microsoft.com/office/drawing/2014/main" val="2386000695"/>
                    </a:ext>
                  </a:extLst>
                </a:gridCol>
                <a:gridCol w="914400">
                  <a:extLst>
                    <a:ext uri="{9D8B030D-6E8A-4147-A177-3AD203B41FA5}">
                      <a16:colId xmlns:a16="http://schemas.microsoft.com/office/drawing/2014/main" val="3888642410"/>
                    </a:ext>
                  </a:extLst>
                </a:gridCol>
              </a:tblGrid>
              <a:tr h="250529">
                <a:tc>
                  <a:txBody>
                    <a:bodyPr/>
                    <a:lstStyle/>
                    <a:p>
                      <a:r>
                        <a:rPr lang="en-MY" sz="600" b="1"/>
                        <a:t>Iteration</a:t>
                      </a:r>
                      <a:endParaRPr lang="en-MY" sz="600"/>
                    </a:p>
                  </a:txBody>
                  <a:tcPr marL="60960" marR="60960" marT="30480" marB="30480" anchor="ctr">
                    <a:lnL>
                      <a:noFill/>
                    </a:lnL>
                    <a:lnR>
                      <a:noFill/>
                    </a:lnR>
                    <a:lnT>
                      <a:noFill/>
                    </a:lnT>
                    <a:lnB>
                      <a:noFill/>
                    </a:lnB>
                    <a:noFill/>
                  </a:tcPr>
                </a:tc>
                <a:tc>
                  <a:txBody>
                    <a:bodyPr/>
                    <a:lstStyle/>
                    <a:p>
                      <a:r>
                        <a:rPr lang="en-MY" sz="600"/>
                        <a:t>Yes</a:t>
                      </a:r>
                    </a:p>
                  </a:txBody>
                  <a:tcPr marL="60960" marR="60960" marT="30480" marB="30480" anchor="ctr">
                    <a:lnL>
                      <a:noFill/>
                    </a:lnL>
                    <a:lnR>
                      <a:noFill/>
                    </a:lnR>
                    <a:lnT>
                      <a:noFill/>
                    </a:lnT>
                    <a:lnB>
                      <a:noFill/>
                    </a:lnB>
                    <a:noFill/>
                  </a:tcPr>
                </a:tc>
                <a:tc>
                  <a:txBody>
                    <a:bodyPr/>
                    <a:lstStyle/>
                    <a:p>
                      <a:r>
                        <a:rPr lang="en-MY" sz="600"/>
                        <a:t>Yes</a:t>
                      </a:r>
                    </a:p>
                  </a:txBody>
                  <a:tcPr marL="60960" marR="60960" marT="30480" marB="30480" anchor="ctr">
                    <a:lnL>
                      <a:noFill/>
                    </a:lnL>
                    <a:lnR>
                      <a:noFill/>
                    </a:lnR>
                    <a:lnT>
                      <a:noFill/>
                    </a:lnT>
                    <a:lnB>
                      <a:noFill/>
                    </a:lnB>
                    <a:noFill/>
                  </a:tcPr>
                </a:tc>
                <a:tc>
                  <a:txBody>
                    <a:bodyPr/>
                    <a:lstStyle/>
                    <a:p>
                      <a:r>
                        <a:rPr lang="en-US" sz="600"/>
                        <a:t>By key, value, or items</a:t>
                      </a:r>
                    </a:p>
                  </a:txBody>
                  <a:tcPr marL="60960" marR="60960" marT="30480" marB="30480" anchor="ctr">
                    <a:lnL>
                      <a:noFill/>
                    </a:lnL>
                    <a:lnR>
                      <a:noFill/>
                    </a:lnR>
                    <a:lnT>
                      <a:noFill/>
                    </a:lnT>
                    <a:lnB>
                      <a:noFill/>
                    </a:lnB>
                    <a:noFill/>
                  </a:tcPr>
                </a:tc>
                <a:tc>
                  <a:txBody>
                    <a:bodyPr/>
                    <a:lstStyle/>
                    <a:p>
                      <a:r>
                        <a:rPr lang="en-MY" sz="600"/>
                        <a:t>Yes</a:t>
                      </a:r>
                    </a:p>
                  </a:txBody>
                  <a:tcPr marL="60960" marR="60960" marT="30480" marB="30480" anchor="ctr">
                    <a:lnL>
                      <a:noFill/>
                    </a:lnL>
                    <a:lnR>
                      <a:noFill/>
                    </a:lnR>
                    <a:lnT>
                      <a:noFill/>
                    </a:lnT>
                    <a:lnB>
                      <a:noFill/>
                    </a:lnB>
                    <a:noFill/>
                  </a:tcPr>
                </a:tc>
                <a:tc>
                  <a:txBody>
                    <a:bodyPr/>
                    <a:lstStyle/>
                    <a:p>
                      <a:r>
                        <a:rPr lang="en-MY" sz="600" dirty="0"/>
                        <a:t>Yes</a:t>
                      </a:r>
                    </a:p>
                  </a:txBody>
                  <a:tcPr marL="60960" marR="60960" marT="30480" marB="30480" anchor="ctr">
                    <a:lnL>
                      <a:noFill/>
                    </a:lnL>
                    <a:lnR>
                      <a:noFill/>
                    </a:lnR>
                    <a:lnT>
                      <a:noFill/>
                    </a:lnT>
                    <a:lnB>
                      <a:noFill/>
                    </a:lnB>
                    <a:noFill/>
                  </a:tcPr>
                </a:tc>
                <a:extLst>
                  <a:ext uri="{0D108BD9-81ED-4DB2-BD59-A6C34878D82A}">
                    <a16:rowId xmlns:a16="http://schemas.microsoft.com/office/drawing/2014/main" val="2932959662"/>
                  </a:ext>
                </a:extLst>
              </a:tr>
            </a:tbl>
          </a:graphicData>
        </a:graphic>
      </p:graphicFrame>
      <p:sp>
        <p:nvSpPr>
          <p:cNvPr id="27" name="Rectangle 1">
            <a:extLst>
              <a:ext uri="{FF2B5EF4-FFF2-40B4-BE49-F238E27FC236}">
                <a16:creationId xmlns:a16="http://schemas.microsoft.com/office/drawing/2014/main" id="{4045CD52-B5AD-3D79-2BE6-322842EC9E36}"/>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pic>
        <p:nvPicPr>
          <p:cNvPr id="6" name="Picture 5">
            <a:extLst>
              <a:ext uri="{FF2B5EF4-FFF2-40B4-BE49-F238E27FC236}">
                <a16:creationId xmlns:a16="http://schemas.microsoft.com/office/drawing/2014/main" id="{2D706E49-A3B1-DB13-3033-59CD0B7004D8}"/>
              </a:ext>
            </a:extLst>
          </p:cNvPr>
          <p:cNvPicPr>
            <a:picLocks noChangeAspect="1"/>
          </p:cNvPicPr>
          <p:nvPr/>
        </p:nvPicPr>
        <p:blipFill>
          <a:blip r:embed="rId3"/>
          <a:stretch>
            <a:fillRect/>
          </a:stretch>
        </p:blipFill>
        <p:spPr>
          <a:xfrm>
            <a:off x="2059418" y="3792266"/>
            <a:ext cx="8461256" cy="1863157"/>
          </a:xfrm>
          <a:prstGeom prst="rect">
            <a:avLst/>
          </a:prstGeom>
        </p:spPr>
      </p:pic>
    </p:spTree>
    <p:extLst>
      <p:ext uri="{BB962C8B-B14F-4D97-AF65-F5344CB8AC3E}">
        <p14:creationId xmlns:p14="http://schemas.microsoft.com/office/powerpoint/2010/main" val="2805723101"/>
      </p:ext>
    </p:extLst>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425642" y="277561"/>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a:solidFill>
            <a:schemeClr val="accent1"/>
          </a:solidFill>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59"/>
            <a:ext cx="10326008" cy="812530"/>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4400" kern="0" dirty="0">
                <a:solidFill>
                  <a:srgbClr val="FFFFFF"/>
                </a:solidFill>
                <a:latin typeface="Courier"/>
                <a:cs typeface="Arial"/>
                <a:sym typeface="Courier"/>
              </a:rPr>
              <a:t>SET</a:t>
            </a:r>
            <a:endParaRPr lang="en-US" sz="4400"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10" name="TextBox 9">
            <a:extLst>
              <a:ext uri="{FF2B5EF4-FFF2-40B4-BE49-F238E27FC236}">
                <a16:creationId xmlns:a16="http://schemas.microsoft.com/office/drawing/2014/main" id="{BE09BCF1-B8B5-F5D5-6CFE-266D84893BD7}"/>
              </a:ext>
            </a:extLst>
          </p:cNvPr>
          <p:cNvSpPr txBox="1"/>
          <p:nvPr/>
        </p:nvSpPr>
        <p:spPr>
          <a:xfrm>
            <a:off x="938687" y="2469389"/>
            <a:ext cx="10251248" cy="1241622"/>
          </a:xfrm>
          <a:prstGeom prst="rect">
            <a:avLst/>
          </a:prstGeom>
          <a:noFill/>
        </p:spPr>
        <p:txBody>
          <a:bodyPr wrap="square">
            <a:spAutoFit/>
          </a:bodyPr>
          <a:lstStyle/>
          <a:p>
            <a:pPr defTabSz="609630" eaLnBrk="0" fontAlgn="base" hangingPunct="0">
              <a:spcBef>
                <a:spcPct val="0"/>
              </a:spcBef>
              <a:spcAft>
                <a:spcPct val="0"/>
              </a:spcAft>
            </a:pPr>
            <a:r>
              <a:rPr lang="en-US" altLang="en-US" sz="1867" kern="0" dirty="0">
                <a:solidFill>
                  <a:srgbClr val="8C52FF"/>
                </a:solidFill>
                <a:latin typeface="Roboto Mono" panose="00000009000000000000" pitchFamily="49" charset="0"/>
                <a:ea typeface="Roboto Mono" panose="00000009000000000000" pitchFamily="49" charset="0"/>
                <a:cs typeface="Open Sans" panose="020B0606030504020204" pitchFamily="34" charset="0"/>
                <a:sym typeface="Arial"/>
              </a:rPr>
              <a:t>Add Set Items update() Method</a:t>
            </a:r>
          </a:p>
          <a:p>
            <a:pPr defTabSz="609630" eaLnBrk="0" fontAlgn="base" hangingPunct="0">
              <a:spcBef>
                <a:spcPct val="0"/>
              </a:spcBef>
              <a:spcAft>
                <a:spcPct val="0"/>
              </a:spcAft>
            </a:pPr>
            <a:r>
              <a:rPr lang="en-US" altLang="en-US" sz="1867" kern="0" dirty="0">
                <a:solidFill>
                  <a:srgbClr val="FFFFFF"/>
                </a:solidFill>
                <a:latin typeface="Roboto Mono" panose="00000009000000000000" pitchFamily="49" charset="0"/>
                <a:ea typeface="Roboto Mono" panose="00000009000000000000" pitchFamily="49" charset="0"/>
                <a:cs typeface="Open Sans" panose="020B0606030504020204" pitchFamily="34" charset="0"/>
                <a:sym typeface="Arial"/>
              </a:rPr>
              <a:t>Once a set is created, you cannot change its items, but you can add new items. It can be any </a:t>
            </a:r>
            <a:r>
              <a:rPr lang="en-US" altLang="en-US" sz="1867" kern="0" dirty="0" err="1">
                <a:solidFill>
                  <a:srgbClr val="FFFFFF"/>
                </a:solidFill>
                <a:latin typeface="Roboto Mono" panose="00000009000000000000" pitchFamily="49" charset="0"/>
                <a:ea typeface="Roboto Mono" panose="00000009000000000000" pitchFamily="49" charset="0"/>
                <a:cs typeface="Open Sans" panose="020B0606030504020204" pitchFamily="34" charset="0"/>
                <a:sym typeface="Arial"/>
              </a:rPr>
              <a:t>iterable</a:t>
            </a:r>
            <a:r>
              <a:rPr lang="en-US" altLang="en-US" sz="1867" kern="0" dirty="0">
                <a:solidFill>
                  <a:srgbClr val="FFFFFF"/>
                </a:solidFill>
                <a:latin typeface="Roboto Mono" panose="00000009000000000000" pitchFamily="49" charset="0"/>
                <a:ea typeface="Roboto Mono" panose="00000009000000000000" pitchFamily="49" charset="0"/>
                <a:cs typeface="Open Sans" panose="020B0606030504020204" pitchFamily="34" charset="0"/>
                <a:sym typeface="Arial"/>
              </a:rPr>
              <a:t> object (tuples, list, dictionaries)</a:t>
            </a:r>
            <a:endParaRPr lang="en-US" altLang="en-US" sz="1867" kern="0" dirty="0">
              <a:solidFill>
                <a:srgbClr val="8C52FF"/>
              </a:solidFill>
              <a:latin typeface="Roboto Mono" panose="00000009000000000000" pitchFamily="49" charset="0"/>
              <a:ea typeface="Roboto Mono" panose="00000009000000000000" pitchFamily="49" charset="0"/>
              <a:cs typeface="Open Sans" panose="020B0606030504020204" pitchFamily="34" charset="0"/>
              <a:sym typeface="Arial"/>
            </a:endParaRPr>
          </a:p>
          <a:p>
            <a:pPr defTabSz="609630" eaLnBrk="0" fontAlgn="base" hangingPunct="0">
              <a:spcBef>
                <a:spcPct val="0"/>
              </a:spcBef>
              <a:spcAft>
                <a:spcPct val="0"/>
              </a:spcAft>
            </a:pPr>
            <a:endParaRPr lang="en-US" altLang="en-US" sz="1867" kern="0" dirty="0">
              <a:solidFill>
                <a:srgbClr val="FFFFFF"/>
              </a:solidFill>
              <a:latin typeface="Roboto Mono" panose="00000009000000000000" pitchFamily="49" charset="0"/>
              <a:ea typeface="Roboto Mono" panose="00000009000000000000" pitchFamily="49" charset="0"/>
              <a:cs typeface="Open Sans" panose="020B0606030504020204" pitchFamily="34" charset="0"/>
              <a:sym typeface="Arial"/>
            </a:endParaRPr>
          </a:p>
        </p:txBody>
      </p:sp>
      <p:sp>
        <p:nvSpPr>
          <p:cNvPr id="7" name="Rectangle 3">
            <a:extLst>
              <a:ext uri="{FF2B5EF4-FFF2-40B4-BE49-F238E27FC236}">
                <a16:creationId xmlns:a16="http://schemas.microsoft.com/office/drawing/2014/main" id="{F153D34B-33C4-FAE7-D75E-1879E84A908F}"/>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graphicFrame>
        <p:nvGraphicFramePr>
          <p:cNvPr id="3" name="Table 2">
            <a:extLst>
              <a:ext uri="{FF2B5EF4-FFF2-40B4-BE49-F238E27FC236}">
                <a16:creationId xmlns:a16="http://schemas.microsoft.com/office/drawing/2014/main" id="{85E216B4-2E6A-9DCE-F5B7-24B11C664FF6}"/>
              </a:ext>
            </a:extLst>
          </p:cNvPr>
          <p:cNvGraphicFramePr>
            <a:graphicFrameLocks noGrp="1"/>
          </p:cNvGraphicFramePr>
          <p:nvPr/>
        </p:nvGraphicFramePr>
        <p:xfrm>
          <a:off x="2981325" y="4790546"/>
          <a:ext cx="5486400" cy="155745"/>
        </p:xfrm>
        <a:graphic>
          <a:graphicData uri="http://schemas.openxmlformats.org/drawingml/2006/table">
            <a:tbl>
              <a:tblPr/>
              <a:tblGrid>
                <a:gridCol w="914400">
                  <a:extLst>
                    <a:ext uri="{9D8B030D-6E8A-4147-A177-3AD203B41FA5}">
                      <a16:colId xmlns:a16="http://schemas.microsoft.com/office/drawing/2014/main" val="1650219265"/>
                    </a:ext>
                  </a:extLst>
                </a:gridCol>
                <a:gridCol w="914400">
                  <a:extLst>
                    <a:ext uri="{9D8B030D-6E8A-4147-A177-3AD203B41FA5}">
                      <a16:colId xmlns:a16="http://schemas.microsoft.com/office/drawing/2014/main" val="1265317040"/>
                    </a:ext>
                  </a:extLst>
                </a:gridCol>
                <a:gridCol w="914400">
                  <a:extLst>
                    <a:ext uri="{9D8B030D-6E8A-4147-A177-3AD203B41FA5}">
                      <a16:colId xmlns:a16="http://schemas.microsoft.com/office/drawing/2014/main" val="348286022"/>
                    </a:ext>
                  </a:extLst>
                </a:gridCol>
                <a:gridCol w="914400">
                  <a:extLst>
                    <a:ext uri="{9D8B030D-6E8A-4147-A177-3AD203B41FA5}">
                      <a16:colId xmlns:a16="http://schemas.microsoft.com/office/drawing/2014/main" val="2620889585"/>
                    </a:ext>
                  </a:extLst>
                </a:gridCol>
                <a:gridCol w="914400">
                  <a:extLst>
                    <a:ext uri="{9D8B030D-6E8A-4147-A177-3AD203B41FA5}">
                      <a16:colId xmlns:a16="http://schemas.microsoft.com/office/drawing/2014/main" val="775083623"/>
                    </a:ext>
                  </a:extLst>
                </a:gridCol>
                <a:gridCol w="914400">
                  <a:extLst>
                    <a:ext uri="{9D8B030D-6E8A-4147-A177-3AD203B41FA5}">
                      <a16:colId xmlns:a16="http://schemas.microsoft.com/office/drawing/2014/main" val="1383985661"/>
                    </a:ext>
                  </a:extLst>
                </a:gridCol>
              </a:tblGrid>
              <a:tr h="155745">
                <a:tc>
                  <a:txBody>
                    <a:bodyPr/>
                    <a:lstStyle/>
                    <a:p>
                      <a:r>
                        <a:rPr lang="en-MY" sz="600"/>
                        <a:t>Property</a:t>
                      </a:r>
                    </a:p>
                  </a:txBody>
                  <a:tcPr marL="60960" marR="60960" marT="30480" marB="30480" anchor="ctr">
                    <a:lnL>
                      <a:noFill/>
                    </a:lnL>
                    <a:lnR>
                      <a:noFill/>
                    </a:lnR>
                    <a:lnT>
                      <a:noFill/>
                    </a:lnT>
                    <a:lnB>
                      <a:noFill/>
                    </a:lnB>
                    <a:noFill/>
                  </a:tcPr>
                </a:tc>
                <a:tc>
                  <a:txBody>
                    <a:bodyPr/>
                    <a:lstStyle/>
                    <a:p>
                      <a:r>
                        <a:rPr lang="en-MY" sz="600"/>
                        <a:t>List</a:t>
                      </a:r>
                    </a:p>
                  </a:txBody>
                  <a:tcPr marL="60960" marR="60960" marT="30480" marB="30480" anchor="ctr">
                    <a:lnL>
                      <a:noFill/>
                    </a:lnL>
                    <a:lnR>
                      <a:noFill/>
                    </a:lnR>
                    <a:lnT>
                      <a:noFill/>
                    </a:lnT>
                    <a:lnB>
                      <a:noFill/>
                    </a:lnB>
                    <a:noFill/>
                  </a:tcPr>
                </a:tc>
                <a:tc>
                  <a:txBody>
                    <a:bodyPr/>
                    <a:lstStyle/>
                    <a:p>
                      <a:r>
                        <a:rPr lang="en-MY" sz="600"/>
                        <a:t>Tuple</a:t>
                      </a:r>
                    </a:p>
                  </a:txBody>
                  <a:tcPr marL="60960" marR="60960" marT="30480" marB="30480" anchor="ctr">
                    <a:lnL>
                      <a:noFill/>
                    </a:lnL>
                    <a:lnR>
                      <a:noFill/>
                    </a:lnR>
                    <a:lnT>
                      <a:noFill/>
                    </a:lnT>
                    <a:lnB>
                      <a:noFill/>
                    </a:lnB>
                    <a:noFill/>
                  </a:tcPr>
                </a:tc>
                <a:tc>
                  <a:txBody>
                    <a:bodyPr/>
                    <a:lstStyle/>
                    <a:p>
                      <a:r>
                        <a:rPr lang="en-MY" sz="600"/>
                        <a:t>Dictionary</a:t>
                      </a:r>
                    </a:p>
                  </a:txBody>
                  <a:tcPr marL="60960" marR="60960" marT="30480" marB="30480" anchor="ctr">
                    <a:lnL>
                      <a:noFill/>
                    </a:lnL>
                    <a:lnR>
                      <a:noFill/>
                    </a:lnR>
                    <a:lnT>
                      <a:noFill/>
                    </a:lnT>
                    <a:lnB>
                      <a:noFill/>
                    </a:lnB>
                    <a:noFill/>
                  </a:tcPr>
                </a:tc>
                <a:tc>
                  <a:txBody>
                    <a:bodyPr/>
                    <a:lstStyle/>
                    <a:p>
                      <a:r>
                        <a:rPr lang="en-MY" sz="600"/>
                        <a:t>Set</a:t>
                      </a:r>
                    </a:p>
                  </a:txBody>
                  <a:tcPr marL="60960" marR="60960" marT="30480" marB="30480" anchor="ctr">
                    <a:lnL>
                      <a:noFill/>
                    </a:lnL>
                    <a:lnR>
                      <a:noFill/>
                    </a:lnR>
                    <a:lnT>
                      <a:noFill/>
                    </a:lnT>
                    <a:lnB>
                      <a:noFill/>
                    </a:lnB>
                    <a:noFill/>
                  </a:tcPr>
                </a:tc>
                <a:tc>
                  <a:txBody>
                    <a:bodyPr/>
                    <a:lstStyle/>
                    <a:p>
                      <a:r>
                        <a:rPr lang="en-MY" sz="600" dirty="0"/>
                        <a:t>String</a:t>
                      </a:r>
                    </a:p>
                  </a:txBody>
                  <a:tcPr marL="60960" marR="60960" marT="30480" marB="30480" anchor="ctr">
                    <a:lnL>
                      <a:noFill/>
                    </a:lnL>
                    <a:lnR>
                      <a:noFill/>
                    </a:lnR>
                    <a:lnT>
                      <a:noFill/>
                    </a:lnT>
                    <a:lnB>
                      <a:noFill/>
                    </a:lnB>
                    <a:noFill/>
                  </a:tcPr>
                </a:tc>
                <a:extLst>
                  <a:ext uri="{0D108BD9-81ED-4DB2-BD59-A6C34878D82A}">
                    <a16:rowId xmlns:a16="http://schemas.microsoft.com/office/drawing/2014/main" val="2581077679"/>
                  </a:ext>
                </a:extLst>
              </a:tr>
            </a:tbl>
          </a:graphicData>
        </a:graphic>
      </p:graphicFrame>
      <p:graphicFrame>
        <p:nvGraphicFramePr>
          <p:cNvPr id="4" name="Table 3">
            <a:extLst>
              <a:ext uri="{FF2B5EF4-FFF2-40B4-BE49-F238E27FC236}">
                <a16:creationId xmlns:a16="http://schemas.microsoft.com/office/drawing/2014/main" id="{A73F8625-FBD0-CFED-8742-9E42D0535B30}"/>
              </a:ext>
            </a:extLst>
          </p:cNvPr>
          <p:cNvGraphicFramePr>
            <a:graphicFrameLocks noGrp="1"/>
          </p:cNvGraphicFramePr>
          <p:nvPr/>
        </p:nvGraphicFramePr>
        <p:xfrm>
          <a:off x="2981325" y="4790546"/>
          <a:ext cx="5486400" cy="155745"/>
        </p:xfrm>
        <a:graphic>
          <a:graphicData uri="http://schemas.openxmlformats.org/drawingml/2006/table">
            <a:tbl>
              <a:tblPr/>
              <a:tblGrid>
                <a:gridCol w="914400">
                  <a:extLst>
                    <a:ext uri="{9D8B030D-6E8A-4147-A177-3AD203B41FA5}">
                      <a16:colId xmlns:a16="http://schemas.microsoft.com/office/drawing/2014/main" val="56810743"/>
                    </a:ext>
                  </a:extLst>
                </a:gridCol>
                <a:gridCol w="914400">
                  <a:extLst>
                    <a:ext uri="{9D8B030D-6E8A-4147-A177-3AD203B41FA5}">
                      <a16:colId xmlns:a16="http://schemas.microsoft.com/office/drawing/2014/main" val="616791729"/>
                    </a:ext>
                  </a:extLst>
                </a:gridCol>
                <a:gridCol w="914400">
                  <a:extLst>
                    <a:ext uri="{9D8B030D-6E8A-4147-A177-3AD203B41FA5}">
                      <a16:colId xmlns:a16="http://schemas.microsoft.com/office/drawing/2014/main" val="3086751849"/>
                    </a:ext>
                  </a:extLst>
                </a:gridCol>
                <a:gridCol w="914400">
                  <a:extLst>
                    <a:ext uri="{9D8B030D-6E8A-4147-A177-3AD203B41FA5}">
                      <a16:colId xmlns:a16="http://schemas.microsoft.com/office/drawing/2014/main" val="417497402"/>
                    </a:ext>
                  </a:extLst>
                </a:gridCol>
                <a:gridCol w="914400">
                  <a:extLst>
                    <a:ext uri="{9D8B030D-6E8A-4147-A177-3AD203B41FA5}">
                      <a16:colId xmlns:a16="http://schemas.microsoft.com/office/drawing/2014/main" val="2335140626"/>
                    </a:ext>
                  </a:extLst>
                </a:gridCol>
                <a:gridCol w="914400">
                  <a:extLst>
                    <a:ext uri="{9D8B030D-6E8A-4147-A177-3AD203B41FA5}">
                      <a16:colId xmlns:a16="http://schemas.microsoft.com/office/drawing/2014/main" val="2383152525"/>
                    </a:ext>
                  </a:extLst>
                </a:gridCol>
              </a:tblGrid>
              <a:tr h="155745">
                <a:tc>
                  <a:txBody>
                    <a:bodyPr/>
                    <a:lstStyle/>
                    <a:p>
                      <a:r>
                        <a:rPr lang="en-MY" sz="600" b="1"/>
                        <a:t>Data Type</a:t>
                      </a:r>
                      <a:endParaRPr lang="en-MY" sz="600"/>
                    </a:p>
                  </a:txBody>
                  <a:tcPr marL="60960" marR="60960" marT="30480" marB="30480" anchor="ctr">
                    <a:lnL>
                      <a:noFill/>
                    </a:lnL>
                    <a:lnR>
                      <a:noFill/>
                    </a:lnR>
                    <a:lnT>
                      <a:noFill/>
                    </a:lnT>
                    <a:lnB>
                      <a:noFill/>
                    </a:lnB>
                    <a:noFill/>
                  </a:tcPr>
                </a:tc>
                <a:tc>
                  <a:txBody>
                    <a:bodyPr/>
                    <a:lstStyle/>
                    <a:p>
                      <a:r>
                        <a:rPr lang="en-MY" sz="600"/>
                        <a:t>Mutable</a:t>
                      </a:r>
                    </a:p>
                  </a:txBody>
                  <a:tcPr marL="60960" marR="60960" marT="30480" marB="30480" anchor="ctr">
                    <a:lnL>
                      <a:noFill/>
                    </a:lnL>
                    <a:lnR>
                      <a:noFill/>
                    </a:lnR>
                    <a:lnT>
                      <a:noFill/>
                    </a:lnT>
                    <a:lnB>
                      <a:noFill/>
                    </a:lnB>
                    <a:noFill/>
                  </a:tcPr>
                </a:tc>
                <a:tc>
                  <a:txBody>
                    <a:bodyPr/>
                    <a:lstStyle/>
                    <a:p>
                      <a:r>
                        <a:rPr lang="en-MY" sz="600"/>
                        <a:t>Immutable</a:t>
                      </a:r>
                    </a:p>
                  </a:txBody>
                  <a:tcPr marL="60960" marR="60960" marT="30480" marB="30480" anchor="ctr">
                    <a:lnL>
                      <a:noFill/>
                    </a:lnL>
                    <a:lnR>
                      <a:noFill/>
                    </a:lnR>
                    <a:lnT>
                      <a:noFill/>
                    </a:lnT>
                    <a:lnB>
                      <a:noFill/>
                    </a:lnB>
                    <a:noFill/>
                  </a:tcPr>
                </a:tc>
                <a:tc>
                  <a:txBody>
                    <a:bodyPr/>
                    <a:lstStyle/>
                    <a:p>
                      <a:r>
                        <a:rPr lang="en-MY" sz="600"/>
                        <a:t>Mutable</a:t>
                      </a:r>
                    </a:p>
                  </a:txBody>
                  <a:tcPr marL="60960" marR="60960" marT="30480" marB="30480" anchor="ctr">
                    <a:lnL>
                      <a:noFill/>
                    </a:lnL>
                    <a:lnR>
                      <a:noFill/>
                    </a:lnR>
                    <a:lnT>
                      <a:noFill/>
                    </a:lnT>
                    <a:lnB>
                      <a:noFill/>
                    </a:lnB>
                    <a:noFill/>
                  </a:tcPr>
                </a:tc>
                <a:tc>
                  <a:txBody>
                    <a:bodyPr/>
                    <a:lstStyle/>
                    <a:p>
                      <a:r>
                        <a:rPr lang="en-MY" sz="600"/>
                        <a:t>Mutable</a:t>
                      </a:r>
                    </a:p>
                  </a:txBody>
                  <a:tcPr marL="60960" marR="60960" marT="30480" marB="30480" anchor="ctr">
                    <a:lnL>
                      <a:noFill/>
                    </a:lnL>
                    <a:lnR>
                      <a:noFill/>
                    </a:lnR>
                    <a:lnT>
                      <a:noFill/>
                    </a:lnT>
                    <a:lnB>
                      <a:noFill/>
                    </a:lnB>
                    <a:noFill/>
                  </a:tcPr>
                </a:tc>
                <a:tc>
                  <a:txBody>
                    <a:bodyPr/>
                    <a:lstStyle/>
                    <a:p>
                      <a:r>
                        <a:rPr lang="en-MY" sz="600" dirty="0"/>
                        <a:t>Immutable</a:t>
                      </a:r>
                    </a:p>
                  </a:txBody>
                  <a:tcPr marL="60960" marR="60960" marT="30480" marB="30480" anchor="ctr">
                    <a:lnL>
                      <a:noFill/>
                    </a:lnL>
                    <a:lnR>
                      <a:noFill/>
                    </a:lnR>
                    <a:lnT>
                      <a:noFill/>
                    </a:lnT>
                    <a:lnB>
                      <a:noFill/>
                    </a:lnB>
                    <a:noFill/>
                  </a:tcPr>
                </a:tc>
                <a:extLst>
                  <a:ext uri="{0D108BD9-81ED-4DB2-BD59-A6C34878D82A}">
                    <a16:rowId xmlns:a16="http://schemas.microsoft.com/office/drawing/2014/main" val="1860675490"/>
                  </a:ext>
                </a:extLst>
              </a:tr>
            </a:tbl>
          </a:graphicData>
        </a:graphic>
      </p:graphicFrame>
      <p:graphicFrame>
        <p:nvGraphicFramePr>
          <p:cNvPr id="8" name="Table 7">
            <a:extLst>
              <a:ext uri="{FF2B5EF4-FFF2-40B4-BE49-F238E27FC236}">
                <a16:creationId xmlns:a16="http://schemas.microsoft.com/office/drawing/2014/main" id="{0C039C53-F429-EC84-E7AD-32027578EB5E}"/>
              </a:ext>
            </a:extLst>
          </p:cNvPr>
          <p:cNvGraphicFramePr>
            <a:graphicFrameLocks noGrp="1"/>
          </p:cNvGraphicFramePr>
          <p:nvPr/>
        </p:nvGraphicFramePr>
        <p:xfrm>
          <a:off x="2981325" y="4719426"/>
          <a:ext cx="5486400" cy="155745"/>
        </p:xfrm>
        <a:graphic>
          <a:graphicData uri="http://schemas.openxmlformats.org/drawingml/2006/table">
            <a:tbl>
              <a:tblPr/>
              <a:tblGrid>
                <a:gridCol w="914400">
                  <a:extLst>
                    <a:ext uri="{9D8B030D-6E8A-4147-A177-3AD203B41FA5}">
                      <a16:colId xmlns:a16="http://schemas.microsoft.com/office/drawing/2014/main" val="2528817127"/>
                    </a:ext>
                  </a:extLst>
                </a:gridCol>
                <a:gridCol w="914400">
                  <a:extLst>
                    <a:ext uri="{9D8B030D-6E8A-4147-A177-3AD203B41FA5}">
                      <a16:colId xmlns:a16="http://schemas.microsoft.com/office/drawing/2014/main" val="3442571322"/>
                    </a:ext>
                  </a:extLst>
                </a:gridCol>
                <a:gridCol w="914400">
                  <a:extLst>
                    <a:ext uri="{9D8B030D-6E8A-4147-A177-3AD203B41FA5}">
                      <a16:colId xmlns:a16="http://schemas.microsoft.com/office/drawing/2014/main" val="1640278697"/>
                    </a:ext>
                  </a:extLst>
                </a:gridCol>
                <a:gridCol w="914400">
                  <a:extLst>
                    <a:ext uri="{9D8B030D-6E8A-4147-A177-3AD203B41FA5}">
                      <a16:colId xmlns:a16="http://schemas.microsoft.com/office/drawing/2014/main" val="3647164780"/>
                    </a:ext>
                  </a:extLst>
                </a:gridCol>
                <a:gridCol w="914400">
                  <a:extLst>
                    <a:ext uri="{9D8B030D-6E8A-4147-A177-3AD203B41FA5}">
                      <a16:colId xmlns:a16="http://schemas.microsoft.com/office/drawing/2014/main" val="1871099150"/>
                    </a:ext>
                  </a:extLst>
                </a:gridCol>
                <a:gridCol w="914400">
                  <a:extLst>
                    <a:ext uri="{9D8B030D-6E8A-4147-A177-3AD203B41FA5}">
                      <a16:colId xmlns:a16="http://schemas.microsoft.com/office/drawing/2014/main" val="1415575162"/>
                    </a:ext>
                  </a:extLst>
                </a:gridCol>
              </a:tblGrid>
              <a:tr h="155745">
                <a:tc>
                  <a:txBody>
                    <a:bodyPr/>
                    <a:lstStyle/>
                    <a:p>
                      <a:r>
                        <a:rPr lang="en-MY" sz="600" b="1"/>
                        <a:t>Syntax</a:t>
                      </a:r>
                      <a:endParaRPr lang="en-MY" sz="600"/>
                    </a:p>
                  </a:txBody>
                  <a:tcPr marL="60960" marR="60960" marT="30480" marB="30480" anchor="ctr">
                    <a:lnL>
                      <a:noFill/>
                    </a:lnL>
                    <a:lnR>
                      <a:noFill/>
                    </a:lnR>
                    <a:lnT>
                      <a:noFill/>
                    </a:lnT>
                    <a:lnB>
                      <a:noFill/>
                    </a:lnB>
                    <a:noFill/>
                  </a:tcPr>
                </a:tc>
                <a:tc>
                  <a:txBody>
                    <a:bodyPr/>
                    <a:lstStyle/>
                    <a:p>
                      <a:r>
                        <a:rPr lang="en-MY" sz="600"/>
                        <a:t>[ ]</a:t>
                      </a:r>
                    </a:p>
                  </a:txBody>
                  <a:tcPr marL="60960" marR="60960" marT="30480" marB="30480" anchor="ctr">
                    <a:lnL>
                      <a:noFill/>
                    </a:lnL>
                    <a:lnR>
                      <a:noFill/>
                    </a:lnR>
                    <a:lnT>
                      <a:noFill/>
                    </a:lnT>
                    <a:lnB>
                      <a:noFill/>
                    </a:lnB>
                    <a:noFill/>
                  </a:tcPr>
                </a:tc>
                <a:tc>
                  <a:txBody>
                    <a:bodyPr/>
                    <a:lstStyle/>
                    <a:p>
                      <a:r>
                        <a:rPr lang="en-MY" sz="600"/>
                        <a:t>( )</a:t>
                      </a:r>
                    </a:p>
                  </a:txBody>
                  <a:tcPr marL="60960" marR="60960" marT="30480" marB="30480" anchor="ctr">
                    <a:lnL>
                      <a:noFill/>
                    </a:lnL>
                    <a:lnR>
                      <a:noFill/>
                    </a:lnR>
                    <a:lnT>
                      <a:noFill/>
                    </a:lnT>
                    <a:lnB>
                      <a:noFill/>
                    </a:lnB>
                    <a:noFill/>
                  </a:tcPr>
                </a:tc>
                <a:tc>
                  <a:txBody>
                    <a:bodyPr/>
                    <a:lstStyle/>
                    <a:p>
                      <a:r>
                        <a:rPr lang="en-MY" sz="600"/>
                        <a:t>{ key: value, ... }</a:t>
                      </a:r>
                    </a:p>
                  </a:txBody>
                  <a:tcPr marL="60960" marR="60960" marT="30480" marB="30480" anchor="ctr">
                    <a:lnL>
                      <a:noFill/>
                    </a:lnL>
                    <a:lnR>
                      <a:noFill/>
                    </a:lnR>
                    <a:lnT>
                      <a:noFill/>
                    </a:lnT>
                    <a:lnB>
                      <a:noFill/>
                    </a:lnB>
                    <a:noFill/>
                  </a:tcPr>
                </a:tc>
                <a:tc>
                  <a:txBody>
                    <a:bodyPr/>
                    <a:lstStyle/>
                    <a:p>
                      <a:r>
                        <a:rPr lang="en-MY" sz="600"/>
                        <a:t>{ }</a:t>
                      </a:r>
                    </a:p>
                  </a:txBody>
                  <a:tcPr marL="60960" marR="60960" marT="30480" marB="30480" anchor="ctr">
                    <a:lnL>
                      <a:noFill/>
                    </a:lnL>
                    <a:lnR>
                      <a:noFill/>
                    </a:lnR>
                    <a:lnT>
                      <a:noFill/>
                    </a:lnT>
                    <a:lnB>
                      <a:noFill/>
                    </a:lnB>
                    <a:noFill/>
                  </a:tcPr>
                </a:tc>
                <a:tc>
                  <a:txBody>
                    <a:bodyPr/>
                    <a:lstStyle/>
                    <a:p>
                      <a:r>
                        <a:rPr lang="en-MY" sz="600" dirty="0"/>
                        <a:t>' ', " "</a:t>
                      </a:r>
                    </a:p>
                  </a:txBody>
                  <a:tcPr marL="60960" marR="60960" marT="30480" marB="30480" anchor="ctr">
                    <a:lnL>
                      <a:noFill/>
                    </a:lnL>
                    <a:lnR>
                      <a:noFill/>
                    </a:lnR>
                    <a:lnT>
                      <a:noFill/>
                    </a:lnT>
                    <a:lnB>
                      <a:noFill/>
                    </a:lnB>
                    <a:noFill/>
                  </a:tcPr>
                </a:tc>
                <a:extLst>
                  <a:ext uri="{0D108BD9-81ED-4DB2-BD59-A6C34878D82A}">
                    <a16:rowId xmlns:a16="http://schemas.microsoft.com/office/drawing/2014/main" val="3579029953"/>
                  </a:ext>
                </a:extLst>
              </a:tr>
            </a:tbl>
          </a:graphicData>
        </a:graphic>
      </p:graphicFrame>
      <p:graphicFrame>
        <p:nvGraphicFramePr>
          <p:cNvPr id="9" name="Table 8">
            <a:extLst>
              <a:ext uri="{FF2B5EF4-FFF2-40B4-BE49-F238E27FC236}">
                <a16:creationId xmlns:a16="http://schemas.microsoft.com/office/drawing/2014/main" id="{6DF84483-DDDE-A443-EDDA-11B1F692C04E}"/>
              </a:ext>
            </a:extLst>
          </p:cNvPr>
          <p:cNvGraphicFramePr>
            <a:graphicFrameLocks noGrp="1"/>
          </p:cNvGraphicFramePr>
          <p:nvPr/>
        </p:nvGraphicFramePr>
        <p:xfrm>
          <a:off x="2981325" y="4790546"/>
          <a:ext cx="5486400" cy="155745"/>
        </p:xfrm>
        <a:graphic>
          <a:graphicData uri="http://schemas.openxmlformats.org/drawingml/2006/table">
            <a:tbl>
              <a:tblPr/>
              <a:tblGrid>
                <a:gridCol w="914400">
                  <a:extLst>
                    <a:ext uri="{9D8B030D-6E8A-4147-A177-3AD203B41FA5}">
                      <a16:colId xmlns:a16="http://schemas.microsoft.com/office/drawing/2014/main" val="1160172564"/>
                    </a:ext>
                  </a:extLst>
                </a:gridCol>
                <a:gridCol w="914400">
                  <a:extLst>
                    <a:ext uri="{9D8B030D-6E8A-4147-A177-3AD203B41FA5}">
                      <a16:colId xmlns:a16="http://schemas.microsoft.com/office/drawing/2014/main" val="386103265"/>
                    </a:ext>
                  </a:extLst>
                </a:gridCol>
                <a:gridCol w="914400">
                  <a:extLst>
                    <a:ext uri="{9D8B030D-6E8A-4147-A177-3AD203B41FA5}">
                      <a16:colId xmlns:a16="http://schemas.microsoft.com/office/drawing/2014/main" val="1812838007"/>
                    </a:ext>
                  </a:extLst>
                </a:gridCol>
                <a:gridCol w="914400">
                  <a:extLst>
                    <a:ext uri="{9D8B030D-6E8A-4147-A177-3AD203B41FA5}">
                      <a16:colId xmlns:a16="http://schemas.microsoft.com/office/drawing/2014/main" val="1757665311"/>
                    </a:ext>
                  </a:extLst>
                </a:gridCol>
                <a:gridCol w="914400">
                  <a:extLst>
                    <a:ext uri="{9D8B030D-6E8A-4147-A177-3AD203B41FA5}">
                      <a16:colId xmlns:a16="http://schemas.microsoft.com/office/drawing/2014/main" val="3817693942"/>
                    </a:ext>
                  </a:extLst>
                </a:gridCol>
                <a:gridCol w="914400">
                  <a:extLst>
                    <a:ext uri="{9D8B030D-6E8A-4147-A177-3AD203B41FA5}">
                      <a16:colId xmlns:a16="http://schemas.microsoft.com/office/drawing/2014/main" val="2721288355"/>
                    </a:ext>
                  </a:extLst>
                </a:gridCol>
              </a:tblGrid>
              <a:tr h="155745">
                <a:tc>
                  <a:txBody>
                    <a:bodyPr/>
                    <a:lstStyle/>
                    <a:p>
                      <a:r>
                        <a:rPr lang="en-MY" sz="600" b="1"/>
                        <a:t>Ordered</a:t>
                      </a:r>
                      <a:endParaRPr lang="en-MY" sz="600"/>
                    </a:p>
                  </a:txBody>
                  <a:tcPr marL="60960" marR="60960" marT="30480" marB="30480" anchor="ctr">
                    <a:lnL>
                      <a:noFill/>
                    </a:lnL>
                    <a:lnR>
                      <a:noFill/>
                    </a:lnR>
                    <a:lnT>
                      <a:noFill/>
                    </a:lnT>
                    <a:lnB>
                      <a:noFill/>
                    </a:lnB>
                    <a:noFill/>
                  </a:tcPr>
                </a:tc>
                <a:tc>
                  <a:txBody>
                    <a:bodyPr/>
                    <a:lstStyle/>
                    <a:p>
                      <a:r>
                        <a:rPr lang="en-MY" sz="600"/>
                        <a:t>Yes</a:t>
                      </a:r>
                    </a:p>
                  </a:txBody>
                  <a:tcPr marL="60960" marR="60960" marT="30480" marB="30480" anchor="ctr">
                    <a:lnL>
                      <a:noFill/>
                    </a:lnL>
                    <a:lnR>
                      <a:noFill/>
                    </a:lnR>
                    <a:lnT>
                      <a:noFill/>
                    </a:lnT>
                    <a:lnB>
                      <a:noFill/>
                    </a:lnB>
                    <a:noFill/>
                  </a:tcPr>
                </a:tc>
                <a:tc>
                  <a:txBody>
                    <a:bodyPr/>
                    <a:lstStyle/>
                    <a:p>
                      <a:r>
                        <a:rPr lang="en-MY" sz="600"/>
                        <a:t>Yes</a:t>
                      </a:r>
                    </a:p>
                  </a:txBody>
                  <a:tcPr marL="60960" marR="60960" marT="30480" marB="30480" anchor="ctr">
                    <a:lnL>
                      <a:noFill/>
                    </a:lnL>
                    <a:lnR>
                      <a:noFill/>
                    </a:lnR>
                    <a:lnT>
                      <a:noFill/>
                    </a:lnT>
                    <a:lnB>
                      <a:noFill/>
                    </a:lnB>
                    <a:noFill/>
                  </a:tcPr>
                </a:tc>
                <a:tc>
                  <a:txBody>
                    <a:bodyPr/>
                    <a:lstStyle/>
                    <a:p>
                      <a:r>
                        <a:rPr lang="en-MY" sz="600"/>
                        <a:t>No</a:t>
                      </a:r>
                    </a:p>
                  </a:txBody>
                  <a:tcPr marL="60960" marR="60960" marT="30480" marB="30480" anchor="ctr">
                    <a:lnL>
                      <a:noFill/>
                    </a:lnL>
                    <a:lnR>
                      <a:noFill/>
                    </a:lnR>
                    <a:lnT>
                      <a:noFill/>
                    </a:lnT>
                    <a:lnB>
                      <a:noFill/>
                    </a:lnB>
                    <a:noFill/>
                  </a:tcPr>
                </a:tc>
                <a:tc>
                  <a:txBody>
                    <a:bodyPr/>
                    <a:lstStyle/>
                    <a:p>
                      <a:r>
                        <a:rPr lang="en-MY" sz="600"/>
                        <a:t>No</a:t>
                      </a:r>
                    </a:p>
                  </a:txBody>
                  <a:tcPr marL="60960" marR="60960" marT="30480" marB="30480" anchor="ctr">
                    <a:lnL>
                      <a:noFill/>
                    </a:lnL>
                    <a:lnR>
                      <a:noFill/>
                    </a:lnR>
                    <a:lnT>
                      <a:noFill/>
                    </a:lnT>
                    <a:lnB>
                      <a:noFill/>
                    </a:lnB>
                    <a:noFill/>
                  </a:tcPr>
                </a:tc>
                <a:tc>
                  <a:txBody>
                    <a:bodyPr/>
                    <a:lstStyle/>
                    <a:p>
                      <a:r>
                        <a:rPr lang="en-MY" sz="600" dirty="0"/>
                        <a:t>Yes</a:t>
                      </a:r>
                    </a:p>
                  </a:txBody>
                  <a:tcPr marL="60960" marR="60960" marT="30480" marB="30480" anchor="ctr">
                    <a:lnL>
                      <a:noFill/>
                    </a:lnL>
                    <a:lnR>
                      <a:noFill/>
                    </a:lnR>
                    <a:lnT>
                      <a:noFill/>
                    </a:lnT>
                    <a:lnB>
                      <a:noFill/>
                    </a:lnB>
                    <a:noFill/>
                  </a:tcPr>
                </a:tc>
                <a:extLst>
                  <a:ext uri="{0D108BD9-81ED-4DB2-BD59-A6C34878D82A}">
                    <a16:rowId xmlns:a16="http://schemas.microsoft.com/office/drawing/2014/main" val="1915537161"/>
                  </a:ext>
                </a:extLst>
              </a:tr>
            </a:tbl>
          </a:graphicData>
        </a:graphic>
      </p:graphicFrame>
      <p:graphicFrame>
        <p:nvGraphicFramePr>
          <p:cNvPr id="11" name="Table 10">
            <a:extLst>
              <a:ext uri="{FF2B5EF4-FFF2-40B4-BE49-F238E27FC236}">
                <a16:creationId xmlns:a16="http://schemas.microsoft.com/office/drawing/2014/main" id="{BBE6DA36-1622-5A99-66C5-98BDE2C8B2B2}"/>
              </a:ext>
            </a:extLst>
          </p:cNvPr>
          <p:cNvGraphicFramePr>
            <a:graphicFrameLocks noGrp="1"/>
          </p:cNvGraphicFramePr>
          <p:nvPr/>
        </p:nvGraphicFramePr>
        <p:xfrm>
          <a:off x="2981325" y="4577186"/>
          <a:ext cx="5486400" cy="250529"/>
        </p:xfrm>
        <a:graphic>
          <a:graphicData uri="http://schemas.openxmlformats.org/drawingml/2006/table">
            <a:tbl>
              <a:tblPr/>
              <a:tblGrid>
                <a:gridCol w="914400">
                  <a:extLst>
                    <a:ext uri="{9D8B030D-6E8A-4147-A177-3AD203B41FA5}">
                      <a16:colId xmlns:a16="http://schemas.microsoft.com/office/drawing/2014/main" val="573957890"/>
                    </a:ext>
                  </a:extLst>
                </a:gridCol>
                <a:gridCol w="914400">
                  <a:extLst>
                    <a:ext uri="{9D8B030D-6E8A-4147-A177-3AD203B41FA5}">
                      <a16:colId xmlns:a16="http://schemas.microsoft.com/office/drawing/2014/main" val="3686268578"/>
                    </a:ext>
                  </a:extLst>
                </a:gridCol>
                <a:gridCol w="914400">
                  <a:extLst>
                    <a:ext uri="{9D8B030D-6E8A-4147-A177-3AD203B41FA5}">
                      <a16:colId xmlns:a16="http://schemas.microsoft.com/office/drawing/2014/main" val="799620150"/>
                    </a:ext>
                  </a:extLst>
                </a:gridCol>
                <a:gridCol w="914400">
                  <a:extLst>
                    <a:ext uri="{9D8B030D-6E8A-4147-A177-3AD203B41FA5}">
                      <a16:colId xmlns:a16="http://schemas.microsoft.com/office/drawing/2014/main" val="291992544"/>
                    </a:ext>
                  </a:extLst>
                </a:gridCol>
                <a:gridCol w="914400">
                  <a:extLst>
                    <a:ext uri="{9D8B030D-6E8A-4147-A177-3AD203B41FA5}">
                      <a16:colId xmlns:a16="http://schemas.microsoft.com/office/drawing/2014/main" val="477971701"/>
                    </a:ext>
                  </a:extLst>
                </a:gridCol>
                <a:gridCol w="914400">
                  <a:extLst>
                    <a:ext uri="{9D8B030D-6E8A-4147-A177-3AD203B41FA5}">
                      <a16:colId xmlns:a16="http://schemas.microsoft.com/office/drawing/2014/main" val="3557286118"/>
                    </a:ext>
                  </a:extLst>
                </a:gridCol>
              </a:tblGrid>
              <a:tr h="250529">
                <a:tc>
                  <a:txBody>
                    <a:bodyPr/>
                    <a:lstStyle/>
                    <a:p>
                      <a:r>
                        <a:rPr lang="en-MY" sz="600" b="1"/>
                        <a:t>Duplicate Values</a:t>
                      </a:r>
                      <a:endParaRPr lang="en-MY" sz="600"/>
                    </a:p>
                  </a:txBody>
                  <a:tcPr marL="60960" marR="60960" marT="30480" marB="30480" anchor="ctr">
                    <a:lnL>
                      <a:noFill/>
                    </a:lnL>
                    <a:lnR>
                      <a:noFill/>
                    </a:lnR>
                    <a:lnT>
                      <a:noFill/>
                    </a:lnT>
                    <a:lnB>
                      <a:noFill/>
                    </a:lnB>
                    <a:noFill/>
                  </a:tcPr>
                </a:tc>
                <a:tc>
                  <a:txBody>
                    <a:bodyPr/>
                    <a:lstStyle/>
                    <a:p>
                      <a:r>
                        <a:rPr lang="en-MY" sz="600"/>
                        <a:t>Allowed</a:t>
                      </a:r>
                    </a:p>
                  </a:txBody>
                  <a:tcPr marL="60960" marR="60960" marT="30480" marB="30480" anchor="ctr">
                    <a:lnL>
                      <a:noFill/>
                    </a:lnL>
                    <a:lnR>
                      <a:noFill/>
                    </a:lnR>
                    <a:lnT>
                      <a:noFill/>
                    </a:lnT>
                    <a:lnB>
                      <a:noFill/>
                    </a:lnB>
                    <a:noFill/>
                  </a:tcPr>
                </a:tc>
                <a:tc>
                  <a:txBody>
                    <a:bodyPr/>
                    <a:lstStyle/>
                    <a:p>
                      <a:r>
                        <a:rPr lang="en-MY" sz="600"/>
                        <a:t>Allowed</a:t>
                      </a:r>
                    </a:p>
                  </a:txBody>
                  <a:tcPr marL="60960" marR="60960" marT="30480" marB="30480" anchor="ctr">
                    <a:lnL>
                      <a:noFill/>
                    </a:lnL>
                    <a:lnR>
                      <a:noFill/>
                    </a:lnR>
                    <a:lnT>
                      <a:noFill/>
                    </a:lnT>
                    <a:lnB>
                      <a:noFill/>
                    </a:lnB>
                    <a:noFill/>
                  </a:tcPr>
                </a:tc>
                <a:tc>
                  <a:txBody>
                    <a:bodyPr/>
                    <a:lstStyle/>
                    <a:p>
                      <a:r>
                        <a:rPr lang="en-US" sz="600"/>
                        <a:t>Keys: Not allowed, Values: Allowed</a:t>
                      </a:r>
                    </a:p>
                  </a:txBody>
                  <a:tcPr marL="60960" marR="60960" marT="30480" marB="30480" anchor="ctr">
                    <a:lnL>
                      <a:noFill/>
                    </a:lnL>
                    <a:lnR>
                      <a:noFill/>
                    </a:lnR>
                    <a:lnT>
                      <a:noFill/>
                    </a:lnT>
                    <a:lnB>
                      <a:noFill/>
                    </a:lnB>
                    <a:noFill/>
                  </a:tcPr>
                </a:tc>
                <a:tc>
                  <a:txBody>
                    <a:bodyPr/>
                    <a:lstStyle/>
                    <a:p>
                      <a:r>
                        <a:rPr lang="en-MY" sz="600"/>
                        <a:t>Not allowed</a:t>
                      </a:r>
                    </a:p>
                  </a:txBody>
                  <a:tcPr marL="60960" marR="60960" marT="30480" marB="30480" anchor="ctr">
                    <a:lnL>
                      <a:noFill/>
                    </a:lnL>
                    <a:lnR>
                      <a:noFill/>
                    </a:lnR>
                    <a:lnT>
                      <a:noFill/>
                    </a:lnT>
                    <a:lnB>
                      <a:noFill/>
                    </a:lnB>
                    <a:noFill/>
                  </a:tcPr>
                </a:tc>
                <a:tc>
                  <a:txBody>
                    <a:bodyPr/>
                    <a:lstStyle/>
                    <a:p>
                      <a:r>
                        <a:rPr lang="en-MY" sz="600" dirty="0"/>
                        <a:t>Allowed</a:t>
                      </a:r>
                    </a:p>
                  </a:txBody>
                  <a:tcPr marL="60960" marR="60960" marT="30480" marB="30480" anchor="ctr">
                    <a:lnL>
                      <a:noFill/>
                    </a:lnL>
                    <a:lnR>
                      <a:noFill/>
                    </a:lnR>
                    <a:lnT>
                      <a:noFill/>
                    </a:lnT>
                    <a:lnB>
                      <a:noFill/>
                    </a:lnB>
                    <a:noFill/>
                  </a:tcPr>
                </a:tc>
                <a:extLst>
                  <a:ext uri="{0D108BD9-81ED-4DB2-BD59-A6C34878D82A}">
                    <a16:rowId xmlns:a16="http://schemas.microsoft.com/office/drawing/2014/main" val="584319521"/>
                  </a:ext>
                </a:extLst>
              </a:tr>
            </a:tbl>
          </a:graphicData>
        </a:graphic>
      </p:graphicFrame>
      <p:graphicFrame>
        <p:nvGraphicFramePr>
          <p:cNvPr id="12" name="Table 11">
            <a:extLst>
              <a:ext uri="{FF2B5EF4-FFF2-40B4-BE49-F238E27FC236}">
                <a16:creationId xmlns:a16="http://schemas.microsoft.com/office/drawing/2014/main" id="{C14931C6-A914-23E2-3CFB-CDAD1810183A}"/>
              </a:ext>
            </a:extLst>
          </p:cNvPr>
          <p:cNvGraphicFramePr>
            <a:graphicFrameLocks noGrp="1"/>
          </p:cNvGraphicFramePr>
          <p:nvPr/>
        </p:nvGraphicFramePr>
        <p:xfrm>
          <a:off x="2981325" y="4719426"/>
          <a:ext cx="5486400" cy="155745"/>
        </p:xfrm>
        <a:graphic>
          <a:graphicData uri="http://schemas.openxmlformats.org/drawingml/2006/table">
            <a:tbl>
              <a:tblPr/>
              <a:tblGrid>
                <a:gridCol w="914400">
                  <a:extLst>
                    <a:ext uri="{9D8B030D-6E8A-4147-A177-3AD203B41FA5}">
                      <a16:colId xmlns:a16="http://schemas.microsoft.com/office/drawing/2014/main" val="1962191431"/>
                    </a:ext>
                  </a:extLst>
                </a:gridCol>
                <a:gridCol w="914400">
                  <a:extLst>
                    <a:ext uri="{9D8B030D-6E8A-4147-A177-3AD203B41FA5}">
                      <a16:colId xmlns:a16="http://schemas.microsoft.com/office/drawing/2014/main" val="1896758412"/>
                    </a:ext>
                  </a:extLst>
                </a:gridCol>
                <a:gridCol w="914400">
                  <a:extLst>
                    <a:ext uri="{9D8B030D-6E8A-4147-A177-3AD203B41FA5}">
                      <a16:colId xmlns:a16="http://schemas.microsoft.com/office/drawing/2014/main" val="2506646034"/>
                    </a:ext>
                  </a:extLst>
                </a:gridCol>
                <a:gridCol w="914400">
                  <a:extLst>
                    <a:ext uri="{9D8B030D-6E8A-4147-A177-3AD203B41FA5}">
                      <a16:colId xmlns:a16="http://schemas.microsoft.com/office/drawing/2014/main" val="245955992"/>
                    </a:ext>
                  </a:extLst>
                </a:gridCol>
                <a:gridCol w="914400">
                  <a:extLst>
                    <a:ext uri="{9D8B030D-6E8A-4147-A177-3AD203B41FA5}">
                      <a16:colId xmlns:a16="http://schemas.microsoft.com/office/drawing/2014/main" val="2164420412"/>
                    </a:ext>
                  </a:extLst>
                </a:gridCol>
                <a:gridCol w="914400">
                  <a:extLst>
                    <a:ext uri="{9D8B030D-6E8A-4147-A177-3AD203B41FA5}">
                      <a16:colId xmlns:a16="http://schemas.microsoft.com/office/drawing/2014/main" val="3547565213"/>
                    </a:ext>
                  </a:extLst>
                </a:gridCol>
              </a:tblGrid>
              <a:tr h="155745">
                <a:tc>
                  <a:txBody>
                    <a:bodyPr/>
                    <a:lstStyle/>
                    <a:p>
                      <a:r>
                        <a:rPr lang="en-MY" sz="600" b="1"/>
                        <a:t>Access by Index</a:t>
                      </a:r>
                      <a:endParaRPr lang="en-MY" sz="600"/>
                    </a:p>
                  </a:txBody>
                  <a:tcPr marL="60960" marR="60960" marT="30480" marB="30480" anchor="ctr">
                    <a:lnL>
                      <a:noFill/>
                    </a:lnL>
                    <a:lnR>
                      <a:noFill/>
                    </a:lnR>
                    <a:lnT>
                      <a:noFill/>
                    </a:lnT>
                    <a:lnB>
                      <a:noFill/>
                    </a:lnB>
                    <a:noFill/>
                  </a:tcPr>
                </a:tc>
                <a:tc>
                  <a:txBody>
                    <a:bodyPr/>
                    <a:lstStyle/>
                    <a:p>
                      <a:r>
                        <a:rPr lang="en-MY" sz="600"/>
                        <a:t>Yes</a:t>
                      </a:r>
                    </a:p>
                  </a:txBody>
                  <a:tcPr marL="60960" marR="60960" marT="30480" marB="30480" anchor="ctr">
                    <a:lnL>
                      <a:noFill/>
                    </a:lnL>
                    <a:lnR>
                      <a:noFill/>
                    </a:lnR>
                    <a:lnT>
                      <a:noFill/>
                    </a:lnT>
                    <a:lnB>
                      <a:noFill/>
                    </a:lnB>
                    <a:noFill/>
                  </a:tcPr>
                </a:tc>
                <a:tc>
                  <a:txBody>
                    <a:bodyPr/>
                    <a:lstStyle/>
                    <a:p>
                      <a:r>
                        <a:rPr lang="en-MY" sz="600"/>
                        <a:t>Yes</a:t>
                      </a:r>
                    </a:p>
                  </a:txBody>
                  <a:tcPr marL="60960" marR="60960" marT="30480" marB="30480" anchor="ctr">
                    <a:lnL>
                      <a:noFill/>
                    </a:lnL>
                    <a:lnR>
                      <a:noFill/>
                    </a:lnR>
                    <a:lnT>
                      <a:noFill/>
                    </a:lnT>
                    <a:lnB>
                      <a:noFill/>
                    </a:lnB>
                    <a:noFill/>
                  </a:tcPr>
                </a:tc>
                <a:tc>
                  <a:txBody>
                    <a:bodyPr/>
                    <a:lstStyle/>
                    <a:p>
                      <a:r>
                        <a:rPr lang="en-MY" sz="600"/>
                        <a:t>No (Access by key)</a:t>
                      </a:r>
                    </a:p>
                  </a:txBody>
                  <a:tcPr marL="60960" marR="60960" marT="30480" marB="30480" anchor="ctr">
                    <a:lnL>
                      <a:noFill/>
                    </a:lnL>
                    <a:lnR>
                      <a:noFill/>
                    </a:lnR>
                    <a:lnT>
                      <a:noFill/>
                    </a:lnT>
                    <a:lnB>
                      <a:noFill/>
                    </a:lnB>
                    <a:noFill/>
                  </a:tcPr>
                </a:tc>
                <a:tc>
                  <a:txBody>
                    <a:bodyPr/>
                    <a:lstStyle/>
                    <a:p>
                      <a:r>
                        <a:rPr lang="en-MY" sz="600"/>
                        <a:t>No</a:t>
                      </a:r>
                    </a:p>
                  </a:txBody>
                  <a:tcPr marL="60960" marR="60960" marT="30480" marB="30480" anchor="ctr">
                    <a:lnL>
                      <a:noFill/>
                    </a:lnL>
                    <a:lnR>
                      <a:noFill/>
                    </a:lnR>
                    <a:lnT>
                      <a:noFill/>
                    </a:lnT>
                    <a:lnB>
                      <a:noFill/>
                    </a:lnB>
                    <a:noFill/>
                  </a:tcPr>
                </a:tc>
                <a:tc>
                  <a:txBody>
                    <a:bodyPr/>
                    <a:lstStyle/>
                    <a:p>
                      <a:r>
                        <a:rPr lang="en-MY" sz="600" dirty="0"/>
                        <a:t>Yes</a:t>
                      </a:r>
                    </a:p>
                  </a:txBody>
                  <a:tcPr marL="60960" marR="60960" marT="30480" marB="30480" anchor="ctr">
                    <a:lnL>
                      <a:noFill/>
                    </a:lnL>
                    <a:lnR>
                      <a:noFill/>
                    </a:lnR>
                    <a:lnT>
                      <a:noFill/>
                    </a:lnT>
                    <a:lnB>
                      <a:noFill/>
                    </a:lnB>
                    <a:noFill/>
                  </a:tcPr>
                </a:tc>
                <a:extLst>
                  <a:ext uri="{0D108BD9-81ED-4DB2-BD59-A6C34878D82A}">
                    <a16:rowId xmlns:a16="http://schemas.microsoft.com/office/drawing/2014/main" val="3047554615"/>
                  </a:ext>
                </a:extLst>
              </a:tr>
            </a:tbl>
          </a:graphicData>
        </a:graphic>
      </p:graphicFrame>
      <p:graphicFrame>
        <p:nvGraphicFramePr>
          <p:cNvPr id="13" name="Table 12">
            <a:extLst>
              <a:ext uri="{FF2B5EF4-FFF2-40B4-BE49-F238E27FC236}">
                <a16:creationId xmlns:a16="http://schemas.microsoft.com/office/drawing/2014/main" id="{07B96F0B-4789-822D-60E8-30798E9AA6B2}"/>
              </a:ext>
            </a:extLst>
          </p:cNvPr>
          <p:cNvGraphicFramePr>
            <a:graphicFrameLocks noGrp="1"/>
          </p:cNvGraphicFramePr>
          <p:nvPr/>
        </p:nvGraphicFramePr>
        <p:xfrm>
          <a:off x="2981325" y="4719426"/>
          <a:ext cx="5486400" cy="155745"/>
        </p:xfrm>
        <a:graphic>
          <a:graphicData uri="http://schemas.openxmlformats.org/drawingml/2006/table">
            <a:tbl>
              <a:tblPr/>
              <a:tblGrid>
                <a:gridCol w="914400">
                  <a:extLst>
                    <a:ext uri="{9D8B030D-6E8A-4147-A177-3AD203B41FA5}">
                      <a16:colId xmlns:a16="http://schemas.microsoft.com/office/drawing/2014/main" val="1615724985"/>
                    </a:ext>
                  </a:extLst>
                </a:gridCol>
                <a:gridCol w="914400">
                  <a:extLst>
                    <a:ext uri="{9D8B030D-6E8A-4147-A177-3AD203B41FA5}">
                      <a16:colId xmlns:a16="http://schemas.microsoft.com/office/drawing/2014/main" val="208783131"/>
                    </a:ext>
                  </a:extLst>
                </a:gridCol>
                <a:gridCol w="914400">
                  <a:extLst>
                    <a:ext uri="{9D8B030D-6E8A-4147-A177-3AD203B41FA5}">
                      <a16:colId xmlns:a16="http://schemas.microsoft.com/office/drawing/2014/main" val="3957043991"/>
                    </a:ext>
                  </a:extLst>
                </a:gridCol>
                <a:gridCol w="914400">
                  <a:extLst>
                    <a:ext uri="{9D8B030D-6E8A-4147-A177-3AD203B41FA5}">
                      <a16:colId xmlns:a16="http://schemas.microsoft.com/office/drawing/2014/main" val="3418095693"/>
                    </a:ext>
                  </a:extLst>
                </a:gridCol>
                <a:gridCol w="914400">
                  <a:extLst>
                    <a:ext uri="{9D8B030D-6E8A-4147-A177-3AD203B41FA5}">
                      <a16:colId xmlns:a16="http://schemas.microsoft.com/office/drawing/2014/main" val="1965382428"/>
                    </a:ext>
                  </a:extLst>
                </a:gridCol>
                <a:gridCol w="914400">
                  <a:extLst>
                    <a:ext uri="{9D8B030D-6E8A-4147-A177-3AD203B41FA5}">
                      <a16:colId xmlns:a16="http://schemas.microsoft.com/office/drawing/2014/main" val="2768228996"/>
                    </a:ext>
                  </a:extLst>
                </a:gridCol>
              </a:tblGrid>
              <a:tr h="155745">
                <a:tc>
                  <a:txBody>
                    <a:bodyPr/>
                    <a:lstStyle/>
                    <a:p>
                      <a:r>
                        <a:rPr lang="en-MY" sz="600" b="1"/>
                        <a:t>Modification</a:t>
                      </a:r>
                      <a:endParaRPr lang="en-MY" sz="600"/>
                    </a:p>
                  </a:txBody>
                  <a:tcPr marL="60960" marR="60960" marT="30480" marB="30480" anchor="ctr">
                    <a:lnL>
                      <a:noFill/>
                    </a:lnL>
                    <a:lnR>
                      <a:noFill/>
                    </a:lnR>
                    <a:lnT>
                      <a:noFill/>
                    </a:lnT>
                    <a:lnB>
                      <a:noFill/>
                    </a:lnB>
                    <a:noFill/>
                  </a:tcPr>
                </a:tc>
                <a:tc>
                  <a:txBody>
                    <a:bodyPr/>
                    <a:lstStyle/>
                    <a:p>
                      <a:r>
                        <a:rPr lang="en-MY" sz="600"/>
                        <a:t>Add, Remove, Update</a:t>
                      </a:r>
                    </a:p>
                  </a:txBody>
                  <a:tcPr marL="60960" marR="60960" marT="30480" marB="30480" anchor="ctr">
                    <a:lnL>
                      <a:noFill/>
                    </a:lnL>
                    <a:lnR>
                      <a:noFill/>
                    </a:lnR>
                    <a:lnT>
                      <a:noFill/>
                    </a:lnT>
                    <a:lnB>
                      <a:noFill/>
                    </a:lnB>
                    <a:noFill/>
                  </a:tcPr>
                </a:tc>
                <a:tc>
                  <a:txBody>
                    <a:bodyPr/>
                    <a:lstStyle/>
                    <a:p>
                      <a:r>
                        <a:rPr lang="en-MY" sz="600"/>
                        <a:t>Not applicable</a:t>
                      </a:r>
                    </a:p>
                  </a:txBody>
                  <a:tcPr marL="60960" marR="60960" marT="30480" marB="30480" anchor="ctr">
                    <a:lnL>
                      <a:noFill/>
                    </a:lnL>
                    <a:lnR>
                      <a:noFill/>
                    </a:lnR>
                    <a:lnT>
                      <a:noFill/>
                    </a:lnT>
                    <a:lnB>
                      <a:noFill/>
                    </a:lnB>
                    <a:noFill/>
                  </a:tcPr>
                </a:tc>
                <a:tc>
                  <a:txBody>
                    <a:bodyPr/>
                    <a:lstStyle/>
                    <a:p>
                      <a:r>
                        <a:rPr lang="en-MY" sz="600"/>
                        <a:t>Add, Remove, Update</a:t>
                      </a:r>
                    </a:p>
                  </a:txBody>
                  <a:tcPr marL="60960" marR="60960" marT="30480" marB="30480" anchor="ctr">
                    <a:lnL>
                      <a:noFill/>
                    </a:lnL>
                    <a:lnR>
                      <a:noFill/>
                    </a:lnR>
                    <a:lnT>
                      <a:noFill/>
                    </a:lnT>
                    <a:lnB>
                      <a:noFill/>
                    </a:lnB>
                    <a:noFill/>
                  </a:tcPr>
                </a:tc>
                <a:tc>
                  <a:txBody>
                    <a:bodyPr/>
                    <a:lstStyle/>
                    <a:p>
                      <a:r>
                        <a:rPr lang="en-MY" sz="600"/>
                        <a:t>Add, Remove, Update</a:t>
                      </a:r>
                    </a:p>
                  </a:txBody>
                  <a:tcPr marL="60960" marR="60960" marT="30480" marB="30480" anchor="ctr">
                    <a:lnL>
                      <a:noFill/>
                    </a:lnL>
                    <a:lnR>
                      <a:noFill/>
                    </a:lnR>
                    <a:lnT>
                      <a:noFill/>
                    </a:lnT>
                    <a:lnB>
                      <a:noFill/>
                    </a:lnB>
                    <a:noFill/>
                  </a:tcPr>
                </a:tc>
                <a:tc>
                  <a:txBody>
                    <a:bodyPr/>
                    <a:lstStyle/>
                    <a:p>
                      <a:r>
                        <a:rPr lang="en-MY" sz="600" dirty="0"/>
                        <a:t>Not applicable</a:t>
                      </a:r>
                    </a:p>
                  </a:txBody>
                  <a:tcPr marL="60960" marR="60960" marT="30480" marB="30480" anchor="ctr">
                    <a:lnL>
                      <a:noFill/>
                    </a:lnL>
                    <a:lnR>
                      <a:noFill/>
                    </a:lnR>
                    <a:lnT>
                      <a:noFill/>
                    </a:lnT>
                    <a:lnB>
                      <a:noFill/>
                    </a:lnB>
                    <a:noFill/>
                  </a:tcPr>
                </a:tc>
                <a:extLst>
                  <a:ext uri="{0D108BD9-81ED-4DB2-BD59-A6C34878D82A}">
                    <a16:rowId xmlns:a16="http://schemas.microsoft.com/office/drawing/2014/main" val="3993086724"/>
                  </a:ext>
                </a:extLst>
              </a:tr>
            </a:tbl>
          </a:graphicData>
        </a:graphic>
      </p:graphicFrame>
      <p:graphicFrame>
        <p:nvGraphicFramePr>
          <p:cNvPr id="14" name="Table 13">
            <a:extLst>
              <a:ext uri="{FF2B5EF4-FFF2-40B4-BE49-F238E27FC236}">
                <a16:creationId xmlns:a16="http://schemas.microsoft.com/office/drawing/2014/main" id="{0EF9966A-EAC1-B835-F2F9-A99B9E795CD1}"/>
              </a:ext>
            </a:extLst>
          </p:cNvPr>
          <p:cNvGraphicFramePr>
            <a:graphicFrameLocks noGrp="1"/>
          </p:cNvGraphicFramePr>
          <p:nvPr/>
        </p:nvGraphicFramePr>
        <p:xfrm>
          <a:off x="2981325" y="4719426"/>
          <a:ext cx="5486400" cy="250529"/>
        </p:xfrm>
        <a:graphic>
          <a:graphicData uri="http://schemas.openxmlformats.org/drawingml/2006/table">
            <a:tbl>
              <a:tblPr/>
              <a:tblGrid>
                <a:gridCol w="914400">
                  <a:extLst>
                    <a:ext uri="{9D8B030D-6E8A-4147-A177-3AD203B41FA5}">
                      <a16:colId xmlns:a16="http://schemas.microsoft.com/office/drawing/2014/main" val="1607268178"/>
                    </a:ext>
                  </a:extLst>
                </a:gridCol>
                <a:gridCol w="914400">
                  <a:extLst>
                    <a:ext uri="{9D8B030D-6E8A-4147-A177-3AD203B41FA5}">
                      <a16:colId xmlns:a16="http://schemas.microsoft.com/office/drawing/2014/main" val="2823783909"/>
                    </a:ext>
                  </a:extLst>
                </a:gridCol>
                <a:gridCol w="914400">
                  <a:extLst>
                    <a:ext uri="{9D8B030D-6E8A-4147-A177-3AD203B41FA5}">
                      <a16:colId xmlns:a16="http://schemas.microsoft.com/office/drawing/2014/main" val="2293706589"/>
                    </a:ext>
                  </a:extLst>
                </a:gridCol>
                <a:gridCol w="914400">
                  <a:extLst>
                    <a:ext uri="{9D8B030D-6E8A-4147-A177-3AD203B41FA5}">
                      <a16:colId xmlns:a16="http://schemas.microsoft.com/office/drawing/2014/main" val="1822506182"/>
                    </a:ext>
                  </a:extLst>
                </a:gridCol>
                <a:gridCol w="914400">
                  <a:extLst>
                    <a:ext uri="{9D8B030D-6E8A-4147-A177-3AD203B41FA5}">
                      <a16:colId xmlns:a16="http://schemas.microsoft.com/office/drawing/2014/main" val="2386000695"/>
                    </a:ext>
                  </a:extLst>
                </a:gridCol>
                <a:gridCol w="914400">
                  <a:extLst>
                    <a:ext uri="{9D8B030D-6E8A-4147-A177-3AD203B41FA5}">
                      <a16:colId xmlns:a16="http://schemas.microsoft.com/office/drawing/2014/main" val="3888642410"/>
                    </a:ext>
                  </a:extLst>
                </a:gridCol>
              </a:tblGrid>
              <a:tr h="250529">
                <a:tc>
                  <a:txBody>
                    <a:bodyPr/>
                    <a:lstStyle/>
                    <a:p>
                      <a:r>
                        <a:rPr lang="en-MY" sz="600" b="1"/>
                        <a:t>Iteration</a:t>
                      </a:r>
                      <a:endParaRPr lang="en-MY" sz="600"/>
                    </a:p>
                  </a:txBody>
                  <a:tcPr marL="60960" marR="60960" marT="30480" marB="30480" anchor="ctr">
                    <a:lnL>
                      <a:noFill/>
                    </a:lnL>
                    <a:lnR>
                      <a:noFill/>
                    </a:lnR>
                    <a:lnT>
                      <a:noFill/>
                    </a:lnT>
                    <a:lnB>
                      <a:noFill/>
                    </a:lnB>
                    <a:noFill/>
                  </a:tcPr>
                </a:tc>
                <a:tc>
                  <a:txBody>
                    <a:bodyPr/>
                    <a:lstStyle/>
                    <a:p>
                      <a:r>
                        <a:rPr lang="en-MY" sz="600"/>
                        <a:t>Yes</a:t>
                      </a:r>
                    </a:p>
                  </a:txBody>
                  <a:tcPr marL="60960" marR="60960" marT="30480" marB="30480" anchor="ctr">
                    <a:lnL>
                      <a:noFill/>
                    </a:lnL>
                    <a:lnR>
                      <a:noFill/>
                    </a:lnR>
                    <a:lnT>
                      <a:noFill/>
                    </a:lnT>
                    <a:lnB>
                      <a:noFill/>
                    </a:lnB>
                    <a:noFill/>
                  </a:tcPr>
                </a:tc>
                <a:tc>
                  <a:txBody>
                    <a:bodyPr/>
                    <a:lstStyle/>
                    <a:p>
                      <a:r>
                        <a:rPr lang="en-MY" sz="600"/>
                        <a:t>Yes</a:t>
                      </a:r>
                    </a:p>
                  </a:txBody>
                  <a:tcPr marL="60960" marR="60960" marT="30480" marB="30480" anchor="ctr">
                    <a:lnL>
                      <a:noFill/>
                    </a:lnL>
                    <a:lnR>
                      <a:noFill/>
                    </a:lnR>
                    <a:lnT>
                      <a:noFill/>
                    </a:lnT>
                    <a:lnB>
                      <a:noFill/>
                    </a:lnB>
                    <a:noFill/>
                  </a:tcPr>
                </a:tc>
                <a:tc>
                  <a:txBody>
                    <a:bodyPr/>
                    <a:lstStyle/>
                    <a:p>
                      <a:r>
                        <a:rPr lang="en-US" sz="600"/>
                        <a:t>By key, value, or items</a:t>
                      </a:r>
                    </a:p>
                  </a:txBody>
                  <a:tcPr marL="60960" marR="60960" marT="30480" marB="30480" anchor="ctr">
                    <a:lnL>
                      <a:noFill/>
                    </a:lnL>
                    <a:lnR>
                      <a:noFill/>
                    </a:lnR>
                    <a:lnT>
                      <a:noFill/>
                    </a:lnT>
                    <a:lnB>
                      <a:noFill/>
                    </a:lnB>
                    <a:noFill/>
                  </a:tcPr>
                </a:tc>
                <a:tc>
                  <a:txBody>
                    <a:bodyPr/>
                    <a:lstStyle/>
                    <a:p>
                      <a:r>
                        <a:rPr lang="en-MY" sz="600"/>
                        <a:t>Yes</a:t>
                      </a:r>
                    </a:p>
                  </a:txBody>
                  <a:tcPr marL="60960" marR="60960" marT="30480" marB="30480" anchor="ctr">
                    <a:lnL>
                      <a:noFill/>
                    </a:lnL>
                    <a:lnR>
                      <a:noFill/>
                    </a:lnR>
                    <a:lnT>
                      <a:noFill/>
                    </a:lnT>
                    <a:lnB>
                      <a:noFill/>
                    </a:lnB>
                    <a:noFill/>
                  </a:tcPr>
                </a:tc>
                <a:tc>
                  <a:txBody>
                    <a:bodyPr/>
                    <a:lstStyle/>
                    <a:p>
                      <a:r>
                        <a:rPr lang="en-MY" sz="600" dirty="0"/>
                        <a:t>Yes</a:t>
                      </a:r>
                    </a:p>
                  </a:txBody>
                  <a:tcPr marL="60960" marR="60960" marT="30480" marB="30480" anchor="ctr">
                    <a:lnL>
                      <a:noFill/>
                    </a:lnL>
                    <a:lnR>
                      <a:noFill/>
                    </a:lnR>
                    <a:lnT>
                      <a:noFill/>
                    </a:lnT>
                    <a:lnB>
                      <a:noFill/>
                    </a:lnB>
                    <a:noFill/>
                  </a:tcPr>
                </a:tc>
                <a:extLst>
                  <a:ext uri="{0D108BD9-81ED-4DB2-BD59-A6C34878D82A}">
                    <a16:rowId xmlns:a16="http://schemas.microsoft.com/office/drawing/2014/main" val="2932959662"/>
                  </a:ext>
                </a:extLst>
              </a:tr>
            </a:tbl>
          </a:graphicData>
        </a:graphic>
      </p:graphicFrame>
      <p:sp>
        <p:nvSpPr>
          <p:cNvPr id="27" name="Rectangle 1">
            <a:extLst>
              <a:ext uri="{FF2B5EF4-FFF2-40B4-BE49-F238E27FC236}">
                <a16:creationId xmlns:a16="http://schemas.microsoft.com/office/drawing/2014/main" id="{4045CD52-B5AD-3D79-2BE6-322842EC9E36}"/>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pic>
        <p:nvPicPr>
          <p:cNvPr id="15" name="Picture 14">
            <a:extLst>
              <a:ext uri="{FF2B5EF4-FFF2-40B4-BE49-F238E27FC236}">
                <a16:creationId xmlns:a16="http://schemas.microsoft.com/office/drawing/2014/main" id="{AECB5F92-031D-7DF8-25F3-2E176F7F09F3}"/>
              </a:ext>
            </a:extLst>
          </p:cNvPr>
          <p:cNvPicPr>
            <a:picLocks noChangeAspect="1"/>
          </p:cNvPicPr>
          <p:nvPr/>
        </p:nvPicPr>
        <p:blipFill>
          <a:blip r:embed="rId3"/>
          <a:stretch>
            <a:fillRect/>
          </a:stretch>
        </p:blipFill>
        <p:spPr>
          <a:xfrm>
            <a:off x="2424045" y="3886291"/>
            <a:ext cx="7556420" cy="1929832"/>
          </a:xfrm>
          <a:prstGeom prst="rect">
            <a:avLst/>
          </a:prstGeom>
        </p:spPr>
      </p:pic>
    </p:spTree>
    <p:extLst>
      <p:ext uri="{BB962C8B-B14F-4D97-AF65-F5344CB8AC3E}">
        <p14:creationId xmlns:p14="http://schemas.microsoft.com/office/powerpoint/2010/main" val="3979817475"/>
      </p:ext>
    </p:extLst>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425642" y="277561"/>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a:solidFill>
            <a:schemeClr val="accent1"/>
          </a:solidFill>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59"/>
            <a:ext cx="10326008" cy="812530"/>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4400" kern="0" dirty="0">
                <a:solidFill>
                  <a:srgbClr val="FFFFFF"/>
                </a:solidFill>
                <a:latin typeface="Courier"/>
                <a:cs typeface="Arial"/>
                <a:sym typeface="Courier"/>
              </a:rPr>
              <a:t>SET</a:t>
            </a:r>
            <a:endParaRPr lang="en-US" sz="4400"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10" name="TextBox 9">
            <a:extLst>
              <a:ext uri="{FF2B5EF4-FFF2-40B4-BE49-F238E27FC236}">
                <a16:creationId xmlns:a16="http://schemas.microsoft.com/office/drawing/2014/main" id="{BE09BCF1-B8B5-F5D5-6CFE-266D84893BD7}"/>
              </a:ext>
            </a:extLst>
          </p:cNvPr>
          <p:cNvSpPr txBox="1"/>
          <p:nvPr/>
        </p:nvSpPr>
        <p:spPr>
          <a:xfrm>
            <a:off x="938687" y="2469389"/>
            <a:ext cx="10251248" cy="1816266"/>
          </a:xfrm>
          <a:prstGeom prst="rect">
            <a:avLst/>
          </a:prstGeom>
          <a:noFill/>
        </p:spPr>
        <p:txBody>
          <a:bodyPr wrap="square">
            <a:spAutoFit/>
          </a:bodyPr>
          <a:lstStyle/>
          <a:p>
            <a:pPr defTabSz="609630" eaLnBrk="0" fontAlgn="base" hangingPunct="0">
              <a:spcBef>
                <a:spcPct val="0"/>
              </a:spcBef>
              <a:spcAft>
                <a:spcPct val="0"/>
              </a:spcAft>
            </a:pPr>
            <a:r>
              <a:rPr lang="en-US" altLang="en-US" sz="1867" kern="0" dirty="0">
                <a:solidFill>
                  <a:srgbClr val="8C52FF"/>
                </a:solidFill>
                <a:latin typeface="Roboto Mono" panose="00000009000000000000" pitchFamily="49" charset="0"/>
                <a:ea typeface="Roboto Mono" panose="00000009000000000000" pitchFamily="49" charset="0"/>
                <a:cs typeface="Open Sans" panose="020B0606030504020204" pitchFamily="34" charset="0"/>
                <a:sym typeface="Arial"/>
              </a:rPr>
              <a:t>Remove Item using remove() or discard()</a:t>
            </a:r>
          </a:p>
          <a:p>
            <a:pPr defTabSz="609630" eaLnBrk="0" fontAlgn="base" hangingPunct="0">
              <a:spcBef>
                <a:spcPct val="0"/>
              </a:spcBef>
              <a:spcAft>
                <a:spcPct val="0"/>
              </a:spcAft>
            </a:pPr>
            <a:r>
              <a:rPr lang="en-US" altLang="en-US" sz="1867" kern="0" dirty="0">
                <a:solidFill>
                  <a:srgbClr val="FFFFFF"/>
                </a:solidFill>
                <a:latin typeface="Roboto Mono" panose="00000009000000000000" pitchFamily="49" charset="0"/>
                <a:ea typeface="Roboto Mono" panose="00000009000000000000" pitchFamily="49" charset="0"/>
                <a:cs typeface="Open Sans" panose="020B0606030504020204" pitchFamily="34" charset="0"/>
                <a:sym typeface="Arial"/>
              </a:rPr>
              <a:t>If the item to remove does not exist, remove() will raise an error</a:t>
            </a:r>
          </a:p>
          <a:p>
            <a:pPr defTabSz="609630" eaLnBrk="0" fontAlgn="base" hangingPunct="0">
              <a:spcBef>
                <a:spcPct val="0"/>
              </a:spcBef>
              <a:spcAft>
                <a:spcPct val="0"/>
              </a:spcAft>
            </a:pPr>
            <a:endParaRPr lang="en-US" altLang="en-US" sz="1867" kern="0" dirty="0">
              <a:solidFill>
                <a:srgbClr val="FFFFFF"/>
              </a:solidFill>
              <a:latin typeface="Roboto Mono" panose="00000009000000000000" pitchFamily="49" charset="0"/>
              <a:ea typeface="Roboto Mono" panose="00000009000000000000" pitchFamily="49" charset="0"/>
              <a:cs typeface="Open Sans" panose="020B0606030504020204" pitchFamily="34" charset="0"/>
              <a:sym typeface="Arial"/>
            </a:endParaRPr>
          </a:p>
          <a:p>
            <a:pPr defTabSz="609630" eaLnBrk="0" fontAlgn="base" hangingPunct="0">
              <a:spcBef>
                <a:spcPct val="0"/>
              </a:spcBef>
              <a:spcAft>
                <a:spcPct val="0"/>
              </a:spcAft>
            </a:pPr>
            <a:r>
              <a:rPr lang="en-US" altLang="en-US" sz="1867" kern="0" dirty="0">
                <a:solidFill>
                  <a:srgbClr val="FFFFFF"/>
                </a:solidFill>
                <a:latin typeface="Roboto Mono" panose="00000009000000000000" pitchFamily="49" charset="0"/>
                <a:ea typeface="Roboto Mono" panose="00000009000000000000" pitchFamily="49" charset="0"/>
                <a:cs typeface="Open Sans" panose="020B0606030504020204" pitchFamily="34" charset="0"/>
                <a:sym typeface="Arial"/>
              </a:rPr>
              <a:t>You can remove an item using pop() method but it will random because set is unordered</a:t>
            </a:r>
          </a:p>
          <a:p>
            <a:pPr defTabSz="609630" eaLnBrk="0" fontAlgn="base" hangingPunct="0">
              <a:spcBef>
                <a:spcPct val="0"/>
              </a:spcBef>
              <a:spcAft>
                <a:spcPct val="0"/>
              </a:spcAft>
            </a:pPr>
            <a:endParaRPr lang="en-US" altLang="en-US" sz="1867" kern="0" dirty="0">
              <a:solidFill>
                <a:srgbClr val="FFFFFF"/>
              </a:solidFill>
              <a:latin typeface="Roboto Mono" panose="00000009000000000000" pitchFamily="49" charset="0"/>
              <a:ea typeface="Roboto Mono" panose="00000009000000000000" pitchFamily="49" charset="0"/>
              <a:cs typeface="Open Sans" panose="020B0606030504020204" pitchFamily="34" charset="0"/>
              <a:sym typeface="Arial"/>
            </a:endParaRPr>
          </a:p>
        </p:txBody>
      </p:sp>
      <p:sp>
        <p:nvSpPr>
          <p:cNvPr id="7" name="Rectangle 3">
            <a:extLst>
              <a:ext uri="{FF2B5EF4-FFF2-40B4-BE49-F238E27FC236}">
                <a16:creationId xmlns:a16="http://schemas.microsoft.com/office/drawing/2014/main" id="{F153D34B-33C4-FAE7-D75E-1879E84A908F}"/>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graphicFrame>
        <p:nvGraphicFramePr>
          <p:cNvPr id="3" name="Table 2">
            <a:extLst>
              <a:ext uri="{FF2B5EF4-FFF2-40B4-BE49-F238E27FC236}">
                <a16:creationId xmlns:a16="http://schemas.microsoft.com/office/drawing/2014/main" id="{85E216B4-2E6A-9DCE-F5B7-24B11C664FF6}"/>
              </a:ext>
            </a:extLst>
          </p:cNvPr>
          <p:cNvGraphicFramePr>
            <a:graphicFrameLocks noGrp="1"/>
          </p:cNvGraphicFramePr>
          <p:nvPr/>
        </p:nvGraphicFramePr>
        <p:xfrm>
          <a:off x="2981325" y="4790546"/>
          <a:ext cx="5486400" cy="155745"/>
        </p:xfrm>
        <a:graphic>
          <a:graphicData uri="http://schemas.openxmlformats.org/drawingml/2006/table">
            <a:tbl>
              <a:tblPr/>
              <a:tblGrid>
                <a:gridCol w="914400">
                  <a:extLst>
                    <a:ext uri="{9D8B030D-6E8A-4147-A177-3AD203B41FA5}">
                      <a16:colId xmlns:a16="http://schemas.microsoft.com/office/drawing/2014/main" val="1650219265"/>
                    </a:ext>
                  </a:extLst>
                </a:gridCol>
                <a:gridCol w="914400">
                  <a:extLst>
                    <a:ext uri="{9D8B030D-6E8A-4147-A177-3AD203B41FA5}">
                      <a16:colId xmlns:a16="http://schemas.microsoft.com/office/drawing/2014/main" val="1265317040"/>
                    </a:ext>
                  </a:extLst>
                </a:gridCol>
                <a:gridCol w="914400">
                  <a:extLst>
                    <a:ext uri="{9D8B030D-6E8A-4147-A177-3AD203B41FA5}">
                      <a16:colId xmlns:a16="http://schemas.microsoft.com/office/drawing/2014/main" val="348286022"/>
                    </a:ext>
                  </a:extLst>
                </a:gridCol>
                <a:gridCol w="914400">
                  <a:extLst>
                    <a:ext uri="{9D8B030D-6E8A-4147-A177-3AD203B41FA5}">
                      <a16:colId xmlns:a16="http://schemas.microsoft.com/office/drawing/2014/main" val="2620889585"/>
                    </a:ext>
                  </a:extLst>
                </a:gridCol>
                <a:gridCol w="914400">
                  <a:extLst>
                    <a:ext uri="{9D8B030D-6E8A-4147-A177-3AD203B41FA5}">
                      <a16:colId xmlns:a16="http://schemas.microsoft.com/office/drawing/2014/main" val="775083623"/>
                    </a:ext>
                  </a:extLst>
                </a:gridCol>
                <a:gridCol w="914400">
                  <a:extLst>
                    <a:ext uri="{9D8B030D-6E8A-4147-A177-3AD203B41FA5}">
                      <a16:colId xmlns:a16="http://schemas.microsoft.com/office/drawing/2014/main" val="1383985661"/>
                    </a:ext>
                  </a:extLst>
                </a:gridCol>
              </a:tblGrid>
              <a:tr h="155745">
                <a:tc>
                  <a:txBody>
                    <a:bodyPr/>
                    <a:lstStyle/>
                    <a:p>
                      <a:r>
                        <a:rPr lang="en-MY" sz="600"/>
                        <a:t>Property</a:t>
                      </a:r>
                    </a:p>
                  </a:txBody>
                  <a:tcPr marL="60960" marR="60960" marT="30480" marB="30480" anchor="ctr">
                    <a:lnL>
                      <a:noFill/>
                    </a:lnL>
                    <a:lnR>
                      <a:noFill/>
                    </a:lnR>
                    <a:lnT>
                      <a:noFill/>
                    </a:lnT>
                    <a:lnB>
                      <a:noFill/>
                    </a:lnB>
                    <a:noFill/>
                  </a:tcPr>
                </a:tc>
                <a:tc>
                  <a:txBody>
                    <a:bodyPr/>
                    <a:lstStyle/>
                    <a:p>
                      <a:r>
                        <a:rPr lang="en-MY" sz="600"/>
                        <a:t>List</a:t>
                      </a:r>
                    </a:p>
                  </a:txBody>
                  <a:tcPr marL="60960" marR="60960" marT="30480" marB="30480" anchor="ctr">
                    <a:lnL>
                      <a:noFill/>
                    </a:lnL>
                    <a:lnR>
                      <a:noFill/>
                    </a:lnR>
                    <a:lnT>
                      <a:noFill/>
                    </a:lnT>
                    <a:lnB>
                      <a:noFill/>
                    </a:lnB>
                    <a:noFill/>
                  </a:tcPr>
                </a:tc>
                <a:tc>
                  <a:txBody>
                    <a:bodyPr/>
                    <a:lstStyle/>
                    <a:p>
                      <a:r>
                        <a:rPr lang="en-MY" sz="600"/>
                        <a:t>Tuple</a:t>
                      </a:r>
                    </a:p>
                  </a:txBody>
                  <a:tcPr marL="60960" marR="60960" marT="30480" marB="30480" anchor="ctr">
                    <a:lnL>
                      <a:noFill/>
                    </a:lnL>
                    <a:lnR>
                      <a:noFill/>
                    </a:lnR>
                    <a:lnT>
                      <a:noFill/>
                    </a:lnT>
                    <a:lnB>
                      <a:noFill/>
                    </a:lnB>
                    <a:noFill/>
                  </a:tcPr>
                </a:tc>
                <a:tc>
                  <a:txBody>
                    <a:bodyPr/>
                    <a:lstStyle/>
                    <a:p>
                      <a:r>
                        <a:rPr lang="en-MY" sz="600"/>
                        <a:t>Dictionary</a:t>
                      </a:r>
                    </a:p>
                  </a:txBody>
                  <a:tcPr marL="60960" marR="60960" marT="30480" marB="30480" anchor="ctr">
                    <a:lnL>
                      <a:noFill/>
                    </a:lnL>
                    <a:lnR>
                      <a:noFill/>
                    </a:lnR>
                    <a:lnT>
                      <a:noFill/>
                    </a:lnT>
                    <a:lnB>
                      <a:noFill/>
                    </a:lnB>
                    <a:noFill/>
                  </a:tcPr>
                </a:tc>
                <a:tc>
                  <a:txBody>
                    <a:bodyPr/>
                    <a:lstStyle/>
                    <a:p>
                      <a:r>
                        <a:rPr lang="en-MY" sz="600"/>
                        <a:t>Set</a:t>
                      </a:r>
                    </a:p>
                  </a:txBody>
                  <a:tcPr marL="60960" marR="60960" marT="30480" marB="30480" anchor="ctr">
                    <a:lnL>
                      <a:noFill/>
                    </a:lnL>
                    <a:lnR>
                      <a:noFill/>
                    </a:lnR>
                    <a:lnT>
                      <a:noFill/>
                    </a:lnT>
                    <a:lnB>
                      <a:noFill/>
                    </a:lnB>
                    <a:noFill/>
                  </a:tcPr>
                </a:tc>
                <a:tc>
                  <a:txBody>
                    <a:bodyPr/>
                    <a:lstStyle/>
                    <a:p>
                      <a:r>
                        <a:rPr lang="en-MY" sz="600" dirty="0"/>
                        <a:t>String</a:t>
                      </a:r>
                    </a:p>
                  </a:txBody>
                  <a:tcPr marL="60960" marR="60960" marT="30480" marB="30480" anchor="ctr">
                    <a:lnL>
                      <a:noFill/>
                    </a:lnL>
                    <a:lnR>
                      <a:noFill/>
                    </a:lnR>
                    <a:lnT>
                      <a:noFill/>
                    </a:lnT>
                    <a:lnB>
                      <a:noFill/>
                    </a:lnB>
                    <a:noFill/>
                  </a:tcPr>
                </a:tc>
                <a:extLst>
                  <a:ext uri="{0D108BD9-81ED-4DB2-BD59-A6C34878D82A}">
                    <a16:rowId xmlns:a16="http://schemas.microsoft.com/office/drawing/2014/main" val="2581077679"/>
                  </a:ext>
                </a:extLst>
              </a:tr>
            </a:tbl>
          </a:graphicData>
        </a:graphic>
      </p:graphicFrame>
      <p:graphicFrame>
        <p:nvGraphicFramePr>
          <p:cNvPr id="4" name="Table 3">
            <a:extLst>
              <a:ext uri="{FF2B5EF4-FFF2-40B4-BE49-F238E27FC236}">
                <a16:creationId xmlns:a16="http://schemas.microsoft.com/office/drawing/2014/main" id="{A73F8625-FBD0-CFED-8742-9E42D0535B30}"/>
              </a:ext>
            </a:extLst>
          </p:cNvPr>
          <p:cNvGraphicFramePr>
            <a:graphicFrameLocks noGrp="1"/>
          </p:cNvGraphicFramePr>
          <p:nvPr/>
        </p:nvGraphicFramePr>
        <p:xfrm>
          <a:off x="2981325" y="4790546"/>
          <a:ext cx="5486400" cy="155745"/>
        </p:xfrm>
        <a:graphic>
          <a:graphicData uri="http://schemas.openxmlformats.org/drawingml/2006/table">
            <a:tbl>
              <a:tblPr/>
              <a:tblGrid>
                <a:gridCol w="914400">
                  <a:extLst>
                    <a:ext uri="{9D8B030D-6E8A-4147-A177-3AD203B41FA5}">
                      <a16:colId xmlns:a16="http://schemas.microsoft.com/office/drawing/2014/main" val="56810743"/>
                    </a:ext>
                  </a:extLst>
                </a:gridCol>
                <a:gridCol w="914400">
                  <a:extLst>
                    <a:ext uri="{9D8B030D-6E8A-4147-A177-3AD203B41FA5}">
                      <a16:colId xmlns:a16="http://schemas.microsoft.com/office/drawing/2014/main" val="616791729"/>
                    </a:ext>
                  </a:extLst>
                </a:gridCol>
                <a:gridCol w="914400">
                  <a:extLst>
                    <a:ext uri="{9D8B030D-6E8A-4147-A177-3AD203B41FA5}">
                      <a16:colId xmlns:a16="http://schemas.microsoft.com/office/drawing/2014/main" val="3086751849"/>
                    </a:ext>
                  </a:extLst>
                </a:gridCol>
                <a:gridCol w="914400">
                  <a:extLst>
                    <a:ext uri="{9D8B030D-6E8A-4147-A177-3AD203B41FA5}">
                      <a16:colId xmlns:a16="http://schemas.microsoft.com/office/drawing/2014/main" val="417497402"/>
                    </a:ext>
                  </a:extLst>
                </a:gridCol>
                <a:gridCol w="914400">
                  <a:extLst>
                    <a:ext uri="{9D8B030D-6E8A-4147-A177-3AD203B41FA5}">
                      <a16:colId xmlns:a16="http://schemas.microsoft.com/office/drawing/2014/main" val="2335140626"/>
                    </a:ext>
                  </a:extLst>
                </a:gridCol>
                <a:gridCol w="914400">
                  <a:extLst>
                    <a:ext uri="{9D8B030D-6E8A-4147-A177-3AD203B41FA5}">
                      <a16:colId xmlns:a16="http://schemas.microsoft.com/office/drawing/2014/main" val="2383152525"/>
                    </a:ext>
                  </a:extLst>
                </a:gridCol>
              </a:tblGrid>
              <a:tr h="155745">
                <a:tc>
                  <a:txBody>
                    <a:bodyPr/>
                    <a:lstStyle/>
                    <a:p>
                      <a:r>
                        <a:rPr lang="en-MY" sz="600" b="1"/>
                        <a:t>Data Type</a:t>
                      </a:r>
                      <a:endParaRPr lang="en-MY" sz="600"/>
                    </a:p>
                  </a:txBody>
                  <a:tcPr marL="60960" marR="60960" marT="30480" marB="30480" anchor="ctr">
                    <a:lnL>
                      <a:noFill/>
                    </a:lnL>
                    <a:lnR>
                      <a:noFill/>
                    </a:lnR>
                    <a:lnT>
                      <a:noFill/>
                    </a:lnT>
                    <a:lnB>
                      <a:noFill/>
                    </a:lnB>
                    <a:noFill/>
                  </a:tcPr>
                </a:tc>
                <a:tc>
                  <a:txBody>
                    <a:bodyPr/>
                    <a:lstStyle/>
                    <a:p>
                      <a:r>
                        <a:rPr lang="en-MY" sz="600"/>
                        <a:t>Mutable</a:t>
                      </a:r>
                    </a:p>
                  </a:txBody>
                  <a:tcPr marL="60960" marR="60960" marT="30480" marB="30480" anchor="ctr">
                    <a:lnL>
                      <a:noFill/>
                    </a:lnL>
                    <a:lnR>
                      <a:noFill/>
                    </a:lnR>
                    <a:lnT>
                      <a:noFill/>
                    </a:lnT>
                    <a:lnB>
                      <a:noFill/>
                    </a:lnB>
                    <a:noFill/>
                  </a:tcPr>
                </a:tc>
                <a:tc>
                  <a:txBody>
                    <a:bodyPr/>
                    <a:lstStyle/>
                    <a:p>
                      <a:r>
                        <a:rPr lang="en-MY" sz="600"/>
                        <a:t>Immutable</a:t>
                      </a:r>
                    </a:p>
                  </a:txBody>
                  <a:tcPr marL="60960" marR="60960" marT="30480" marB="30480" anchor="ctr">
                    <a:lnL>
                      <a:noFill/>
                    </a:lnL>
                    <a:lnR>
                      <a:noFill/>
                    </a:lnR>
                    <a:lnT>
                      <a:noFill/>
                    </a:lnT>
                    <a:lnB>
                      <a:noFill/>
                    </a:lnB>
                    <a:noFill/>
                  </a:tcPr>
                </a:tc>
                <a:tc>
                  <a:txBody>
                    <a:bodyPr/>
                    <a:lstStyle/>
                    <a:p>
                      <a:r>
                        <a:rPr lang="en-MY" sz="600"/>
                        <a:t>Mutable</a:t>
                      </a:r>
                    </a:p>
                  </a:txBody>
                  <a:tcPr marL="60960" marR="60960" marT="30480" marB="30480" anchor="ctr">
                    <a:lnL>
                      <a:noFill/>
                    </a:lnL>
                    <a:lnR>
                      <a:noFill/>
                    </a:lnR>
                    <a:lnT>
                      <a:noFill/>
                    </a:lnT>
                    <a:lnB>
                      <a:noFill/>
                    </a:lnB>
                    <a:noFill/>
                  </a:tcPr>
                </a:tc>
                <a:tc>
                  <a:txBody>
                    <a:bodyPr/>
                    <a:lstStyle/>
                    <a:p>
                      <a:r>
                        <a:rPr lang="en-MY" sz="600"/>
                        <a:t>Mutable</a:t>
                      </a:r>
                    </a:p>
                  </a:txBody>
                  <a:tcPr marL="60960" marR="60960" marT="30480" marB="30480" anchor="ctr">
                    <a:lnL>
                      <a:noFill/>
                    </a:lnL>
                    <a:lnR>
                      <a:noFill/>
                    </a:lnR>
                    <a:lnT>
                      <a:noFill/>
                    </a:lnT>
                    <a:lnB>
                      <a:noFill/>
                    </a:lnB>
                    <a:noFill/>
                  </a:tcPr>
                </a:tc>
                <a:tc>
                  <a:txBody>
                    <a:bodyPr/>
                    <a:lstStyle/>
                    <a:p>
                      <a:r>
                        <a:rPr lang="en-MY" sz="600" dirty="0"/>
                        <a:t>Immutable</a:t>
                      </a:r>
                    </a:p>
                  </a:txBody>
                  <a:tcPr marL="60960" marR="60960" marT="30480" marB="30480" anchor="ctr">
                    <a:lnL>
                      <a:noFill/>
                    </a:lnL>
                    <a:lnR>
                      <a:noFill/>
                    </a:lnR>
                    <a:lnT>
                      <a:noFill/>
                    </a:lnT>
                    <a:lnB>
                      <a:noFill/>
                    </a:lnB>
                    <a:noFill/>
                  </a:tcPr>
                </a:tc>
                <a:extLst>
                  <a:ext uri="{0D108BD9-81ED-4DB2-BD59-A6C34878D82A}">
                    <a16:rowId xmlns:a16="http://schemas.microsoft.com/office/drawing/2014/main" val="1860675490"/>
                  </a:ext>
                </a:extLst>
              </a:tr>
            </a:tbl>
          </a:graphicData>
        </a:graphic>
      </p:graphicFrame>
      <p:graphicFrame>
        <p:nvGraphicFramePr>
          <p:cNvPr id="8" name="Table 7">
            <a:extLst>
              <a:ext uri="{FF2B5EF4-FFF2-40B4-BE49-F238E27FC236}">
                <a16:creationId xmlns:a16="http://schemas.microsoft.com/office/drawing/2014/main" id="{0C039C53-F429-EC84-E7AD-32027578EB5E}"/>
              </a:ext>
            </a:extLst>
          </p:cNvPr>
          <p:cNvGraphicFramePr>
            <a:graphicFrameLocks noGrp="1"/>
          </p:cNvGraphicFramePr>
          <p:nvPr/>
        </p:nvGraphicFramePr>
        <p:xfrm>
          <a:off x="2981325" y="4719426"/>
          <a:ext cx="5486400" cy="155745"/>
        </p:xfrm>
        <a:graphic>
          <a:graphicData uri="http://schemas.openxmlformats.org/drawingml/2006/table">
            <a:tbl>
              <a:tblPr/>
              <a:tblGrid>
                <a:gridCol w="914400">
                  <a:extLst>
                    <a:ext uri="{9D8B030D-6E8A-4147-A177-3AD203B41FA5}">
                      <a16:colId xmlns:a16="http://schemas.microsoft.com/office/drawing/2014/main" val="2528817127"/>
                    </a:ext>
                  </a:extLst>
                </a:gridCol>
                <a:gridCol w="914400">
                  <a:extLst>
                    <a:ext uri="{9D8B030D-6E8A-4147-A177-3AD203B41FA5}">
                      <a16:colId xmlns:a16="http://schemas.microsoft.com/office/drawing/2014/main" val="3442571322"/>
                    </a:ext>
                  </a:extLst>
                </a:gridCol>
                <a:gridCol w="914400">
                  <a:extLst>
                    <a:ext uri="{9D8B030D-6E8A-4147-A177-3AD203B41FA5}">
                      <a16:colId xmlns:a16="http://schemas.microsoft.com/office/drawing/2014/main" val="1640278697"/>
                    </a:ext>
                  </a:extLst>
                </a:gridCol>
                <a:gridCol w="914400">
                  <a:extLst>
                    <a:ext uri="{9D8B030D-6E8A-4147-A177-3AD203B41FA5}">
                      <a16:colId xmlns:a16="http://schemas.microsoft.com/office/drawing/2014/main" val="3647164780"/>
                    </a:ext>
                  </a:extLst>
                </a:gridCol>
                <a:gridCol w="914400">
                  <a:extLst>
                    <a:ext uri="{9D8B030D-6E8A-4147-A177-3AD203B41FA5}">
                      <a16:colId xmlns:a16="http://schemas.microsoft.com/office/drawing/2014/main" val="1871099150"/>
                    </a:ext>
                  </a:extLst>
                </a:gridCol>
                <a:gridCol w="914400">
                  <a:extLst>
                    <a:ext uri="{9D8B030D-6E8A-4147-A177-3AD203B41FA5}">
                      <a16:colId xmlns:a16="http://schemas.microsoft.com/office/drawing/2014/main" val="1415575162"/>
                    </a:ext>
                  </a:extLst>
                </a:gridCol>
              </a:tblGrid>
              <a:tr h="155745">
                <a:tc>
                  <a:txBody>
                    <a:bodyPr/>
                    <a:lstStyle/>
                    <a:p>
                      <a:r>
                        <a:rPr lang="en-MY" sz="600" b="1"/>
                        <a:t>Syntax</a:t>
                      </a:r>
                      <a:endParaRPr lang="en-MY" sz="600"/>
                    </a:p>
                  </a:txBody>
                  <a:tcPr marL="60960" marR="60960" marT="30480" marB="30480" anchor="ctr">
                    <a:lnL>
                      <a:noFill/>
                    </a:lnL>
                    <a:lnR>
                      <a:noFill/>
                    </a:lnR>
                    <a:lnT>
                      <a:noFill/>
                    </a:lnT>
                    <a:lnB>
                      <a:noFill/>
                    </a:lnB>
                    <a:noFill/>
                  </a:tcPr>
                </a:tc>
                <a:tc>
                  <a:txBody>
                    <a:bodyPr/>
                    <a:lstStyle/>
                    <a:p>
                      <a:r>
                        <a:rPr lang="en-MY" sz="600"/>
                        <a:t>[ ]</a:t>
                      </a:r>
                    </a:p>
                  </a:txBody>
                  <a:tcPr marL="60960" marR="60960" marT="30480" marB="30480" anchor="ctr">
                    <a:lnL>
                      <a:noFill/>
                    </a:lnL>
                    <a:lnR>
                      <a:noFill/>
                    </a:lnR>
                    <a:lnT>
                      <a:noFill/>
                    </a:lnT>
                    <a:lnB>
                      <a:noFill/>
                    </a:lnB>
                    <a:noFill/>
                  </a:tcPr>
                </a:tc>
                <a:tc>
                  <a:txBody>
                    <a:bodyPr/>
                    <a:lstStyle/>
                    <a:p>
                      <a:r>
                        <a:rPr lang="en-MY" sz="600"/>
                        <a:t>( )</a:t>
                      </a:r>
                    </a:p>
                  </a:txBody>
                  <a:tcPr marL="60960" marR="60960" marT="30480" marB="30480" anchor="ctr">
                    <a:lnL>
                      <a:noFill/>
                    </a:lnL>
                    <a:lnR>
                      <a:noFill/>
                    </a:lnR>
                    <a:lnT>
                      <a:noFill/>
                    </a:lnT>
                    <a:lnB>
                      <a:noFill/>
                    </a:lnB>
                    <a:noFill/>
                  </a:tcPr>
                </a:tc>
                <a:tc>
                  <a:txBody>
                    <a:bodyPr/>
                    <a:lstStyle/>
                    <a:p>
                      <a:r>
                        <a:rPr lang="en-MY" sz="600"/>
                        <a:t>{ key: value, ... }</a:t>
                      </a:r>
                    </a:p>
                  </a:txBody>
                  <a:tcPr marL="60960" marR="60960" marT="30480" marB="30480" anchor="ctr">
                    <a:lnL>
                      <a:noFill/>
                    </a:lnL>
                    <a:lnR>
                      <a:noFill/>
                    </a:lnR>
                    <a:lnT>
                      <a:noFill/>
                    </a:lnT>
                    <a:lnB>
                      <a:noFill/>
                    </a:lnB>
                    <a:noFill/>
                  </a:tcPr>
                </a:tc>
                <a:tc>
                  <a:txBody>
                    <a:bodyPr/>
                    <a:lstStyle/>
                    <a:p>
                      <a:r>
                        <a:rPr lang="en-MY" sz="600"/>
                        <a:t>{ }</a:t>
                      </a:r>
                    </a:p>
                  </a:txBody>
                  <a:tcPr marL="60960" marR="60960" marT="30480" marB="30480" anchor="ctr">
                    <a:lnL>
                      <a:noFill/>
                    </a:lnL>
                    <a:lnR>
                      <a:noFill/>
                    </a:lnR>
                    <a:lnT>
                      <a:noFill/>
                    </a:lnT>
                    <a:lnB>
                      <a:noFill/>
                    </a:lnB>
                    <a:noFill/>
                  </a:tcPr>
                </a:tc>
                <a:tc>
                  <a:txBody>
                    <a:bodyPr/>
                    <a:lstStyle/>
                    <a:p>
                      <a:r>
                        <a:rPr lang="en-MY" sz="600" dirty="0"/>
                        <a:t>' ', " "</a:t>
                      </a:r>
                    </a:p>
                  </a:txBody>
                  <a:tcPr marL="60960" marR="60960" marT="30480" marB="30480" anchor="ctr">
                    <a:lnL>
                      <a:noFill/>
                    </a:lnL>
                    <a:lnR>
                      <a:noFill/>
                    </a:lnR>
                    <a:lnT>
                      <a:noFill/>
                    </a:lnT>
                    <a:lnB>
                      <a:noFill/>
                    </a:lnB>
                    <a:noFill/>
                  </a:tcPr>
                </a:tc>
                <a:extLst>
                  <a:ext uri="{0D108BD9-81ED-4DB2-BD59-A6C34878D82A}">
                    <a16:rowId xmlns:a16="http://schemas.microsoft.com/office/drawing/2014/main" val="3579029953"/>
                  </a:ext>
                </a:extLst>
              </a:tr>
            </a:tbl>
          </a:graphicData>
        </a:graphic>
      </p:graphicFrame>
      <p:graphicFrame>
        <p:nvGraphicFramePr>
          <p:cNvPr id="9" name="Table 8">
            <a:extLst>
              <a:ext uri="{FF2B5EF4-FFF2-40B4-BE49-F238E27FC236}">
                <a16:creationId xmlns:a16="http://schemas.microsoft.com/office/drawing/2014/main" id="{6DF84483-DDDE-A443-EDDA-11B1F692C04E}"/>
              </a:ext>
            </a:extLst>
          </p:cNvPr>
          <p:cNvGraphicFramePr>
            <a:graphicFrameLocks noGrp="1"/>
          </p:cNvGraphicFramePr>
          <p:nvPr/>
        </p:nvGraphicFramePr>
        <p:xfrm>
          <a:off x="2981325" y="4790546"/>
          <a:ext cx="5486400" cy="155745"/>
        </p:xfrm>
        <a:graphic>
          <a:graphicData uri="http://schemas.openxmlformats.org/drawingml/2006/table">
            <a:tbl>
              <a:tblPr/>
              <a:tblGrid>
                <a:gridCol w="914400">
                  <a:extLst>
                    <a:ext uri="{9D8B030D-6E8A-4147-A177-3AD203B41FA5}">
                      <a16:colId xmlns:a16="http://schemas.microsoft.com/office/drawing/2014/main" val="1160172564"/>
                    </a:ext>
                  </a:extLst>
                </a:gridCol>
                <a:gridCol w="914400">
                  <a:extLst>
                    <a:ext uri="{9D8B030D-6E8A-4147-A177-3AD203B41FA5}">
                      <a16:colId xmlns:a16="http://schemas.microsoft.com/office/drawing/2014/main" val="386103265"/>
                    </a:ext>
                  </a:extLst>
                </a:gridCol>
                <a:gridCol w="914400">
                  <a:extLst>
                    <a:ext uri="{9D8B030D-6E8A-4147-A177-3AD203B41FA5}">
                      <a16:colId xmlns:a16="http://schemas.microsoft.com/office/drawing/2014/main" val="1812838007"/>
                    </a:ext>
                  </a:extLst>
                </a:gridCol>
                <a:gridCol w="914400">
                  <a:extLst>
                    <a:ext uri="{9D8B030D-6E8A-4147-A177-3AD203B41FA5}">
                      <a16:colId xmlns:a16="http://schemas.microsoft.com/office/drawing/2014/main" val="1757665311"/>
                    </a:ext>
                  </a:extLst>
                </a:gridCol>
                <a:gridCol w="914400">
                  <a:extLst>
                    <a:ext uri="{9D8B030D-6E8A-4147-A177-3AD203B41FA5}">
                      <a16:colId xmlns:a16="http://schemas.microsoft.com/office/drawing/2014/main" val="3817693942"/>
                    </a:ext>
                  </a:extLst>
                </a:gridCol>
                <a:gridCol w="914400">
                  <a:extLst>
                    <a:ext uri="{9D8B030D-6E8A-4147-A177-3AD203B41FA5}">
                      <a16:colId xmlns:a16="http://schemas.microsoft.com/office/drawing/2014/main" val="2721288355"/>
                    </a:ext>
                  </a:extLst>
                </a:gridCol>
              </a:tblGrid>
              <a:tr h="155745">
                <a:tc>
                  <a:txBody>
                    <a:bodyPr/>
                    <a:lstStyle/>
                    <a:p>
                      <a:r>
                        <a:rPr lang="en-MY" sz="600" b="1"/>
                        <a:t>Ordered</a:t>
                      </a:r>
                      <a:endParaRPr lang="en-MY" sz="600"/>
                    </a:p>
                  </a:txBody>
                  <a:tcPr marL="60960" marR="60960" marT="30480" marB="30480" anchor="ctr">
                    <a:lnL>
                      <a:noFill/>
                    </a:lnL>
                    <a:lnR>
                      <a:noFill/>
                    </a:lnR>
                    <a:lnT>
                      <a:noFill/>
                    </a:lnT>
                    <a:lnB>
                      <a:noFill/>
                    </a:lnB>
                    <a:noFill/>
                  </a:tcPr>
                </a:tc>
                <a:tc>
                  <a:txBody>
                    <a:bodyPr/>
                    <a:lstStyle/>
                    <a:p>
                      <a:r>
                        <a:rPr lang="en-MY" sz="600"/>
                        <a:t>Yes</a:t>
                      </a:r>
                    </a:p>
                  </a:txBody>
                  <a:tcPr marL="60960" marR="60960" marT="30480" marB="30480" anchor="ctr">
                    <a:lnL>
                      <a:noFill/>
                    </a:lnL>
                    <a:lnR>
                      <a:noFill/>
                    </a:lnR>
                    <a:lnT>
                      <a:noFill/>
                    </a:lnT>
                    <a:lnB>
                      <a:noFill/>
                    </a:lnB>
                    <a:noFill/>
                  </a:tcPr>
                </a:tc>
                <a:tc>
                  <a:txBody>
                    <a:bodyPr/>
                    <a:lstStyle/>
                    <a:p>
                      <a:r>
                        <a:rPr lang="en-MY" sz="600"/>
                        <a:t>Yes</a:t>
                      </a:r>
                    </a:p>
                  </a:txBody>
                  <a:tcPr marL="60960" marR="60960" marT="30480" marB="30480" anchor="ctr">
                    <a:lnL>
                      <a:noFill/>
                    </a:lnL>
                    <a:lnR>
                      <a:noFill/>
                    </a:lnR>
                    <a:lnT>
                      <a:noFill/>
                    </a:lnT>
                    <a:lnB>
                      <a:noFill/>
                    </a:lnB>
                    <a:noFill/>
                  </a:tcPr>
                </a:tc>
                <a:tc>
                  <a:txBody>
                    <a:bodyPr/>
                    <a:lstStyle/>
                    <a:p>
                      <a:r>
                        <a:rPr lang="en-MY" sz="600"/>
                        <a:t>No</a:t>
                      </a:r>
                    </a:p>
                  </a:txBody>
                  <a:tcPr marL="60960" marR="60960" marT="30480" marB="30480" anchor="ctr">
                    <a:lnL>
                      <a:noFill/>
                    </a:lnL>
                    <a:lnR>
                      <a:noFill/>
                    </a:lnR>
                    <a:lnT>
                      <a:noFill/>
                    </a:lnT>
                    <a:lnB>
                      <a:noFill/>
                    </a:lnB>
                    <a:noFill/>
                  </a:tcPr>
                </a:tc>
                <a:tc>
                  <a:txBody>
                    <a:bodyPr/>
                    <a:lstStyle/>
                    <a:p>
                      <a:r>
                        <a:rPr lang="en-MY" sz="600"/>
                        <a:t>No</a:t>
                      </a:r>
                    </a:p>
                  </a:txBody>
                  <a:tcPr marL="60960" marR="60960" marT="30480" marB="30480" anchor="ctr">
                    <a:lnL>
                      <a:noFill/>
                    </a:lnL>
                    <a:lnR>
                      <a:noFill/>
                    </a:lnR>
                    <a:lnT>
                      <a:noFill/>
                    </a:lnT>
                    <a:lnB>
                      <a:noFill/>
                    </a:lnB>
                    <a:noFill/>
                  </a:tcPr>
                </a:tc>
                <a:tc>
                  <a:txBody>
                    <a:bodyPr/>
                    <a:lstStyle/>
                    <a:p>
                      <a:r>
                        <a:rPr lang="en-MY" sz="600" dirty="0"/>
                        <a:t>Yes</a:t>
                      </a:r>
                    </a:p>
                  </a:txBody>
                  <a:tcPr marL="60960" marR="60960" marT="30480" marB="30480" anchor="ctr">
                    <a:lnL>
                      <a:noFill/>
                    </a:lnL>
                    <a:lnR>
                      <a:noFill/>
                    </a:lnR>
                    <a:lnT>
                      <a:noFill/>
                    </a:lnT>
                    <a:lnB>
                      <a:noFill/>
                    </a:lnB>
                    <a:noFill/>
                  </a:tcPr>
                </a:tc>
                <a:extLst>
                  <a:ext uri="{0D108BD9-81ED-4DB2-BD59-A6C34878D82A}">
                    <a16:rowId xmlns:a16="http://schemas.microsoft.com/office/drawing/2014/main" val="1915537161"/>
                  </a:ext>
                </a:extLst>
              </a:tr>
            </a:tbl>
          </a:graphicData>
        </a:graphic>
      </p:graphicFrame>
      <p:graphicFrame>
        <p:nvGraphicFramePr>
          <p:cNvPr id="11" name="Table 10">
            <a:extLst>
              <a:ext uri="{FF2B5EF4-FFF2-40B4-BE49-F238E27FC236}">
                <a16:creationId xmlns:a16="http://schemas.microsoft.com/office/drawing/2014/main" id="{BBE6DA36-1622-5A99-66C5-98BDE2C8B2B2}"/>
              </a:ext>
            </a:extLst>
          </p:cNvPr>
          <p:cNvGraphicFramePr>
            <a:graphicFrameLocks noGrp="1"/>
          </p:cNvGraphicFramePr>
          <p:nvPr/>
        </p:nvGraphicFramePr>
        <p:xfrm>
          <a:off x="2981325" y="4577186"/>
          <a:ext cx="5486400" cy="250529"/>
        </p:xfrm>
        <a:graphic>
          <a:graphicData uri="http://schemas.openxmlformats.org/drawingml/2006/table">
            <a:tbl>
              <a:tblPr/>
              <a:tblGrid>
                <a:gridCol w="914400">
                  <a:extLst>
                    <a:ext uri="{9D8B030D-6E8A-4147-A177-3AD203B41FA5}">
                      <a16:colId xmlns:a16="http://schemas.microsoft.com/office/drawing/2014/main" val="573957890"/>
                    </a:ext>
                  </a:extLst>
                </a:gridCol>
                <a:gridCol w="914400">
                  <a:extLst>
                    <a:ext uri="{9D8B030D-6E8A-4147-A177-3AD203B41FA5}">
                      <a16:colId xmlns:a16="http://schemas.microsoft.com/office/drawing/2014/main" val="3686268578"/>
                    </a:ext>
                  </a:extLst>
                </a:gridCol>
                <a:gridCol w="914400">
                  <a:extLst>
                    <a:ext uri="{9D8B030D-6E8A-4147-A177-3AD203B41FA5}">
                      <a16:colId xmlns:a16="http://schemas.microsoft.com/office/drawing/2014/main" val="799620150"/>
                    </a:ext>
                  </a:extLst>
                </a:gridCol>
                <a:gridCol w="914400">
                  <a:extLst>
                    <a:ext uri="{9D8B030D-6E8A-4147-A177-3AD203B41FA5}">
                      <a16:colId xmlns:a16="http://schemas.microsoft.com/office/drawing/2014/main" val="291992544"/>
                    </a:ext>
                  </a:extLst>
                </a:gridCol>
                <a:gridCol w="914400">
                  <a:extLst>
                    <a:ext uri="{9D8B030D-6E8A-4147-A177-3AD203B41FA5}">
                      <a16:colId xmlns:a16="http://schemas.microsoft.com/office/drawing/2014/main" val="477971701"/>
                    </a:ext>
                  </a:extLst>
                </a:gridCol>
                <a:gridCol w="914400">
                  <a:extLst>
                    <a:ext uri="{9D8B030D-6E8A-4147-A177-3AD203B41FA5}">
                      <a16:colId xmlns:a16="http://schemas.microsoft.com/office/drawing/2014/main" val="3557286118"/>
                    </a:ext>
                  </a:extLst>
                </a:gridCol>
              </a:tblGrid>
              <a:tr h="250529">
                <a:tc>
                  <a:txBody>
                    <a:bodyPr/>
                    <a:lstStyle/>
                    <a:p>
                      <a:r>
                        <a:rPr lang="en-MY" sz="600" b="1"/>
                        <a:t>Duplicate Values</a:t>
                      </a:r>
                      <a:endParaRPr lang="en-MY" sz="600"/>
                    </a:p>
                  </a:txBody>
                  <a:tcPr marL="60960" marR="60960" marT="30480" marB="30480" anchor="ctr">
                    <a:lnL>
                      <a:noFill/>
                    </a:lnL>
                    <a:lnR>
                      <a:noFill/>
                    </a:lnR>
                    <a:lnT>
                      <a:noFill/>
                    </a:lnT>
                    <a:lnB>
                      <a:noFill/>
                    </a:lnB>
                    <a:noFill/>
                  </a:tcPr>
                </a:tc>
                <a:tc>
                  <a:txBody>
                    <a:bodyPr/>
                    <a:lstStyle/>
                    <a:p>
                      <a:r>
                        <a:rPr lang="en-MY" sz="600"/>
                        <a:t>Allowed</a:t>
                      </a:r>
                    </a:p>
                  </a:txBody>
                  <a:tcPr marL="60960" marR="60960" marT="30480" marB="30480" anchor="ctr">
                    <a:lnL>
                      <a:noFill/>
                    </a:lnL>
                    <a:lnR>
                      <a:noFill/>
                    </a:lnR>
                    <a:lnT>
                      <a:noFill/>
                    </a:lnT>
                    <a:lnB>
                      <a:noFill/>
                    </a:lnB>
                    <a:noFill/>
                  </a:tcPr>
                </a:tc>
                <a:tc>
                  <a:txBody>
                    <a:bodyPr/>
                    <a:lstStyle/>
                    <a:p>
                      <a:r>
                        <a:rPr lang="en-MY" sz="600"/>
                        <a:t>Allowed</a:t>
                      </a:r>
                    </a:p>
                  </a:txBody>
                  <a:tcPr marL="60960" marR="60960" marT="30480" marB="30480" anchor="ctr">
                    <a:lnL>
                      <a:noFill/>
                    </a:lnL>
                    <a:lnR>
                      <a:noFill/>
                    </a:lnR>
                    <a:lnT>
                      <a:noFill/>
                    </a:lnT>
                    <a:lnB>
                      <a:noFill/>
                    </a:lnB>
                    <a:noFill/>
                  </a:tcPr>
                </a:tc>
                <a:tc>
                  <a:txBody>
                    <a:bodyPr/>
                    <a:lstStyle/>
                    <a:p>
                      <a:r>
                        <a:rPr lang="en-US" sz="600"/>
                        <a:t>Keys: Not allowed, Values: Allowed</a:t>
                      </a:r>
                    </a:p>
                  </a:txBody>
                  <a:tcPr marL="60960" marR="60960" marT="30480" marB="30480" anchor="ctr">
                    <a:lnL>
                      <a:noFill/>
                    </a:lnL>
                    <a:lnR>
                      <a:noFill/>
                    </a:lnR>
                    <a:lnT>
                      <a:noFill/>
                    </a:lnT>
                    <a:lnB>
                      <a:noFill/>
                    </a:lnB>
                    <a:noFill/>
                  </a:tcPr>
                </a:tc>
                <a:tc>
                  <a:txBody>
                    <a:bodyPr/>
                    <a:lstStyle/>
                    <a:p>
                      <a:r>
                        <a:rPr lang="en-MY" sz="600"/>
                        <a:t>Not allowed</a:t>
                      </a:r>
                    </a:p>
                  </a:txBody>
                  <a:tcPr marL="60960" marR="60960" marT="30480" marB="30480" anchor="ctr">
                    <a:lnL>
                      <a:noFill/>
                    </a:lnL>
                    <a:lnR>
                      <a:noFill/>
                    </a:lnR>
                    <a:lnT>
                      <a:noFill/>
                    </a:lnT>
                    <a:lnB>
                      <a:noFill/>
                    </a:lnB>
                    <a:noFill/>
                  </a:tcPr>
                </a:tc>
                <a:tc>
                  <a:txBody>
                    <a:bodyPr/>
                    <a:lstStyle/>
                    <a:p>
                      <a:r>
                        <a:rPr lang="en-MY" sz="600" dirty="0"/>
                        <a:t>Allowed</a:t>
                      </a:r>
                    </a:p>
                  </a:txBody>
                  <a:tcPr marL="60960" marR="60960" marT="30480" marB="30480" anchor="ctr">
                    <a:lnL>
                      <a:noFill/>
                    </a:lnL>
                    <a:lnR>
                      <a:noFill/>
                    </a:lnR>
                    <a:lnT>
                      <a:noFill/>
                    </a:lnT>
                    <a:lnB>
                      <a:noFill/>
                    </a:lnB>
                    <a:noFill/>
                  </a:tcPr>
                </a:tc>
                <a:extLst>
                  <a:ext uri="{0D108BD9-81ED-4DB2-BD59-A6C34878D82A}">
                    <a16:rowId xmlns:a16="http://schemas.microsoft.com/office/drawing/2014/main" val="584319521"/>
                  </a:ext>
                </a:extLst>
              </a:tr>
            </a:tbl>
          </a:graphicData>
        </a:graphic>
      </p:graphicFrame>
      <p:graphicFrame>
        <p:nvGraphicFramePr>
          <p:cNvPr id="12" name="Table 11">
            <a:extLst>
              <a:ext uri="{FF2B5EF4-FFF2-40B4-BE49-F238E27FC236}">
                <a16:creationId xmlns:a16="http://schemas.microsoft.com/office/drawing/2014/main" id="{C14931C6-A914-23E2-3CFB-CDAD1810183A}"/>
              </a:ext>
            </a:extLst>
          </p:cNvPr>
          <p:cNvGraphicFramePr>
            <a:graphicFrameLocks noGrp="1"/>
          </p:cNvGraphicFramePr>
          <p:nvPr/>
        </p:nvGraphicFramePr>
        <p:xfrm>
          <a:off x="2981325" y="4719426"/>
          <a:ext cx="5486400" cy="155745"/>
        </p:xfrm>
        <a:graphic>
          <a:graphicData uri="http://schemas.openxmlformats.org/drawingml/2006/table">
            <a:tbl>
              <a:tblPr/>
              <a:tblGrid>
                <a:gridCol w="914400">
                  <a:extLst>
                    <a:ext uri="{9D8B030D-6E8A-4147-A177-3AD203B41FA5}">
                      <a16:colId xmlns:a16="http://schemas.microsoft.com/office/drawing/2014/main" val="1962191431"/>
                    </a:ext>
                  </a:extLst>
                </a:gridCol>
                <a:gridCol w="914400">
                  <a:extLst>
                    <a:ext uri="{9D8B030D-6E8A-4147-A177-3AD203B41FA5}">
                      <a16:colId xmlns:a16="http://schemas.microsoft.com/office/drawing/2014/main" val="1896758412"/>
                    </a:ext>
                  </a:extLst>
                </a:gridCol>
                <a:gridCol w="914400">
                  <a:extLst>
                    <a:ext uri="{9D8B030D-6E8A-4147-A177-3AD203B41FA5}">
                      <a16:colId xmlns:a16="http://schemas.microsoft.com/office/drawing/2014/main" val="2506646034"/>
                    </a:ext>
                  </a:extLst>
                </a:gridCol>
                <a:gridCol w="914400">
                  <a:extLst>
                    <a:ext uri="{9D8B030D-6E8A-4147-A177-3AD203B41FA5}">
                      <a16:colId xmlns:a16="http://schemas.microsoft.com/office/drawing/2014/main" val="245955992"/>
                    </a:ext>
                  </a:extLst>
                </a:gridCol>
                <a:gridCol w="914400">
                  <a:extLst>
                    <a:ext uri="{9D8B030D-6E8A-4147-A177-3AD203B41FA5}">
                      <a16:colId xmlns:a16="http://schemas.microsoft.com/office/drawing/2014/main" val="2164420412"/>
                    </a:ext>
                  </a:extLst>
                </a:gridCol>
                <a:gridCol w="914400">
                  <a:extLst>
                    <a:ext uri="{9D8B030D-6E8A-4147-A177-3AD203B41FA5}">
                      <a16:colId xmlns:a16="http://schemas.microsoft.com/office/drawing/2014/main" val="3547565213"/>
                    </a:ext>
                  </a:extLst>
                </a:gridCol>
              </a:tblGrid>
              <a:tr h="155745">
                <a:tc>
                  <a:txBody>
                    <a:bodyPr/>
                    <a:lstStyle/>
                    <a:p>
                      <a:r>
                        <a:rPr lang="en-MY" sz="600" b="1"/>
                        <a:t>Access by Index</a:t>
                      </a:r>
                      <a:endParaRPr lang="en-MY" sz="600"/>
                    </a:p>
                  </a:txBody>
                  <a:tcPr marL="60960" marR="60960" marT="30480" marB="30480" anchor="ctr">
                    <a:lnL>
                      <a:noFill/>
                    </a:lnL>
                    <a:lnR>
                      <a:noFill/>
                    </a:lnR>
                    <a:lnT>
                      <a:noFill/>
                    </a:lnT>
                    <a:lnB>
                      <a:noFill/>
                    </a:lnB>
                    <a:noFill/>
                  </a:tcPr>
                </a:tc>
                <a:tc>
                  <a:txBody>
                    <a:bodyPr/>
                    <a:lstStyle/>
                    <a:p>
                      <a:r>
                        <a:rPr lang="en-MY" sz="600"/>
                        <a:t>Yes</a:t>
                      </a:r>
                    </a:p>
                  </a:txBody>
                  <a:tcPr marL="60960" marR="60960" marT="30480" marB="30480" anchor="ctr">
                    <a:lnL>
                      <a:noFill/>
                    </a:lnL>
                    <a:lnR>
                      <a:noFill/>
                    </a:lnR>
                    <a:lnT>
                      <a:noFill/>
                    </a:lnT>
                    <a:lnB>
                      <a:noFill/>
                    </a:lnB>
                    <a:noFill/>
                  </a:tcPr>
                </a:tc>
                <a:tc>
                  <a:txBody>
                    <a:bodyPr/>
                    <a:lstStyle/>
                    <a:p>
                      <a:r>
                        <a:rPr lang="en-MY" sz="600"/>
                        <a:t>Yes</a:t>
                      </a:r>
                    </a:p>
                  </a:txBody>
                  <a:tcPr marL="60960" marR="60960" marT="30480" marB="30480" anchor="ctr">
                    <a:lnL>
                      <a:noFill/>
                    </a:lnL>
                    <a:lnR>
                      <a:noFill/>
                    </a:lnR>
                    <a:lnT>
                      <a:noFill/>
                    </a:lnT>
                    <a:lnB>
                      <a:noFill/>
                    </a:lnB>
                    <a:noFill/>
                  </a:tcPr>
                </a:tc>
                <a:tc>
                  <a:txBody>
                    <a:bodyPr/>
                    <a:lstStyle/>
                    <a:p>
                      <a:r>
                        <a:rPr lang="en-MY" sz="600"/>
                        <a:t>No (Access by key)</a:t>
                      </a:r>
                    </a:p>
                  </a:txBody>
                  <a:tcPr marL="60960" marR="60960" marT="30480" marB="30480" anchor="ctr">
                    <a:lnL>
                      <a:noFill/>
                    </a:lnL>
                    <a:lnR>
                      <a:noFill/>
                    </a:lnR>
                    <a:lnT>
                      <a:noFill/>
                    </a:lnT>
                    <a:lnB>
                      <a:noFill/>
                    </a:lnB>
                    <a:noFill/>
                  </a:tcPr>
                </a:tc>
                <a:tc>
                  <a:txBody>
                    <a:bodyPr/>
                    <a:lstStyle/>
                    <a:p>
                      <a:r>
                        <a:rPr lang="en-MY" sz="600"/>
                        <a:t>No</a:t>
                      </a:r>
                    </a:p>
                  </a:txBody>
                  <a:tcPr marL="60960" marR="60960" marT="30480" marB="30480" anchor="ctr">
                    <a:lnL>
                      <a:noFill/>
                    </a:lnL>
                    <a:lnR>
                      <a:noFill/>
                    </a:lnR>
                    <a:lnT>
                      <a:noFill/>
                    </a:lnT>
                    <a:lnB>
                      <a:noFill/>
                    </a:lnB>
                    <a:noFill/>
                  </a:tcPr>
                </a:tc>
                <a:tc>
                  <a:txBody>
                    <a:bodyPr/>
                    <a:lstStyle/>
                    <a:p>
                      <a:r>
                        <a:rPr lang="en-MY" sz="600" dirty="0"/>
                        <a:t>Yes</a:t>
                      </a:r>
                    </a:p>
                  </a:txBody>
                  <a:tcPr marL="60960" marR="60960" marT="30480" marB="30480" anchor="ctr">
                    <a:lnL>
                      <a:noFill/>
                    </a:lnL>
                    <a:lnR>
                      <a:noFill/>
                    </a:lnR>
                    <a:lnT>
                      <a:noFill/>
                    </a:lnT>
                    <a:lnB>
                      <a:noFill/>
                    </a:lnB>
                    <a:noFill/>
                  </a:tcPr>
                </a:tc>
                <a:extLst>
                  <a:ext uri="{0D108BD9-81ED-4DB2-BD59-A6C34878D82A}">
                    <a16:rowId xmlns:a16="http://schemas.microsoft.com/office/drawing/2014/main" val="3047554615"/>
                  </a:ext>
                </a:extLst>
              </a:tr>
            </a:tbl>
          </a:graphicData>
        </a:graphic>
      </p:graphicFrame>
      <p:graphicFrame>
        <p:nvGraphicFramePr>
          <p:cNvPr id="13" name="Table 12">
            <a:extLst>
              <a:ext uri="{FF2B5EF4-FFF2-40B4-BE49-F238E27FC236}">
                <a16:creationId xmlns:a16="http://schemas.microsoft.com/office/drawing/2014/main" id="{07B96F0B-4789-822D-60E8-30798E9AA6B2}"/>
              </a:ext>
            </a:extLst>
          </p:cNvPr>
          <p:cNvGraphicFramePr>
            <a:graphicFrameLocks noGrp="1"/>
          </p:cNvGraphicFramePr>
          <p:nvPr/>
        </p:nvGraphicFramePr>
        <p:xfrm>
          <a:off x="2981325" y="4719426"/>
          <a:ext cx="5486400" cy="155745"/>
        </p:xfrm>
        <a:graphic>
          <a:graphicData uri="http://schemas.openxmlformats.org/drawingml/2006/table">
            <a:tbl>
              <a:tblPr/>
              <a:tblGrid>
                <a:gridCol w="914400">
                  <a:extLst>
                    <a:ext uri="{9D8B030D-6E8A-4147-A177-3AD203B41FA5}">
                      <a16:colId xmlns:a16="http://schemas.microsoft.com/office/drawing/2014/main" val="1615724985"/>
                    </a:ext>
                  </a:extLst>
                </a:gridCol>
                <a:gridCol w="914400">
                  <a:extLst>
                    <a:ext uri="{9D8B030D-6E8A-4147-A177-3AD203B41FA5}">
                      <a16:colId xmlns:a16="http://schemas.microsoft.com/office/drawing/2014/main" val="208783131"/>
                    </a:ext>
                  </a:extLst>
                </a:gridCol>
                <a:gridCol w="914400">
                  <a:extLst>
                    <a:ext uri="{9D8B030D-6E8A-4147-A177-3AD203B41FA5}">
                      <a16:colId xmlns:a16="http://schemas.microsoft.com/office/drawing/2014/main" val="3957043991"/>
                    </a:ext>
                  </a:extLst>
                </a:gridCol>
                <a:gridCol w="914400">
                  <a:extLst>
                    <a:ext uri="{9D8B030D-6E8A-4147-A177-3AD203B41FA5}">
                      <a16:colId xmlns:a16="http://schemas.microsoft.com/office/drawing/2014/main" val="3418095693"/>
                    </a:ext>
                  </a:extLst>
                </a:gridCol>
                <a:gridCol w="914400">
                  <a:extLst>
                    <a:ext uri="{9D8B030D-6E8A-4147-A177-3AD203B41FA5}">
                      <a16:colId xmlns:a16="http://schemas.microsoft.com/office/drawing/2014/main" val="1965382428"/>
                    </a:ext>
                  </a:extLst>
                </a:gridCol>
                <a:gridCol w="914400">
                  <a:extLst>
                    <a:ext uri="{9D8B030D-6E8A-4147-A177-3AD203B41FA5}">
                      <a16:colId xmlns:a16="http://schemas.microsoft.com/office/drawing/2014/main" val="2768228996"/>
                    </a:ext>
                  </a:extLst>
                </a:gridCol>
              </a:tblGrid>
              <a:tr h="155745">
                <a:tc>
                  <a:txBody>
                    <a:bodyPr/>
                    <a:lstStyle/>
                    <a:p>
                      <a:r>
                        <a:rPr lang="en-MY" sz="600" b="1"/>
                        <a:t>Modification</a:t>
                      </a:r>
                      <a:endParaRPr lang="en-MY" sz="600"/>
                    </a:p>
                  </a:txBody>
                  <a:tcPr marL="60960" marR="60960" marT="30480" marB="30480" anchor="ctr">
                    <a:lnL>
                      <a:noFill/>
                    </a:lnL>
                    <a:lnR>
                      <a:noFill/>
                    </a:lnR>
                    <a:lnT>
                      <a:noFill/>
                    </a:lnT>
                    <a:lnB>
                      <a:noFill/>
                    </a:lnB>
                    <a:noFill/>
                  </a:tcPr>
                </a:tc>
                <a:tc>
                  <a:txBody>
                    <a:bodyPr/>
                    <a:lstStyle/>
                    <a:p>
                      <a:r>
                        <a:rPr lang="en-MY" sz="600"/>
                        <a:t>Add, Remove, Update</a:t>
                      </a:r>
                    </a:p>
                  </a:txBody>
                  <a:tcPr marL="60960" marR="60960" marT="30480" marB="30480" anchor="ctr">
                    <a:lnL>
                      <a:noFill/>
                    </a:lnL>
                    <a:lnR>
                      <a:noFill/>
                    </a:lnR>
                    <a:lnT>
                      <a:noFill/>
                    </a:lnT>
                    <a:lnB>
                      <a:noFill/>
                    </a:lnB>
                    <a:noFill/>
                  </a:tcPr>
                </a:tc>
                <a:tc>
                  <a:txBody>
                    <a:bodyPr/>
                    <a:lstStyle/>
                    <a:p>
                      <a:r>
                        <a:rPr lang="en-MY" sz="600"/>
                        <a:t>Not applicable</a:t>
                      </a:r>
                    </a:p>
                  </a:txBody>
                  <a:tcPr marL="60960" marR="60960" marT="30480" marB="30480" anchor="ctr">
                    <a:lnL>
                      <a:noFill/>
                    </a:lnL>
                    <a:lnR>
                      <a:noFill/>
                    </a:lnR>
                    <a:lnT>
                      <a:noFill/>
                    </a:lnT>
                    <a:lnB>
                      <a:noFill/>
                    </a:lnB>
                    <a:noFill/>
                  </a:tcPr>
                </a:tc>
                <a:tc>
                  <a:txBody>
                    <a:bodyPr/>
                    <a:lstStyle/>
                    <a:p>
                      <a:r>
                        <a:rPr lang="en-MY" sz="600"/>
                        <a:t>Add, Remove, Update</a:t>
                      </a:r>
                    </a:p>
                  </a:txBody>
                  <a:tcPr marL="60960" marR="60960" marT="30480" marB="30480" anchor="ctr">
                    <a:lnL>
                      <a:noFill/>
                    </a:lnL>
                    <a:lnR>
                      <a:noFill/>
                    </a:lnR>
                    <a:lnT>
                      <a:noFill/>
                    </a:lnT>
                    <a:lnB>
                      <a:noFill/>
                    </a:lnB>
                    <a:noFill/>
                  </a:tcPr>
                </a:tc>
                <a:tc>
                  <a:txBody>
                    <a:bodyPr/>
                    <a:lstStyle/>
                    <a:p>
                      <a:r>
                        <a:rPr lang="en-MY" sz="600"/>
                        <a:t>Add, Remove, Update</a:t>
                      </a:r>
                    </a:p>
                  </a:txBody>
                  <a:tcPr marL="60960" marR="60960" marT="30480" marB="30480" anchor="ctr">
                    <a:lnL>
                      <a:noFill/>
                    </a:lnL>
                    <a:lnR>
                      <a:noFill/>
                    </a:lnR>
                    <a:lnT>
                      <a:noFill/>
                    </a:lnT>
                    <a:lnB>
                      <a:noFill/>
                    </a:lnB>
                    <a:noFill/>
                  </a:tcPr>
                </a:tc>
                <a:tc>
                  <a:txBody>
                    <a:bodyPr/>
                    <a:lstStyle/>
                    <a:p>
                      <a:r>
                        <a:rPr lang="en-MY" sz="600" dirty="0"/>
                        <a:t>Not applicable</a:t>
                      </a:r>
                    </a:p>
                  </a:txBody>
                  <a:tcPr marL="60960" marR="60960" marT="30480" marB="30480" anchor="ctr">
                    <a:lnL>
                      <a:noFill/>
                    </a:lnL>
                    <a:lnR>
                      <a:noFill/>
                    </a:lnR>
                    <a:lnT>
                      <a:noFill/>
                    </a:lnT>
                    <a:lnB>
                      <a:noFill/>
                    </a:lnB>
                    <a:noFill/>
                  </a:tcPr>
                </a:tc>
                <a:extLst>
                  <a:ext uri="{0D108BD9-81ED-4DB2-BD59-A6C34878D82A}">
                    <a16:rowId xmlns:a16="http://schemas.microsoft.com/office/drawing/2014/main" val="3993086724"/>
                  </a:ext>
                </a:extLst>
              </a:tr>
            </a:tbl>
          </a:graphicData>
        </a:graphic>
      </p:graphicFrame>
      <p:graphicFrame>
        <p:nvGraphicFramePr>
          <p:cNvPr id="14" name="Table 13">
            <a:extLst>
              <a:ext uri="{FF2B5EF4-FFF2-40B4-BE49-F238E27FC236}">
                <a16:creationId xmlns:a16="http://schemas.microsoft.com/office/drawing/2014/main" id="{0EF9966A-EAC1-B835-F2F9-A99B9E795CD1}"/>
              </a:ext>
            </a:extLst>
          </p:cNvPr>
          <p:cNvGraphicFramePr>
            <a:graphicFrameLocks noGrp="1"/>
          </p:cNvGraphicFramePr>
          <p:nvPr/>
        </p:nvGraphicFramePr>
        <p:xfrm>
          <a:off x="2981325" y="4719426"/>
          <a:ext cx="5486400" cy="250529"/>
        </p:xfrm>
        <a:graphic>
          <a:graphicData uri="http://schemas.openxmlformats.org/drawingml/2006/table">
            <a:tbl>
              <a:tblPr/>
              <a:tblGrid>
                <a:gridCol w="914400">
                  <a:extLst>
                    <a:ext uri="{9D8B030D-6E8A-4147-A177-3AD203B41FA5}">
                      <a16:colId xmlns:a16="http://schemas.microsoft.com/office/drawing/2014/main" val="1607268178"/>
                    </a:ext>
                  </a:extLst>
                </a:gridCol>
                <a:gridCol w="914400">
                  <a:extLst>
                    <a:ext uri="{9D8B030D-6E8A-4147-A177-3AD203B41FA5}">
                      <a16:colId xmlns:a16="http://schemas.microsoft.com/office/drawing/2014/main" val="2823783909"/>
                    </a:ext>
                  </a:extLst>
                </a:gridCol>
                <a:gridCol w="914400">
                  <a:extLst>
                    <a:ext uri="{9D8B030D-6E8A-4147-A177-3AD203B41FA5}">
                      <a16:colId xmlns:a16="http://schemas.microsoft.com/office/drawing/2014/main" val="2293706589"/>
                    </a:ext>
                  </a:extLst>
                </a:gridCol>
                <a:gridCol w="914400">
                  <a:extLst>
                    <a:ext uri="{9D8B030D-6E8A-4147-A177-3AD203B41FA5}">
                      <a16:colId xmlns:a16="http://schemas.microsoft.com/office/drawing/2014/main" val="1822506182"/>
                    </a:ext>
                  </a:extLst>
                </a:gridCol>
                <a:gridCol w="914400">
                  <a:extLst>
                    <a:ext uri="{9D8B030D-6E8A-4147-A177-3AD203B41FA5}">
                      <a16:colId xmlns:a16="http://schemas.microsoft.com/office/drawing/2014/main" val="2386000695"/>
                    </a:ext>
                  </a:extLst>
                </a:gridCol>
                <a:gridCol w="914400">
                  <a:extLst>
                    <a:ext uri="{9D8B030D-6E8A-4147-A177-3AD203B41FA5}">
                      <a16:colId xmlns:a16="http://schemas.microsoft.com/office/drawing/2014/main" val="3888642410"/>
                    </a:ext>
                  </a:extLst>
                </a:gridCol>
              </a:tblGrid>
              <a:tr h="250529">
                <a:tc>
                  <a:txBody>
                    <a:bodyPr/>
                    <a:lstStyle/>
                    <a:p>
                      <a:r>
                        <a:rPr lang="en-MY" sz="600" b="1"/>
                        <a:t>Iteration</a:t>
                      </a:r>
                      <a:endParaRPr lang="en-MY" sz="600"/>
                    </a:p>
                  </a:txBody>
                  <a:tcPr marL="60960" marR="60960" marT="30480" marB="30480" anchor="ctr">
                    <a:lnL>
                      <a:noFill/>
                    </a:lnL>
                    <a:lnR>
                      <a:noFill/>
                    </a:lnR>
                    <a:lnT>
                      <a:noFill/>
                    </a:lnT>
                    <a:lnB>
                      <a:noFill/>
                    </a:lnB>
                    <a:noFill/>
                  </a:tcPr>
                </a:tc>
                <a:tc>
                  <a:txBody>
                    <a:bodyPr/>
                    <a:lstStyle/>
                    <a:p>
                      <a:r>
                        <a:rPr lang="en-MY" sz="600"/>
                        <a:t>Yes</a:t>
                      </a:r>
                    </a:p>
                  </a:txBody>
                  <a:tcPr marL="60960" marR="60960" marT="30480" marB="30480" anchor="ctr">
                    <a:lnL>
                      <a:noFill/>
                    </a:lnL>
                    <a:lnR>
                      <a:noFill/>
                    </a:lnR>
                    <a:lnT>
                      <a:noFill/>
                    </a:lnT>
                    <a:lnB>
                      <a:noFill/>
                    </a:lnB>
                    <a:noFill/>
                  </a:tcPr>
                </a:tc>
                <a:tc>
                  <a:txBody>
                    <a:bodyPr/>
                    <a:lstStyle/>
                    <a:p>
                      <a:r>
                        <a:rPr lang="en-MY" sz="600"/>
                        <a:t>Yes</a:t>
                      </a:r>
                    </a:p>
                  </a:txBody>
                  <a:tcPr marL="60960" marR="60960" marT="30480" marB="30480" anchor="ctr">
                    <a:lnL>
                      <a:noFill/>
                    </a:lnL>
                    <a:lnR>
                      <a:noFill/>
                    </a:lnR>
                    <a:lnT>
                      <a:noFill/>
                    </a:lnT>
                    <a:lnB>
                      <a:noFill/>
                    </a:lnB>
                    <a:noFill/>
                  </a:tcPr>
                </a:tc>
                <a:tc>
                  <a:txBody>
                    <a:bodyPr/>
                    <a:lstStyle/>
                    <a:p>
                      <a:r>
                        <a:rPr lang="en-US" sz="600"/>
                        <a:t>By key, value, or items</a:t>
                      </a:r>
                    </a:p>
                  </a:txBody>
                  <a:tcPr marL="60960" marR="60960" marT="30480" marB="30480" anchor="ctr">
                    <a:lnL>
                      <a:noFill/>
                    </a:lnL>
                    <a:lnR>
                      <a:noFill/>
                    </a:lnR>
                    <a:lnT>
                      <a:noFill/>
                    </a:lnT>
                    <a:lnB>
                      <a:noFill/>
                    </a:lnB>
                    <a:noFill/>
                  </a:tcPr>
                </a:tc>
                <a:tc>
                  <a:txBody>
                    <a:bodyPr/>
                    <a:lstStyle/>
                    <a:p>
                      <a:r>
                        <a:rPr lang="en-MY" sz="600"/>
                        <a:t>Yes</a:t>
                      </a:r>
                    </a:p>
                  </a:txBody>
                  <a:tcPr marL="60960" marR="60960" marT="30480" marB="30480" anchor="ctr">
                    <a:lnL>
                      <a:noFill/>
                    </a:lnL>
                    <a:lnR>
                      <a:noFill/>
                    </a:lnR>
                    <a:lnT>
                      <a:noFill/>
                    </a:lnT>
                    <a:lnB>
                      <a:noFill/>
                    </a:lnB>
                    <a:noFill/>
                  </a:tcPr>
                </a:tc>
                <a:tc>
                  <a:txBody>
                    <a:bodyPr/>
                    <a:lstStyle/>
                    <a:p>
                      <a:r>
                        <a:rPr lang="en-MY" sz="600" dirty="0"/>
                        <a:t>Yes</a:t>
                      </a:r>
                    </a:p>
                  </a:txBody>
                  <a:tcPr marL="60960" marR="60960" marT="30480" marB="30480" anchor="ctr">
                    <a:lnL>
                      <a:noFill/>
                    </a:lnL>
                    <a:lnR>
                      <a:noFill/>
                    </a:lnR>
                    <a:lnT>
                      <a:noFill/>
                    </a:lnT>
                    <a:lnB>
                      <a:noFill/>
                    </a:lnB>
                    <a:noFill/>
                  </a:tcPr>
                </a:tc>
                <a:extLst>
                  <a:ext uri="{0D108BD9-81ED-4DB2-BD59-A6C34878D82A}">
                    <a16:rowId xmlns:a16="http://schemas.microsoft.com/office/drawing/2014/main" val="2932959662"/>
                  </a:ext>
                </a:extLst>
              </a:tr>
            </a:tbl>
          </a:graphicData>
        </a:graphic>
      </p:graphicFrame>
      <p:sp>
        <p:nvSpPr>
          <p:cNvPr id="27" name="Rectangle 1">
            <a:extLst>
              <a:ext uri="{FF2B5EF4-FFF2-40B4-BE49-F238E27FC236}">
                <a16:creationId xmlns:a16="http://schemas.microsoft.com/office/drawing/2014/main" id="{4045CD52-B5AD-3D79-2BE6-322842EC9E36}"/>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pic>
        <p:nvPicPr>
          <p:cNvPr id="16" name="Picture 15">
            <a:extLst>
              <a:ext uri="{FF2B5EF4-FFF2-40B4-BE49-F238E27FC236}">
                <a16:creationId xmlns:a16="http://schemas.microsoft.com/office/drawing/2014/main" id="{A61EA922-AE9E-3DD3-F72F-475AF2867D5B}"/>
              </a:ext>
            </a:extLst>
          </p:cNvPr>
          <p:cNvPicPr>
            <a:picLocks noChangeAspect="1"/>
          </p:cNvPicPr>
          <p:nvPr/>
        </p:nvPicPr>
        <p:blipFill>
          <a:blip r:embed="rId3"/>
          <a:stretch>
            <a:fillRect/>
          </a:stretch>
        </p:blipFill>
        <p:spPr>
          <a:xfrm>
            <a:off x="3872102" y="3873989"/>
            <a:ext cx="4447796" cy="2384560"/>
          </a:xfrm>
          <a:prstGeom prst="rect">
            <a:avLst/>
          </a:prstGeom>
        </p:spPr>
      </p:pic>
    </p:spTree>
    <p:extLst>
      <p:ext uri="{BB962C8B-B14F-4D97-AF65-F5344CB8AC3E}">
        <p14:creationId xmlns:p14="http://schemas.microsoft.com/office/powerpoint/2010/main" val="3047074668"/>
      </p:ext>
    </p:extLst>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425642" y="277561"/>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a:solidFill>
            <a:schemeClr val="accent1"/>
          </a:solidFill>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59"/>
            <a:ext cx="10326008" cy="812530"/>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4400" kern="0" dirty="0">
                <a:solidFill>
                  <a:srgbClr val="FFFFFF"/>
                </a:solidFill>
                <a:latin typeface="Courier"/>
                <a:cs typeface="Arial"/>
                <a:sym typeface="Courier"/>
              </a:rPr>
              <a:t>Join SET</a:t>
            </a:r>
            <a:endParaRPr lang="en-US" sz="4400"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10" name="TextBox 9">
            <a:extLst>
              <a:ext uri="{FF2B5EF4-FFF2-40B4-BE49-F238E27FC236}">
                <a16:creationId xmlns:a16="http://schemas.microsoft.com/office/drawing/2014/main" id="{BE09BCF1-B8B5-F5D5-6CFE-266D84893BD7}"/>
              </a:ext>
            </a:extLst>
          </p:cNvPr>
          <p:cNvSpPr txBox="1"/>
          <p:nvPr/>
        </p:nvSpPr>
        <p:spPr>
          <a:xfrm>
            <a:off x="938687" y="2469389"/>
            <a:ext cx="10251248" cy="2390911"/>
          </a:xfrm>
          <a:prstGeom prst="rect">
            <a:avLst/>
          </a:prstGeom>
          <a:noFill/>
        </p:spPr>
        <p:txBody>
          <a:bodyPr wrap="square">
            <a:spAutoFit/>
          </a:bodyPr>
          <a:lstStyle/>
          <a:p>
            <a:pPr defTabSz="609630" eaLnBrk="0" fontAlgn="base" hangingPunct="0">
              <a:spcBef>
                <a:spcPct val="0"/>
              </a:spcBef>
              <a:spcAft>
                <a:spcPct val="0"/>
              </a:spcAft>
            </a:pPr>
            <a:r>
              <a:rPr lang="en-US" altLang="en-US" sz="1867" kern="0" dirty="0">
                <a:solidFill>
                  <a:srgbClr val="FFFFFF"/>
                </a:solidFill>
                <a:latin typeface="Roboto Mono" panose="00000009000000000000" pitchFamily="49" charset="0"/>
                <a:ea typeface="Roboto Mono" panose="00000009000000000000" pitchFamily="49" charset="0"/>
                <a:cs typeface="Open Sans" panose="020B0606030504020204" pitchFamily="34" charset="0"/>
                <a:sym typeface="Arial"/>
              </a:rPr>
              <a:t>There are several ways to join two or more sets in Python.</a:t>
            </a:r>
          </a:p>
          <a:p>
            <a:pPr defTabSz="609630" eaLnBrk="0" fontAlgn="base" hangingPunct="0">
              <a:spcBef>
                <a:spcPct val="0"/>
              </a:spcBef>
              <a:spcAft>
                <a:spcPct val="0"/>
              </a:spcAft>
            </a:pPr>
            <a:endParaRPr lang="en-US" altLang="en-US" sz="1867" kern="0" dirty="0">
              <a:solidFill>
                <a:srgbClr val="FFFFFF"/>
              </a:solidFill>
              <a:latin typeface="Roboto Mono" panose="00000009000000000000" pitchFamily="49" charset="0"/>
              <a:ea typeface="Roboto Mono" panose="00000009000000000000" pitchFamily="49" charset="0"/>
              <a:cs typeface="Open Sans" panose="020B0606030504020204" pitchFamily="34" charset="0"/>
              <a:sym typeface="Arial"/>
            </a:endParaRPr>
          </a:p>
          <a:p>
            <a:pPr marL="304815" indent="-304815" defTabSz="609630" eaLnBrk="0" fontAlgn="base" hangingPunct="0">
              <a:spcBef>
                <a:spcPct val="0"/>
              </a:spcBef>
              <a:spcAft>
                <a:spcPct val="0"/>
              </a:spcAft>
              <a:buFont typeface="Arial" panose="020B0604020202020204" pitchFamily="34" charset="0"/>
              <a:buChar char="•"/>
            </a:pPr>
            <a:r>
              <a:rPr lang="en-US" altLang="en-US" sz="1867" kern="0" dirty="0">
                <a:solidFill>
                  <a:srgbClr val="FFFFFF"/>
                </a:solidFill>
                <a:latin typeface="Roboto Mono" panose="00000009000000000000" pitchFamily="49" charset="0"/>
                <a:ea typeface="Roboto Mono" panose="00000009000000000000" pitchFamily="49" charset="0"/>
                <a:cs typeface="Open Sans" panose="020B0606030504020204" pitchFamily="34" charset="0"/>
                <a:sym typeface="Arial"/>
              </a:rPr>
              <a:t>The </a:t>
            </a:r>
            <a:r>
              <a:rPr lang="en-US" altLang="en-US" sz="1867" kern="0" dirty="0">
                <a:solidFill>
                  <a:srgbClr val="8C52FF"/>
                </a:solidFill>
                <a:latin typeface="Roboto Mono" panose="00000009000000000000" pitchFamily="49" charset="0"/>
                <a:ea typeface="Roboto Mono" panose="00000009000000000000" pitchFamily="49" charset="0"/>
                <a:cs typeface="Open Sans" panose="020B0606030504020204" pitchFamily="34" charset="0"/>
                <a:sym typeface="Arial"/>
              </a:rPr>
              <a:t>union() and update() </a:t>
            </a:r>
            <a:r>
              <a:rPr lang="en-US" altLang="en-US" sz="1867" kern="0" dirty="0">
                <a:solidFill>
                  <a:srgbClr val="FFFFFF"/>
                </a:solidFill>
                <a:latin typeface="Roboto Mono" panose="00000009000000000000" pitchFamily="49" charset="0"/>
                <a:ea typeface="Roboto Mono" panose="00000009000000000000" pitchFamily="49" charset="0"/>
                <a:cs typeface="Open Sans" panose="020B0606030504020204" pitchFamily="34" charset="0"/>
                <a:sym typeface="Arial"/>
              </a:rPr>
              <a:t>methods joins all items from both sets.</a:t>
            </a:r>
          </a:p>
          <a:p>
            <a:pPr marL="304815" indent="-304815" defTabSz="609630" eaLnBrk="0" fontAlgn="base" hangingPunct="0">
              <a:spcBef>
                <a:spcPct val="0"/>
              </a:spcBef>
              <a:spcAft>
                <a:spcPct val="0"/>
              </a:spcAft>
              <a:buFont typeface="Arial" panose="020B0604020202020204" pitchFamily="34" charset="0"/>
              <a:buChar char="•"/>
            </a:pPr>
            <a:r>
              <a:rPr lang="en-US" altLang="en-US" sz="1867" kern="0" dirty="0">
                <a:solidFill>
                  <a:srgbClr val="FFFFFF"/>
                </a:solidFill>
                <a:latin typeface="Roboto Mono" panose="00000009000000000000" pitchFamily="49" charset="0"/>
                <a:ea typeface="Roboto Mono" panose="00000009000000000000" pitchFamily="49" charset="0"/>
                <a:cs typeface="Open Sans" panose="020B0606030504020204" pitchFamily="34" charset="0"/>
                <a:sym typeface="Arial"/>
              </a:rPr>
              <a:t>The </a:t>
            </a:r>
            <a:r>
              <a:rPr lang="en-US" altLang="en-US" sz="1867" kern="0" dirty="0">
                <a:solidFill>
                  <a:srgbClr val="8C52FF"/>
                </a:solidFill>
                <a:latin typeface="Roboto Mono" panose="00000009000000000000" pitchFamily="49" charset="0"/>
                <a:ea typeface="Roboto Mono" panose="00000009000000000000" pitchFamily="49" charset="0"/>
                <a:cs typeface="Open Sans" panose="020B0606030504020204" pitchFamily="34" charset="0"/>
                <a:sym typeface="Arial"/>
              </a:rPr>
              <a:t>intersection()</a:t>
            </a:r>
            <a:r>
              <a:rPr lang="en-US" altLang="en-US" sz="1867" kern="0" dirty="0">
                <a:solidFill>
                  <a:srgbClr val="FFFFFF"/>
                </a:solidFill>
                <a:latin typeface="Roboto Mono" panose="00000009000000000000" pitchFamily="49" charset="0"/>
                <a:ea typeface="Roboto Mono" panose="00000009000000000000" pitchFamily="49" charset="0"/>
                <a:cs typeface="Open Sans" panose="020B0606030504020204" pitchFamily="34" charset="0"/>
                <a:sym typeface="Arial"/>
              </a:rPr>
              <a:t> method keeps ONLY the duplicates.</a:t>
            </a:r>
          </a:p>
          <a:p>
            <a:pPr marL="304815" indent="-304815" defTabSz="609630" eaLnBrk="0" fontAlgn="base" hangingPunct="0">
              <a:spcBef>
                <a:spcPct val="0"/>
              </a:spcBef>
              <a:spcAft>
                <a:spcPct val="0"/>
              </a:spcAft>
              <a:buFont typeface="Arial" panose="020B0604020202020204" pitchFamily="34" charset="0"/>
              <a:buChar char="•"/>
            </a:pPr>
            <a:r>
              <a:rPr lang="en-US" altLang="en-US" sz="1867" kern="0" dirty="0">
                <a:solidFill>
                  <a:srgbClr val="FFFFFF"/>
                </a:solidFill>
                <a:latin typeface="Roboto Mono" panose="00000009000000000000" pitchFamily="49" charset="0"/>
                <a:ea typeface="Roboto Mono" panose="00000009000000000000" pitchFamily="49" charset="0"/>
                <a:cs typeface="Open Sans" panose="020B0606030504020204" pitchFamily="34" charset="0"/>
                <a:sym typeface="Arial"/>
              </a:rPr>
              <a:t>The </a:t>
            </a:r>
            <a:r>
              <a:rPr lang="en-US" altLang="en-US" sz="1867" kern="0" dirty="0">
                <a:solidFill>
                  <a:srgbClr val="8C52FF"/>
                </a:solidFill>
                <a:latin typeface="Roboto Mono" panose="00000009000000000000" pitchFamily="49" charset="0"/>
                <a:ea typeface="Roboto Mono" panose="00000009000000000000" pitchFamily="49" charset="0"/>
                <a:cs typeface="Open Sans" panose="020B0606030504020204" pitchFamily="34" charset="0"/>
                <a:sym typeface="Arial"/>
              </a:rPr>
              <a:t>difference() </a:t>
            </a:r>
            <a:r>
              <a:rPr lang="en-US" altLang="en-US" sz="1867" kern="0" dirty="0">
                <a:solidFill>
                  <a:srgbClr val="FFFFFF"/>
                </a:solidFill>
                <a:latin typeface="Roboto Mono" panose="00000009000000000000" pitchFamily="49" charset="0"/>
                <a:ea typeface="Roboto Mono" panose="00000009000000000000" pitchFamily="49" charset="0"/>
                <a:cs typeface="Open Sans" panose="020B0606030504020204" pitchFamily="34" charset="0"/>
                <a:sym typeface="Arial"/>
              </a:rPr>
              <a:t>method keeps the items from the first set that are not in the other set(s).</a:t>
            </a:r>
          </a:p>
          <a:p>
            <a:pPr marL="304815" indent="-304815" defTabSz="609630" eaLnBrk="0" fontAlgn="base" hangingPunct="0">
              <a:spcBef>
                <a:spcPct val="0"/>
              </a:spcBef>
              <a:spcAft>
                <a:spcPct val="0"/>
              </a:spcAft>
              <a:buFont typeface="Arial" panose="020B0604020202020204" pitchFamily="34" charset="0"/>
              <a:buChar char="•"/>
            </a:pPr>
            <a:r>
              <a:rPr lang="en-US" altLang="en-US" sz="1867" kern="0" dirty="0">
                <a:solidFill>
                  <a:srgbClr val="FFFFFF"/>
                </a:solidFill>
                <a:latin typeface="Roboto Mono" panose="00000009000000000000" pitchFamily="49" charset="0"/>
                <a:ea typeface="Roboto Mono" panose="00000009000000000000" pitchFamily="49" charset="0"/>
                <a:cs typeface="Open Sans" panose="020B0606030504020204" pitchFamily="34" charset="0"/>
                <a:sym typeface="Arial"/>
              </a:rPr>
              <a:t>The </a:t>
            </a:r>
            <a:r>
              <a:rPr lang="en-US" altLang="en-US" sz="1867" kern="0" dirty="0" err="1">
                <a:solidFill>
                  <a:srgbClr val="8C52FF"/>
                </a:solidFill>
                <a:latin typeface="Roboto Mono" panose="00000009000000000000" pitchFamily="49" charset="0"/>
                <a:ea typeface="Roboto Mono" panose="00000009000000000000" pitchFamily="49" charset="0"/>
                <a:cs typeface="Open Sans" panose="020B0606030504020204" pitchFamily="34" charset="0"/>
                <a:sym typeface="Arial"/>
              </a:rPr>
              <a:t>symmetric_difference</a:t>
            </a:r>
            <a:r>
              <a:rPr lang="en-US" altLang="en-US" sz="1867" kern="0" dirty="0">
                <a:solidFill>
                  <a:srgbClr val="8C52FF"/>
                </a:solidFill>
                <a:latin typeface="Roboto Mono" panose="00000009000000000000" pitchFamily="49" charset="0"/>
                <a:ea typeface="Roboto Mono" panose="00000009000000000000" pitchFamily="49" charset="0"/>
                <a:cs typeface="Open Sans" panose="020B0606030504020204" pitchFamily="34" charset="0"/>
                <a:sym typeface="Arial"/>
              </a:rPr>
              <a:t>()</a:t>
            </a:r>
            <a:r>
              <a:rPr lang="en-US" altLang="en-US" sz="1867" kern="0" dirty="0">
                <a:solidFill>
                  <a:srgbClr val="FFFFFF"/>
                </a:solidFill>
                <a:latin typeface="Roboto Mono" panose="00000009000000000000" pitchFamily="49" charset="0"/>
                <a:ea typeface="Roboto Mono" panose="00000009000000000000" pitchFamily="49" charset="0"/>
                <a:cs typeface="Open Sans" panose="020B0606030504020204" pitchFamily="34" charset="0"/>
                <a:sym typeface="Arial"/>
              </a:rPr>
              <a:t> method keeps all items EXCEPT the duplicates.</a:t>
            </a:r>
          </a:p>
        </p:txBody>
      </p:sp>
      <p:sp>
        <p:nvSpPr>
          <p:cNvPr id="7" name="Rectangle 3">
            <a:extLst>
              <a:ext uri="{FF2B5EF4-FFF2-40B4-BE49-F238E27FC236}">
                <a16:creationId xmlns:a16="http://schemas.microsoft.com/office/drawing/2014/main" id="{F153D34B-33C4-FAE7-D75E-1879E84A908F}"/>
              </a:ext>
            </a:extLst>
          </p:cNvPr>
          <p:cNvSpPr>
            <a:spLocks noChangeArrowheads="1"/>
          </p:cNvSpPr>
          <p:nvPr/>
        </p:nvSpPr>
        <p:spPr bwMode="auto">
          <a:xfrm>
            <a:off x="0" y="-123110"/>
            <a:ext cx="123175" cy="2462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graphicFrame>
        <p:nvGraphicFramePr>
          <p:cNvPr id="3" name="Table 2">
            <a:extLst>
              <a:ext uri="{FF2B5EF4-FFF2-40B4-BE49-F238E27FC236}">
                <a16:creationId xmlns:a16="http://schemas.microsoft.com/office/drawing/2014/main" id="{85E216B4-2E6A-9DCE-F5B7-24B11C664FF6}"/>
              </a:ext>
            </a:extLst>
          </p:cNvPr>
          <p:cNvGraphicFramePr>
            <a:graphicFrameLocks noGrp="1"/>
          </p:cNvGraphicFramePr>
          <p:nvPr/>
        </p:nvGraphicFramePr>
        <p:xfrm>
          <a:off x="2981325" y="4790546"/>
          <a:ext cx="5486400" cy="155745"/>
        </p:xfrm>
        <a:graphic>
          <a:graphicData uri="http://schemas.openxmlformats.org/drawingml/2006/table">
            <a:tbl>
              <a:tblPr/>
              <a:tblGrid>
                <a:gridCol w="914400">
                  <a:extLst>
                    <a:ext uri="{9D8B030D-6E8A-4147-A177-3AD203B41FA5}">
                      <a16:colId xmlns:a16="http://schemas.microsoft.com/office/drawing/2014/main" val="1650219265"/>
                    </a:ext>
                  </a:extLst>
                </a:gridCol>
                <a:gridCol w="914400">
                  <a:extLst>
                    <a:ext uri="{9D8B030D-6E8A-4147-A177-3AD203B41FA5}">
                      <a16:colId xmlns:a16="http://schemas.microsoft.com/office/drawing/2014/main" val="1265317040"/>
                    </a:ext>
                  </a:extLst>
                </a:gridCol>
                <a:gridCol w="914400">
                  <a:extLst>
                    <a:ext uri="{9D8B030D-6E8A-4147-A177-3AD203B41FA5}">
                      <a16:colId xmlns:a16="http://schemas.microsoft.com/office/drawing/2014/main" val="348286022"/>
                    </a:ext>
                  </a:extLst>
                </a:gridCol>
                <a:gridCol w="914400">
                  <a:extLst>
                    <a:ext uri="{9D8B030D-6E8A-4147-A177-3AD203B41FA5}">
                      <a16:colId xmlns:a16="http://schemas.microsoft.com/office/drawing/2014/main" val="2620889585"/>
                    </a:ext>
                  </a:extLst>
                </a:gridCol>
                <a:gridCol w="914400">
                  <a:extLst>
                    <a:ext uri="{9D8B030D-6E8A-4147-A177-3AD203B41FA5}">
                      <a16:colId xmlns:a16="http://schemas.microsoft.com/office/drawing/2014/main" val="775083623"/>
                    </a:ext>
                  </a:extLst>
                </a:gridCol>
                <a:gridCol w="914400">
                  <a:extLst>
                    <a:ext uri="{9D8B030D-6E8A-4147-A177-3AD203B41FA5}">
                      <a16:colId xmlns:a16="http://schemas.microsoft.com/office/drawing/2014/main" val="1383985661"/>
                    </a:ext>
                  </a:extLst>
                </a:gridCol>
              </a:tblGrid>
              <a:tr h="155745">
                <a:tc>
                  <a:txBody>
                    <a:bodyPr/>
                    <a:lstStyle/>
                    <a:p>
                      <a:r>
                        <a:rPr lang="en-MY" sz="600"/>
                        <a:t>Property</a:t>
                      </a:r>
                    </a:p>
                  </a:txBody>
                  <a:tcPr marL="60960" marR="60960" marT="30480" marB="30480" anchor="ctr">
                    <a:lnL>
                      <a:noFill/>
                    </a:lnL>
                    <a:lnR>
                      <a:noFill/>
                    </a:lnR>
                    <a:lnT>
                      <a:noFill/>
                    </a:lnT>
                    <a:lnB>
                      <a:noFill/>
                    </a:lnB>
                    <a:noFill/>
                  </a:tcPr>
                </a:tc>
                <a:tc>
                  <a:txBody>
                    <a:bodyPr/>
                    <a:lstStyle/>
                    <a:p>
                      <a:r>
                        <a:rPr lang="en-MY" sz="600"/>
                        <a:t>List</a:t>
                      </a:r>
                    </a:p>
                  </a:txBody>
                  <a:tcPr marL="60960" marR="60960" marT="30480" marB="30480" anchor="ctr">
                    <a:lnL>
                      <a:noFill/>
                    </a:lnL>
                    <a:lnR>
                      <a:noFill/>
                    </a:lnR>
                    <a:lnT>
                      <a:noFill/>
                    </a:lnT>
                    <a:lnB>
                      <a:noFill/>
                    </a:lnB>
                    <a:noFill/>
                  </a:tcPr>
                </a:tc>
                <a:tc>
                  <a:txBody>
                    <a:bodyPr/>
                    <a:lstStyle/>
                    <a:p>
                      <a:r>
                        <a:rPr lang="en-MY" sz="600"/>
                        <a:t>Tuple</a:t>
                      </a:r>
                    </a:p>
                  </a:txBody>
                  <a:tcPr marL="60960" marR="60960" marT="30480" marB="30480" anchor="ctr">
                    <a:lnL>
                      <a:noFill/>
                    </a:lnL>
                    <a:lnR>
                      <a:noFill/>
                    </a:lnR>
                    <a:lnT>
                      <a:noFill/>
                    </a:lnT>
                    <a:lnB>
                      <a:noFill/>
                    </a:lnB>
                    <a:noFill/>
                  </a:tcPr>
                </a:tc>
                <a:tc>
                  <a:txBody>
                    <a:bodyPr/>
                    <a:lstStyle/>
                    <a:p>
                      <a:r>
                        <a:rPr lang="en-MY" sz="600"/>
                        <a:t>Dictionary</a:t>
                      </a:r>
                    </a:p>
                  </a:txBody>
                  <a:tcPr marL="60960" marR="60960" marT="30480" marB="30480" anchor="ctr">
                    <a:lnL>
                      <a:noFill/>
                    </a:lnL>
                    <a:lnR>
                      <a:noFill/>
                    </a:lnR>
                    <a:lnT>
                      <a:noFill/>
                    </a:lnT>
                    <a:lnB>
                      <a:noFill/>
                    </a:lnB>
                    <a:noFill/>
                  </a:tcPr>
                </a:tc>
                <a:tc>
                  <a:txBody>
                    <a:bodyPr/>
                    <a:lstStyle/>
                    <a:p>
                      <a:r>
                        <a:rPr lang="en-MY" sz="600"/>
                        <a:t>Set</a:t>
                      </a:r>
                    </a:p>
                  </a:txBody>
                  <a:tcPr marL="60960" marR="60960" marT="30480" marB="30480" anchor="ctr">
                    <a:lnL>
                      <a:noFill/>
                    </a:lnL>
                    <a:lnR>
                      <a:noFill/>
                    </a:lnR>
                    <a:lnT>
                      <a:noFill/>
                    </a:lnT>
                    <a:lnB>
                      <a:noFill/>
                    </a:lnB>
                    <a:noFill/>
                  </a:tcPr>
                </a:tc>
                <a:tc>
                  <a:txBody>
                    <a:bodyPr/>
                    <a:lstStyle/>
                    <a:p>
                      <a:r>
                        <a:rPr lang="en-MY" sz="600" dirty="0"/>
                        <a:t>String</a:t>
                      </a:r>
                    </a:p>
                  </a:txBody>
                  <a:tcPr marL="60960" marR="60960" marT="30480" marB="30480" anchor="ctr">
                    <a:lnL>
                      <a:noFill/>
                    </a:lnL>
                    <a:lnR>
                      <a:noFill/>
                    </a:lnR>
                    <a:lnT>
                      <a:noFill/>
                    </a:lnT>
                    <a:lnB>
                      <a:noFill/>
                    </a:lnB>
                    <a:noFill/>
                  </a:tcPr>
                </a:tc>
                <a:extLst>
                  <a:ext uri="{0D108BD9-81ED-4DB2-BD59-A6C34878D82A}">
                    <a16:rowId xmlns:a16="http://schemas.microsoft.com/office/drawing/2014/main" val="2581077679"/>
                  </a:ext>
                </a:extLst>
              </a:tr>
            </a:tbl>
          </a:graphicData>
        </a:graphic>
      </p:graphicFrame>
      <p:graphicFrame>
        <p:nvGraphicFramePr>
          <p:cNvPr id="4" name="Table 3">
            <a:extLst>
              <a:ext uri="{FF2B5EF4-FFF2-40B4-BE49-F238E27FC236}">
                <a16:creationId xmlns:a16="http://schemas.microsoft.com/office/drawing/2014/main" id="{A73F8625-FBD0-CFED-8742-9E42D0535B30}"/>
              </a:ext>
            </a:extLst>
          </p:cNvPr>
          <p:cNvGraphicFramePr>
            <a:graphicFrameLocks noGrp="1"/>
          </p:cNvGraphicFramePr>
          <p:nvPr/>
        </p:nvGraphicFramePr>
        <p:xfrm>
          <a:off x="2981325" y="4790546"/>
          <a:ext cx="5486400" cy="155745"/>
        </p:xfrm>
        <a:graphic>
          <a:graphicData uri="http://schemas.openxmlformats.org/drawingml/2006/table">
            <a:tbl>
              <a:tblPr/>
              <a:tblGrid>
                <a:gridCol w="914400">
                  <a:extLst>
                    <a:ext uri="{9D8B030D-6E8A-4147-A177-3AD203B41FA5}">
                      <a16:colId xmlns:a16="http://schemas.microsoft.com/office/drawing/2014/main" val="56810743"/>
                    </a:ext>
                  </a:extLst>
                </a:gridCol>
                <a:gridCol w="914400">
                  <a:extLst>
                    <a:ext uri="{9D8B030D-6E8A-4147-A177-3AD203B41FA5}">
                      <a16:colId xmlns:a16="http://schemas.microsoft.com/office/drawing/2014/main" val="616791729"/>
                    </a:ext>
                  </a:extLst>
                </a:gridCol>
                <a:gridCol w="914400">
                  <a:extLst>
                    <a:ext uri="{9D8B030D-6E8A-4147-A177-3AD203B41FA5}">
                      <a16:colId xmlns:a16="http://schemas.microsoft.com/office/drawing/2014/main" val="3086751849"/>
                    </a:ext>
                  </a:extLst>
                </a:gridCol>
                <a:gridCol w="914400">
                  <a:extLst>
                    <a:ext uri="{9D8B030D-6E8A-4147-A177-3AD203B41FA5}">
                      <a16:colId xmlns:a16="http://schemas.microsoft.com/office/drawing/2014/main" val="417497402"/>
                    </a:ext>
                  </a:extLst>
                </a:gridCol>
                <a:gridCol w="914400">
                  <a:extLst>
                    <a:ext uri="{9D8B030D-6E8A-4147-A177-3AD203B41FA5}">
                      <a16:colId xmlns:a16="http://schemas.microsoft.com/office/drawing/2014/main" val="2335140626"/>
                    </a:ext>
                  </a:extLst>
                </a:gridCol>
                <a:gridCol w="914400">
                  <a:extLst>
                    <a:ext uri="{9D8B030D-6E8A-4147-A177-3AD203B41FA5}">
                      <a16:colId xmlns:a16="http://schemas.microsoft.com/office/drawing/2014/main" val="2383152525"/>
                    </a:ext>
                  </a:extLst>
                </a:gridCol>
              </a:tblGrid>
              <a:tr h="155745">
                <a:tc>
                  <a:txBody>
                    <a:bodyPr/>
                    <a:lstStyle/>
                    <a:p>
                      <a:r>
                        <a:rPr lang="en-MY" sz="600" b="1"/>
                        <a:t>Data Type</a:t>
                      </a:r>
                      <a:endParaRPr lang="en-MY" sz="600"/>
                    </a:p>
                  </a:txBody>
                  <a:tcPr marL="60960" marR="60960" marT="30480" marB="30480" anchor="ctr">
                    <a:lnL>
                      <a:noFill/>
                    </a:lnL>
                    <a:lnR>
                      <a:noFill/>
                    </a:lnR>
                    <a:lnT>
                      <a:noFill/>
                    </a:lnT>
                    <a:lnB>
                      <a:noFill/>
                    </a:lnB>
                    <a:noFill/>
                  </a:tcPr>
                </a:tc>
                <a:tc>
                  <a:txBody>
                    <a:bodyPr/>
                    <a:lstStyle/>
                    <a:p>
                      <a:r>
                        <a:rPr lang="en-MY" sz="600"/>
                        <a:t>Mutable</a:t>
                      </a:r>
                    </a:p>
                  </a:txBody>
                  <a:tcPr marL="60960" marR="60960" marT="30480" marB="30480" anchor="ctr">
                    <a:lnL>
                      <a:noFill/>
                    </a:lnL>
                    <a:lnR>
                      <a:noFill/>
                    </a:lnR>
                    <a:lnT>
                      <a:noFill/>
                    </a:lnT>
                    <a:lnB>
                      <a:noFill/>
                    </a:lnB>
                    <a:noFill/>
                  </a:tcPr>
                </a:tc>
                <a:tc>
                  <a:txBody>
                    <a:bodyPr/>
                    <a:lstStyle/>
                    <a:p>
                      <a:r>
                        <a:rPr lang="en-MY" sz="600"/>
                        <a:t>Immutable</a:t>
                      </a:r>
                    </a:p>
                  </a:txBody>
                  <a:tcPr marL="60960" marR="60960" marT="30480" marB="30480" anchor="ctr">
                    <a:lnL>
                      <a:noFill/>
                    </a:lnL>
                    <a:lnR>
                      <a:noFill/>
                    </a:lnR>
                    <a:lnT>
                      <a:noFill/>
                    </a:lnT>
                    <a:lnB>
                      <a:noFill/>
                    </a:lnB>
                    <a:noFill/>
                  </a:tcPr>
                </a:tc>
                <a:tc>
                  <a:txBody>
                    <a:bodyPr/>
                    <a:lstStyle/>
                    <a:p>
                      <a:r>
                        <a:rPr lang="en-MY" sz="600"/>
                        <a:t>Mutable</a:t>
                      </a:r>
                    </a:p>
                  </a:txBody>
                  <a:tcPr marL="60960" marR="60960" marT="30480" marB="30480" anchor="ctr">
                    <a:lnL>
                      <a:noFill/>
                    </a:lnL>
                    <a:lnR>
                      <a:noFill/>
                    </a:lnR>
                    <a:lnT>
                      <a:noFill/>
                    </a:lnT>
                    <a:lnB>
                      <a:noFill/>
                    </a:lnB>
                    <a:noFill/>
                  </a:tcPr>
                </a:tc>
                <a:tc>
                  <a:txBody>
                    <a:bodyPr/>
                    <a:lstStyle/>
                    <a:p>
                      <a:r>
                        <a:rPr lang="en-MY" sz="600"/>
                        <a:t>Mutable</a:t>
                      </a:r>
                    </a:p>
                  </a:txBody>
                  <a:tcPr marL="60960" marR="60960" marT="30480" marB="30480" anchor="ctr">
                    <a:lnL>
                      <a:noFill/>
                    </a:lnL>
                    <a:lnR>
                      <a:noFill/>
                    </a:lnR>
                    <a:lnT>
                      <a:noFill/>
                    </a:lnT>
                    <a:lnB>
                      <a:noFill/>
                    </a:lnB>
                    <a:noFill/>
                  </a:tcPr>
                </a:tc>
                <a:tc>
                  <a:txBody>
                    <a:bodyPr/>
                    <a:lstStyle/>
                    <a:p>
                      <a:r>
                        <a:rPr lang="en-MY" sz="600" dirty="0"/>
                        <a:t>Immutable</a:t>
                      </a:r>
                    </a:p>
                  </a:txBody>
                  <a:tcPr marL="60960" marR="60960" marT="30480" marB="30480" anchor="ctr">
                    <a:lnL>
                      <a:noFill/>
                    </a:lnL>
                    <a:lnR>
                      <a:noFill/>
                    </a:lnR>
                    <a:lnT>
                      <a:noFill/>
                    </a:lnT>
                    <a:lnB>
                      <a:noFill/>
                    </a:lnB>
                    <a:noFill/>
                  </a:tcPr>
                </a:tc>
                <a:extLst>
                  <a:ext uri="{0D108BD9-81ED-4DB2-BD59-A6C34878D82A}">
                    <a16:rowId xmlns:a16="http://schemas.microsoft.com/office/drawing/2014/main" val="1860675490"/>
                  </a:ext>
                </a:extLst>
              </a:tr>
            </a:tbl>
          </a:graphicData>
        </a:graphic>
      </p:graphicFrame>
      <p:graphicFrame>
        <p:nvGraphicFramePr>
          <p:cNvPr id="8" name="Table 7">
            <a:extLst>
              <a:ext uri="{FF2B5EF4-FFF2-40B4-BE49-F238E27FC236}">
                <a16:creationId xmlns:a16="http://schemas.microsoft.com/office/drawing/2014/main" id="{0C039C53-F429-EC84-E7AD-32027578EB5E}"/>
              </a:ext>
            </a:extLst>
          </p:cNvPr>
          <p:cNvGraphicFramePr>
            <a:graphicFrameLocks noGrp="1"/>
          </p:cNvGraphicFramePr>
          <p:nvPr/>
        </p:nvGraphicFramePr>
        <p:xfrm>
          <a:off x="2981325" y="4719426"/>
          <a:ext cx="5486400" cy="155745"/>
        </p:xfrm>
        <a:graphic>
          <a:graphicData uri="http://schemas.openxmlformats.org/drawingml/2006/table">
            <a:tbl>
              <a:tblPr/>
              <a:tblGrid>
                <a:gridCol w="914400">
                  <a:extLst>
                    <a:ext uri="{9D8B030D-6E8A-4147-A177-3AD203B41FA5}">
                      <a16:colId xmlns:a16="http://schemas.microsoft.com/office/drawing/2014/main" val="2528817127"/>
                    </a:ext>
                  </a:extLst>
                </a:gridCol>
                <a:gridCol w="914400">
                  <a:extLst>
                    <a:ext uri="{9D8B030D-6E8A-4147-A177-3AD203B41FA5}">
                      <a16:colId xmlns:a16="http://schemas.microsoft.com/office/drawing/2014/main" val="3442571322"/>
                    </a:ext>
                  </a:extLst>
                </a:gridCol>
                <a:gridCol w="914400">
                  <a:extLst>
                    <a:ext uri="{9D8B030D-6E8A-4147-A177-3AD203B41FA5}">
                      <a16:colId xmlns:a16="http://schemas.microsoft.com/office/drawing/2014/main" val="1640278697"/>
                    </a:ext>
                  </a:extLst>
                </a:gridCol>
                <a:gridCol w="914400">
                  <a:extLst>
                    <a:ext uri="{9D8B030D-6E8A-4147-A177-3AD203B41FA5}">
                      <a16:colId xmlns:a16="http://schemas.microsoft.com/office/drawing/2014/main" val="3647164780"/>
                    </a:ext>
                  </a:extLst>
                </a:gridCol>
                <a:gridCol w="914400">
                  <a:extLst>
                    <a:ext uri="{9D8B030D-6E8A-4147-A177-3AD203B41FA5}">
                      <a16:colId xmlns:a16="http://schemas.microsoft.com/office/drawing/2014/main" val="1871099150"/>
                    </a:ext>
                  </a:extLst>
                </a:gridCol>
                <a:gridCol w="914400">
                  <a:extLst>
                    <a:ext uri="{9D8B030D-6E8A-4147-A177-3AD203B41FA5}">
                      <a16:colId xmlns:a16="http://schemas.microsoft.com/office/drawing/2014/main" val="1415575162"/>
                    </a:ext>
                  </a:extLst>
                </a:gridCol>
              </a:tblGrid>
              <a:tr h="155745">
                <a:tc>
                  <a:txBody>
                    <a:bodyPr/>
                    <a:lstStyle/>
                    <a:p>
                      <a:r>
                        <a:rPr lang="en-MY" sz="600" b="1"/>
                        <a:t>Syntax</a:t>
                      </a:r>
                      <a:endParaRPr lang="en-MY" sz="600"/>
                    </a:p>
                  </a:txBody>
                  <a:tcPr marL="60960" marR="60960" marT="30480" marB="30480" anchor="ctr">
                    <a:lnL>
                      <a:noFill/>
                    </a:lnL>
                    <a:lnR>
                      <a:noFill/>
                    </a:lnR>
                    <a:lnT>
                      <a:noFill/>
                    </a:lnT>
                    <a:lnB>
                      <a:noFill/>
                    </a:lnB>
                    <a:noFill/>
                  </a:tcPr>
                </a:tc>
                <a:tc>
                  <a:txBody>
                    <a:bodyPr/>
                    <a:lstStyle/>
                    <a:p>
                      <a:r>
                        <a:rPr lang="en-MY" sz="600"/>
                        <a:t>[ ]</a:t>
                      </a:r>
                    </a:p>
                  </a:txBody>
                  <a:tcPr marL="60960" marR="60960" marT="30480" marB="30480" anchor="ctr">
                    <a:lnL>
                      <a:noFill/>
                    </a:lnL>
                    <a:lnR>
                      <a:noFill/>
                    </a:lnR>
                    <a:lnT>
                      <a:noFill/>
                    </a:lnT>
                    <a:lnB>
                      <a:noFill/>
                    </a:lnB>
                    <a:noFill/>
                  </a:tcPr>
                </a:tc>
                <a:tc>
                  <a:txBody>
                    <a:bodyPr/>
                    <a:lstStyle/>
                    <a:p>
                      <a:r>
                        <a:rPr lang="en-MY" sz="600"/>
                        <a:t>( )</a:t>
                      </a:r>
                    </a:p>
                  </a:txBody>
                  <a:tcPr marL="60960" marR="60960" marT="30480" marB="30480" anchor="ctr">
                    <a:lnL>
                      <a:noFill/>
                    </a:lnL>
                    <a:lnR>
                      <a:noFill/>
                    </a:lnR>
                    <a:lnT>
                      <a:noFill/>
                    </a:lnT>
                    <a:lnB>
                      <a:noFill/>
                    </a:lnB>
                    <a:noFill/>
                  </a:tcPr>
                </a:tc>
                <a:tc>
                  <a:txBody>
                    <a:bodyPr/>
                    <a:lstStyle/>
                    <a:p>
                      <a:r>
                        <a:rPr lang="en-MY" sz="600"/>
                        <a:t>{ key: value, ... }</a:t>
                      </a:r>
                    </a:p>
                  </a:txBody>
                  <a:tcPr marL="60960" marR="60960" marT="30480" marB="30480" anchor="ctr">
                    <a:lnL>
                      <a:noFill/>
                    </a:lnL>
                    <a:lnR>
                      <a:noFill/>
                    </a:lnR>
                    <a:lnT>
                      <a:noFill/>
                    </a:lnT>
                    <a:lnB>
                      <a:noFill/>
                    </a:lnB>
                    <a:noFill/>
                  </a:tcPr>
                </a:tc>
                <a:tc>
                  <a:txBody>
                    <a:bodyPr/>
                    <a:lstStyle/>
                    <a:p>
                      <a:r>
                        <a:rPr lang="en-MY" sz="600"/>
                        <a:t>{ }</a:t>
                      </a:r>
                    </a:p>
                  </a:txBody>
                  <a:tcPr marL="60960" marR="60960" marT="30480" marB="30480" anchor="ctr">
                    <a:lnL>
                      <a:noFill/>
                    </a:lnL>
                    <a:lnR>
                      <a:noFill/>
                    </a:lnR>
                    <a:lnT>
                      <a:noFill/>
                    </a:lnT>
                    <a:lnB>
                      <a:noFill/>
                    </a:lnB>
                    <a:noFill/>
                  </a:tcPr>
                </a:tc>
                <a:tc>
                  <a:txBody>
                    <a:bodyPr/>
                    <a:lstStyle/>
                    <a:p>
                      <a:r>
                        <a:rPr lang="en-MY" sz="600" dirty="0"/>
                        <a:t>' ', " "</a:t>
                      </a:r>
                    </a:p>
                  </a:txBody>
                  <a:tcPr marL="60960" marR="60960" marT="30480" marB="30480" anchor="ctr">
                    <a:lnL>
                      <a:noFill/>
                    </a:lnL>
                    <a:lnR>
                      <a:noFill/>
                    </a:lnR>
                    <a:lnT>
                      <a:noFill/>
                    </a:lnT>
                    <a:lnB>
                      <a:noFill/>
                    </a:lnB>
                    <a:noFill/>
                  </a:tcPr>
                </a:tc>
                <a:extLst>
                  <a:ext uri="{0D108BD9-81ED-4DB2-BD59-A6C34878D82A}">
                    <a16:rowId xmlns:a16="http://schemas.microsoft.com/office/drawing/2014/main" val="3579029953"/>
                  </a:ext>
                </a:extLst>
              </a:tr>
            </a:tbl>
          </a:graphicData>
        </a:graphic>
      </p:graphicFrame>
      <p:graphicFrame>
        <p:nvGraphicFramePr>
          <p:cNvPr id="9" name="Table 8">
            <a:extLst>
              <a:ext uri="{FF2B5EF4-FFF2-40B4-BE49-F238E27FC236}">
                <a16:creationId xmlns:a16="http://schemas.microsoft.com/office/drawing/2014/main" id="{6DF84483-DDDE-A443-EDDA-11B1F692C04E}"/>
              </a:ext>
            </a:extLst>
          </p:cNvPr>
          <p:cNvGraphicFramePr>
            <a:graphicFrameLocks noGrp="1"/>
          </p:cNvGraphicFramePr>
          <p:nvPr/>
        </p:nvGraphicFramePr>
        <p:xfrm>
          <a:off x="2981325" y="4790546"/>
          <a:ext cx="5486400" cy="155745"/>
        </p:xfrm>
        <a:graphic>
          <a:graphicData uri="http://schemas.openxmlformats.org/drawingml/2006/table">
            <a:tbl>
              <a:tblPr/>
              <a:tblGrid>
                <a:gridCol w="914400">
                  <a:extLst>
                    <a:ext uri="{9D8B030D-6E8A-4147-A177-3AD203B41FA5}">
                      <a16:colId xmlns:a16="http://schemas.microsoft.com/office/drawing/2014/main" val="1160172564"/>
                    </a:ext>
                  </a:extLst>
                </a:gridCol>
                <a:gridCol w="914400">
                  <a:extLst>
                    <a:ext uri="{9D8B030D-6E8A-4147-A177-3AD203B41FA5}">
                      <a16:colId xmlns:a16="http://schemas.microsoft.com/office/drawing/2014/main" val="386103265"/>
                    </a:ext>
                  </a:extLst>
                </a:gridCol>
                <a:gridCol w="914400">
                  <a:extLst>
                    <a:ext uri="{9D8B030D-6E8A-4147-A177-3AD203B41FA5}">
                      <a16:colId xmlns:a16="http://schemas.microsoft.com/office/drawing/2014/main" val="1812838007"/>
                    </a:ext>
                  </a:extLst>
                </a:gridCol>
                <a:gridCol w="914400">
                  <a:extLst>
                    <a:ext uri="{9D8B030D-6E8A-4147-A177-3AD203B41FA5}">
                      <a16:colId xmlns:a16="http://schemas.microsoft.com/office/drawing/2014/main" val="1757665311"/>
                    </a:ext>
                  </a:extLst>
                </a:gridCol>
                <a:gridCol w="914400">
                  <a:extLst>
                    <a:ext uri="{9D8B030D-6E8A-4147-A177-3AD203B41FA5}">
                      <a16:colId xmlns:a16="http://schemas.microsoft.com/office/drawing/2014/main" val="3817693942"/>
                    </a:ext>
                  </a:extLst>
                </a:gridCol>
                <a:gridCol w="914400">
                  <a:extLst>
                    <a:ext uri="{9D8B030D-6E8A-4147-A177-3AD203B41FA5}">
                      <a16:colId xmlns:a16="http://schemas.microsoft.com/office/drawing/2014/main" val="2721288355"/>
                    </a:ext>
                  </a:extLst>
                </a:gridCol>
              </a:tblGrid>
              <a:tr h="155745">
                <a:tc>
                  <a:txBody>
                    <a:bodyPr/>
                    <a:lstStyle/>
                    <a:p>
                      <a:r>
                        <a:rPr lang="en-MY" sz="600" b="1"/>
                        <a:t>Ordered</a:t>
                      </a:r>
                      <a:endParaRPr lang="en-MY" sz="600"/>
                    </a:p>
                  </a:txBody>
                  <a:tcPr marL="60960" marR="60960" marT="30480" marB="30480" anchor="ctr">
                    <a:lnL>
                      <a:noFill/>
                    </a:lnL>
                    <a:lnR>
                      <a:noFill/>
                    </a:lnR>
                    <a:lnT>
                      <a:noFill/>
                    </a:lnT>
                    <a:lnB>
                      <a:noFill/>
                    </a:lnB>
                    <a:noFill/>
                  </a:tcPr>
                </a:tc>
                <a:tc>
                  <a:txBody>
                    <a:bodyPr/>
                    <a:lstStyle/>
                    <a:p>
                      <a:r>
                        <a:rPr lang="en-MY" sz="600"/>
                        <a:t>Yes</a:t>
                      </a:r>
                    </a:p>
                  </a:txBody>
                  <a:tcPr marL="60960" marR="60960" marT="30480" marB="30480" anchor="ctr">
                    <a:lnL>
                      <a:noFill/>
                    </a:lnL>
                    <a:lnR>
                      <a:noFill/>
                    </a:lnR>
                    <a:lnT>
                      <a:noFill/>
                    </a:lnT>
                    <a:lnB>
                      <a:noFill/>
                    </a:lnB>
                    <a:noFill/>
                  </a:tcPr>
                </a:tc>
                <a:tc>
                  <a:txBody>
                    <a:bodyPr/>
                    <a:lstStyle/>
                    <a:p>
                      <a:r>
                        <a:rPr lang="en-MY" sz="600"/>
                        <a:t>Yes</a:t>
                      </a:r>
                    </a:p>
                  </a:txBody>
                  <a:tcPr marL="60960" marR="60960" marT="30480" marB="30480" anchor="ctr">
                    <a:lnL>
                      <a:noFill/>
                    </a:lnL>
                    <a:lnR>
                      <a:noFill/>
                    </a:lnR>
                    <a:lnT>
                      <a:noFill/>
                    </a:lnT>
                    <a:lnB>
                      <a:noFill/>
                    </a:lnB>
                    <a:noFill/>
                  </a:tcPr>
                </a:tc>
                <a:tc>
                  <a:txBody>
                    <a:bodyPr/>
                    <a:lstStyle/>
                    <a:p>
                      <a:r>
                        <a:rPr lang="en-MY" sz="600"/>
                        <a:t>No</a:t>
                      </a:r>
                    </a:p>
                  </a:txBody>
                  <a:tcPr marL="60960" marR="60960" marT="30480" marB="30480" anchor="ctr">
                    <a:lnL>
                      <a:noFill/>
                    </a:lnL>
                    <a:lnR>
                      <a:noFill/>
                    </a:lnR>
                    <a:lnT>
                      <a:noFill/>
                    </a:lnT>
                    <a:lnB>
                      <a:noFill/>
                    </a:lnB>
                    <a:noFill/>
                  </a:tcPr>
                </a:tc>
                <a:tc>
                  <a:txBody>
                    <a:bodyPr/>
                    <a:lstStyle/>
                    <a:p>
                      <a:r>
                        <a:rPr lang="en-MY" sz="600"/>
                        <a:t>No</a:t>
                      </a:r>
                    </a:p>
                  </a:txBody>
                  <a:tcPr marL="60960" marR="60960" marT="30480" marB="30480" anchor="ctr">
                    <a:lnL>
                      <a:noFill/>
                    </a:lnL>
                    <a:lnR>
                      <a:noFill/>
                    </a:lnR>
                    <a:lnT>
                      <a:noFill/>
                    </a:lnT>
                    <a:lnB>
                      <a:noFill/>
                    </a:lnB>
                    <a:noFill/>
                  </a:tcPr>
                </a:tc>
                <a:tc>
                  <a:txBody>
                    <a:bodyPr/>
                    <a:lstStyle/>
                    <a:p>
                      <a:r>
                        <a:rPr lang="en-MY" sz="600" dirty="0"/>
                        <a:t>Yes</a:t>
                      </a:r>
                    </a:p>
                  </a:txBody>
                  <a:tcPr marL="60960" marR="60960" marT="30480" marB="30480" anchor="ctr">
                    <a:lnL>
                      <a:noFill/>
                    </a:lnL>
                    <a:lnR>
                      <a:noFill/>
                    </a:lnR>
                    <a:lnT>
                      <a:noFill/>
                    </a:lnT>
                    <a:lnB>
                      <a:noFill/>
                    </a:lnB>
                    <a:noFill/>
                  </a:tcPr>
                </a:tc>
                <a:extLst>
                  <a:ext uri="{0D108BD9-81ED-4DB2-BD59-A6C34878D82A}">
                    <a16:rowId xmlns:a16="http://schemas.microsoft.com/office/drawing/2014/main" val="1915537161"/>
                  </a:ext>
                </a:extLst>
              </a:tr>
            </a:tbl>
          </a:graphicData>
        </a:graphic>
      </p:graphicFrame>
      <p:graphicFrame>
        <p:nvGraphicFramePr>
          <p:cNvPr id="11" name="Table 10">
            <a:extLst>
              <a:ext uri="{FF2B5EF4-FFF2-40B4-BE49-F238E27FC236}">
                <a16:creationId xmlns:a16="http://schemas.microsoft.com/office/drawing/2014/main" id="{BBE6DA36-1622-5A99-66C5-98BDE2C8B2B2}"/>
              </a:ext>
            </a:extLst>
          </p:cNvPr>
          <p:cNvGraphicFramePr>
            <a:graphicFrameLocks noGrp="1"/>
          </p:cNvGraphicFramePr>
          <p:nvPr/>
        </p:nvGraphicFramePr>
        <p:xfrm>
          <a:off x="2981325" y="4577186"/>
          <a:ext cx="5486400" cy="250529"/>
        </p:xfrm>
        <a:graphic>
          <a:graphicData uri="http://schemas.openxmlformats.org/drawingml/2006/table">
            <a:tbl>
              <a:tblPr/>
              <a:tblGrid>
                <a:gridCol w="914400">
                  <a:extLst>
                    <a:ext uri="{9D8B030D-6E8A-4147-A177-3AD203B41FA5}">
                      <a16:colId xmlns:a16="http://schemas.microsoft.com/office/drawing/2014/main" val="573957890"/>
                    </a:ext>
                  </a:extLst>
                </a:gridCol>
                <a:gridCol w="914400">
                  <a:extLst>
                    <a:ext uri="{9D8B030D-6E8A-4147-A177-3AD203B41FA5}">
                      <a16:colId xmlns:a16="http://schemas.microsoft.com/office/drawing/2014/main" val="3686268578"/>
                    </a:ext>
                  </a:extLst>
                </a:gridCol>
                <a:gridCol w="914400">
                  <a:extLst>
                    <a:ext uri="{9D8B030D-6E8A-4147-A177-3AD203B41FA5}">
                      <a16:colId xmlns:a16="http://schemas.microsoft.com/office/drawing/2014/main" val="799620150"/>
                    </a:ext>
                  </a:extLst>
                </a:gridCol>
                <a:gridCol w="914400">
                  <a:extLst>
                    <a:ext uri="{9D8B030D-6E8A-4147-A177-3AD203B41FA5}">
                      <a16:colId xmlns:a16="http://schemas.microsoft.com/office/drawing/2014/main" val="291992544"/>
                    </a:ext>
                  </a:extLst>
                </a:gridCol>
                <a:gridCol w="914400">
                  <a:extLst>
                    <a:ext uri="{9D8B030D-6E8A-4147-A177-3AD203B41FA5}">
                      <a16:colId xmlns:a16="http://schemas.microsoft.com/office/drawing/2014/main" val="477971701"/>
                    </a:ext>
                  </a:extLst>
                </a:gridCol>
                <a:gridCol w="914400">
                  <a:extLst>
                    <a:ext uri="{9D8B030D-6E8A-4147-A177-3AD203B41FA5}">
                      <a16:colId xmlns:a16="http://schemas.microsoft.com/office/drawing/2014/main" val="3557286118"/>
                    </a:ext>
                  </a:extLst>
                </a:gridCol>
              </a:tblGrid>
              <a:tr h="250529">
                <a:tc>
                  <a:txBody>
                    <a:bodyPr/>
                    <a:lstStyle/>
                    <a:p>
                      <a:r>
                        <a:rPr lang="en-MY" sz="600" b="1"/>
                        <a:t>Duplicate Values</a:t>
                      </a:r>
                      <a:endParaRPr lang="en-MY" sz="600"/>
                    </a:p>
                  </a:txBody>
                  <a:tcPr marL="60960" marR="60960" marT="30480" marB="30480" anchor="ctr">
                    <a:lnL>
                      <a:noFill/>
                    </a:lnL>
                    <a:lnR>
                      <a:noFill/>
                    </a:lnR>
                    <a:lnT>
                      <a:noFill/>
                    </a:lnT>
                    <a:lnB>
                      <a:noFill/>
                    </a:lnB>
                    <a:noFill/>
                  </a:tcPr>
                </a:tc>
                <a:tc>
                  <a:txBody>
                    <a:bodyPr/>
                    <a:lstStyle/>
                    <a:p>
                      <a:r>
                        <a:rPr lang="en-MY" sz="600"/>
                        <a:t>Allowed</a:t>
                      </a:r>
                    </a:p>
                  </a:txBody>
                  <a:tcPr marL="60960" marR="60960" marT="30480" marB="30480" anchor="ctr">
                    <a:lnL>
                      <a:noFill/>
                    </a:lnL>
                    <a:lnR>
                      <a:noFill/>
                    </a:lnR>
                    <a:lnT>
                      <a:noFill/>
                    </a:lnT>
                    <a:lnB>
                      <a:noFill/>
                    </a:lnB>
                    <a:noFill/>
                  </a:tcPr>
                </a:tc>
                <a:tc>
                  <a:txBody>
                    <a:bodyPr/>
                    <a:lstStyle/>
                    <a:p>
                      <a:r>
                        <a:rPr lang="en-MY" sz="600"/>
                        <a:t>Allowed</a:t>
                      </a:r>
                    </a:p>
                  </a:txBody>
                  <a:tcPr marL="60960" marR="60960" marT="30480" marB="30480" anchor="ctr">
                    <a:lnL>
                      <a:noFill/>
                    </a:lnL>
                    <a:lnR>
                      <a:noFill/>
                    </a:lnR>
                    <a:lnT>
                      <a:noFill/>
                    </a:lnT>
                    <a:lnB>
                      <a:noFill/>
                    </a:lnB>
                    <a:noFill/>
                  </a:tcPr>
                </a:tc>
                <a:tc>
                  <a:txBody>
                    <a:bodyPr/>
                    <a:lstStyle/>
                    <a:p>
                      <a:r>
                        <a:rPr lang="en-US" sz="600"/>
                        <a:t>Keys: Not allowed, Values: Allowed</a:t>
                      </a:r>
                    </a:p>
                  </a:txBody>
                  <a:tcPr marL="60960" marR="60960" marT="30480" marB="30480" anchor="ctr">
                    <a:lnL>
                      <a:noFill/>
                    </a:lnL>
                    <a:lnR>
                      <a:noFill/>
                    </a:lnR>
                    <a:lnT>
                      <a:noFill/>
                    </a:lnT>
                    <a:lnB>
                      <a:noFill/>
                    </a:lnB>
                    <a:noFill/>
                  </a:tcPr>
                </a:tc>
                <a:tc>
                  <a:txBody>
                    <a:bodyPr/>
                    <a:lstStyle/>
                    <a:p>
                      <a:r>
                        <a:rPr lang="en-MY" sz="600"/>
                        <a:t>Not allowed</a:t>
                      </a:r>
                    </a:p>
                  </a:txBody>
                  <a:tcPr marL="60960" marR="60960" marT="30480" marB="30480" anchor="ctr">
                    <a:lnL>
                      <a:noFill/>
                    </a:lnL>
                    <a:lnR>
                      <a:noFill/>
                    </a:lnR>
                    <a:lnT>
                      <a:noFill/>
                    </a:lnT>
                    <a:lnB>
                      <a:noFill/>
                    </a:lnB>
                    <a:noFill/>
                  </a:tcPr>
                </a:tc>
                <a:tc>
                  <a:txBody>
                    <a:bodyPr/>
                    <a:lstStyle/>
                    <a:p>
                      <a:r>
                        <a:rPr lang="en-MY" sz="600" dirty="0"/>
                        <a:t>Allowed</a:t>
                      </a:r>
                    </a:p>
                  </a:txBody>
                  <a:tcPr marL="60960" marR="60960" marT="30480" marB="30480" anchor="ctr">
                    <a:lnL>
                      <a:noFill/>
                    </a:lnL>
                    <a:lnR>
                      <a:noFill/>
                    </a:lnR>
                    <a:lnT>
                      <a:noFill/>
                    </a:lnT>
                    <a:lnB>
                      <a:noFill/>
                    </a:lnB>
                    <a:noFill/>
                  </a:tcPr>
                </a:tc>
                <a:extLst>
                  <a:ext uri="{0D108BD9-81ED-4DB2-BD59-A6C34878D82A}">
                    <a16:rowId xmlns:a16="http://schemas.microsoft.com/office/drawing/2014/main" val="584319521"/>
                  </a:ext>
                </a:extLst>
              </a:tr>
            </a:tbl>
          </a:graphicData>
        </a:graphic>
      </p:graphicFrame>
      <p:graphicFrame>
        <p:nvGraphicFramePr>
          <p:cNvPr id="12" name="Table 11">
            <a:extLst>
              <a:ext uri="{FF2B5EF4-FFF2-40B4-BE49-F238E27FC236}">
                <a16:creationId xmlns:a16="http://schemas.microsoft.com/office/drawing/2014/main" id="{C14931C6-A914-23E2-3CFB-CDAD1810183A}"/>
              </a:ext>
            </a:extLst>
          </p:cNvPr>
          <p:cNvGraphicFramePr>
            <a:graphicFrameLocks noGrp="1"/>
          </p:cNvGraphicFramePr>
          <p:nvPr/>
        </p:nvGraphicFramePr>
        <p:xfrm>
          <a:off x="2981325" y="4719426"/>
          <a:ext cx="5486400" cy="155745"/>
        </p:xfrm>
        <a:graphic>
          <a:graphicData uri="http://schemas.openxmlformats.org/drawingml/2006/table">
            <a:tbl>
              <a:tblPr/>
              <a:tblGrid>
                <a:gridCol w="914400">
                  <a:extLst>
                    <a:ext uri="{9D8B030D-6E8A-4147-A177-3AD203B41FA5}">
                      <a16:colId xmlns:a16="http://schemas.microsoft.com/office/drawing/2014/main" val="1962191431"/>
                    </a:ext>
                  </a:extLst>
                </a:gridCol>
                <a:gridCol w="914400">
                  <a:extLst>
                    <a:ext uri="{9D8B030D-6E8A-4147-A177-3AD203B41FA5}">
                      <a16:colId xmlns:a16="http://schemas.microsoft.com/office/drawing/2014/main" val="1896758412"/>
                    </a:ext>
                  </a:extLst>
                </a:gridCol>
                <a:gridCol w="914400">
                  <a:extLst>
                    <a:ext uri="{9D8B030D-6E8A-4147-A177-3AD203B41FA5}">
                      <a16:colId xmlns:a16="http://schemas.microsoft.com/office/drawing/2014/main" val="2506646034"/>
                    </a:ext>
                  </a:extLst>
                </a:gridCol>
                <a:gridCol w="914400">
                  <a:extLst>
                    <a:ext uri="{9D8B030D-6E8A-4147-A177-3AD203B41FA5}">
                      <a16:colId xmlns:a16="http://schemas.microsoft.com/office/drawing/2014/main" val="245955992"/>
                    </a:ext>
                  </a:extLst>
                </a:gridCol>
                <a:gridCol w="914400">
                  <a:extLst>
                    <a:ext uri="{9D8B030D-6E8A-4147-A177-3AD203B41FA5}">
                      <a16:colId xmlns:a16="http://schemas.microsoft.com/office/drawing/2014/main" val="2164420412"/>
                    </a:ext>
                  </a:extLst>
                </a:gridCol>
                <a:gridCol w="914400">
                  <a:extLst>
                    <a:ext uri="{9D8B030D-6E8A-4147-A177-3AD203B41FA5}">
                      <a16:colId xmlns:a16="http://schemas.microsoft.com/office/drawing/2014/main" val="3547565213"/>
                    </a:ext>
                  </a:extLst>
                </a:gridCol>
              </a:tblGrid>
              <a:tr h="155745">
                <a:tc>
                  <a:txBody>
                    <a:bodyPr/>
                    <a:lstStyle/>
                    <a:p>
                      <a:r>
                        <a:rPr lang="en-MY" sz="600" b="1"/>
                        <a:t>Access by Index</a:t>
                      </a:r>
                      <a:endParaRPr lang="en-MY" sz="600"/>
                    </a:p>
                  </a:txBody>
                  <a:tcPr marL="60960" marR="60960" marT="30480" marB="30480" anchor="ctr">
                    <a:lnL>
                      <a:noFill/>
                    </a:lnL>
                    <a:lnR>
                      <a:noFill/>
                    </a:lnR>
                    <a:lnT>
                      <a:noFill/>
                    </a:lnT>
                    <a:lnB>
                      <a:noFill/>
                    </a:lnB>
                    <a:noFill/>
                  </a:tcPr>
                </a:tc>
                <a:tc>
                  <a:txBody>
                    <a:bodyPr/>
                    <a:lstStyle/>
                    <a:p>
                      <a:r>
                        <a:rPr lang="en-MY" sz="600"/>
                        <a:t>Yes</a:t>
                      </a:r>
                    </a:p>
                  </a:txBody>
                  <a:tcPr marL="60960" marR="60960" marT="30480" marB="30480" anchor="ctr">
                    <a:lnL>
                      <a:noFill/>
                    </a:lnL>
                    <a:lnR>
                      <a:noFill/>
                    </a:lnR>
                    <a:lnT>
                      <a:noFill/>
                    </a:lnT>
                    <a:lnB>
                      <a:noFill/>
                    </a:lnB>
                    <a:noFill/>
                  </a:tcPr>
                </a:tc>
                <a:tc>
                  <a:txBody>
                    <a:bodyPr/>
                    <a:lstStyle/>
                    <a:p>
                      <a:r>
                        <a:rPr lang="en-MY" sz="600"/>
                        <a:t>Yes</a:t>
                      </a:r>
                    </a:p>
                  </a:txBody>
                  <a:tcPr marL="60960" marR="60960" marT="30480" marB="30480" anchor="ctr">
                    <a:lnL>
                      <a:noFill/>
                    </a:lnL>
                    <a:lnR>
                      <a:noFill/>
                    </a:lnR>
                    <a:lnT>
                      <a:noFill/>
                    </a:lnT>
                    <a:lnB>
                      <a:noFill/>
                    </a:lnB>
                    <a:noFill/>
                  </a:tcPr>
                </a:tc>
                <a:tc>
                  <a:txBody>
                    <a:bodyPr/>
                    <a:lstStyle/>
                    <a:p>
                      <a:r>
                        <a:rPr lang="en-MY" sz="600"/>
                        <a:t>No (Access by key)</a:t>
                      </a:r>
                    </a:p>
                  </a:txBody>
                  <a:tcPr marL="60960" marR="60960" marT="30480" marB="30480" anchor="ctr">
                    <a:lnL>
                      <a:noFill/>
                    </a:lnL>
                    <a:lnR>
                      <a:noFill/>
                    </a:lnR>
                    <a:lnT>
                      <a:noFill/>
                    </a:lnT>
                    <a:lnB>
                      <a:noFill/>
                    </a:lnB>
                    <a:noFill/>
                  </a:tcPr>
                </a:tc>
                <a:tc>
                  <a:txBody>
                    <a:bodyPr/>
                    <a:lstStyle/>
                    <a:p>
                      <a:r>
                        <a:rPr lang="en-MY" sz="600"/>
                        <a:t>No</a:t>
                      </a:r>
                    </a:p>
                  </a:txBody>
                  <a:tcPr marL="60960" marR="60960" marT="30480" marB="30480" anchor="ctr">
                    <a:lnL>
                      <a:noFill/>
                    </a:lnL>
                    <a:lnR>
                      <a:noFill/>
                    </a:lnR>
                    <a:lnT>
                      <a:noFill/>
                    </a:lnT>
                    <a:lnB>
                      <a:noFill/>
                    </a:lnB>
                    <a:noFill/>
                  </a:tcPr>
                </a:tc>
                <a:tc>
                  <a:txBody>
                    <a:bodyPr/>
                    <a:lstStyle/>
                    <a:p>
                      <a:r>
                        <a:rPr lang="en-MY" sz="600" dirty="0"/>
                        <a:t>Yes</a:t>
                      </a:r>
                    </a:p>
                  </a:txBody>
                  <a:tcPr marL="60960" marR="60960" marT="30480" marB="30480" anchor="ctr">
                    <a:lnL>
                      <a:noFill/>
                    </a:lnL>
                    <a:lnR>
                      <a:noFill/>
                    </a:lnR>
                    <a:lnT>
                      <a:noFill/>
                    </a:lnT>
                    <a:lnB>
                      <a:noFill/>
                    </a:lnB>
                    <a:noFill/>
                  </a:tcPr>
                </a:tc>
                <a:extLst>
                  <a:ext uri="{0D108BD9-81ED-4DB2-BD59-A6C34878D82A}">
                    <a16:rowId xmlns:a16="http://schemas.microsoft.com/office/drawing/2014/main" val="3047554615"/>
                  </a:ext>
                </a:extLst>
              </a:tr>
            </a:tbl>
          </a:graphicData>
        </a:graphic>
      </p:graphicFrame>
      <p:graphicFrame>
        <p:nvGraphicFramePr>
          <p:cNvPr id="13" name="Table 12">
            <a:extLst>
              <a:ext uri="{FF2B5EF4-FFF2-40B4-BE49-F238E27FC236}">
                <a16:creationId xmlns:a16="http://schemas.microsoft.com/office/drawing/2014/main" id="{07B96F0B-4789-822D-60E8-30798E9AA6B2}"/>
              </a:ext>
            </a:extLst>
          </p:cNvPr>
          <p:cNvGraphicFramePr>
            <a:graphicFrameLocks noGrp="1"/>
          </p:cNvGraphicFramePr>
          <p:nvPr/>
        </p:nvGraphicFramePr>
        <p:xfrm>
          <a:off x="2981325" y="4719426"/>
          <a:ext cx="5486400" cy="155745"/>
        </p:xfrm>
        <a:graphic>
          <a:graphicData uri="http://schemas.openxmlformats.org/drawingml/2006/table">
            <a:tbl>
              <a:tblPr/>
              <a:tblGrid>
                <a:gridCol w="914400">
                  <a:extLst>
                    <a:ext uri="{9D8B030D-6E8A-4147-A177-3AD203B41FA5}">
                      <a16:colId xmlns:a16="http://schemas.microsoft.com/office/drawing/2014/main" val="1615724985"/>
                    </a:ext>
                  </a:extLst>
                </a:gridCol>
                <a:gridCol w="914400">
                  <a:extLst>
                    <a:ext uri="{9D8B030D-6E8A-4147-A177-3AD203B41FA5}">
                      <a16:colId xmlns:a16="http://schemas.microsoft.com/office/drawing/2014/main" val="208783131"/>
                    </a:ext>
                  </a:extLst>
                </a:gridCol>
                <a:gridCol w="914400">
                  <a:extLst>
                    <a:ext uri="{9D8B030D-6E8A-4147-A177-3AD203B41FA5}">
                      <a16:colId xmlns:a16="http://schemas.microsoft.com/office/drawing/2014/main" val="3957043991"/>
                    </a:ext>
                  </a:extLst>
                </a:gridCol>
                <a:gridCol w="914400">
                  <a:extLst>
                    <a:ext uri="{9D8B030D-6E8A-4147-A177-3AD203B41FA5}">
                      <a16:colId xmlns:a16="http://schemas.microsoft.com/office/drawing/2014/main" val="3418095693"/>
                    </a:ext>
                  </a:extLst>
                </a:gridCol>
                <a:gridCol w="914400">
                  <a:extLst>
                    <a:ext uri="{9D8B030D-6E8A-4147-A177-3AD203B41FA5}">
                      <a16:colId xmlns:a16="http://schemas.microsoft.com/office/drawing/2014/main" val="1965382428"/>
                    </a:ext>
                  </a:extLst>
                </a:gridCol>
                <a:gridCol w="914400">
                  <a:extLst>
                    <a:ext uri="{9D8B030D-6E8A-4147-A177-3AD203B41FA5}">
                      <a16:colId xmlns:a16="http://schemas.microsoft.com/office/drawing/2014/main" val="2768228996"/>
                    </a:ext>
                  </a:extLst>
                </a:gridCol>
              </a:tblGrid>
              <a:tr h="155745">
                <a:tc>
                  <a:txBody>
                    <a:bodyPr/>
                    <a:lstStyle/>
                    <a:p>
                      <a:r>
                        <a:rPr lang="en-MY" sz="600" b="1"/>
                        <a:t>Modification</a:t>
                      </a:r>
                      <a:endParaRPr lang="en-MY" sz="600"/>
                    </a:p>
                  </a:txBody>
                  <a:tcPr marL="60960" marR="60960" marT="30480" marB="30480" anchor="ctr">
                    <a:lnL>
                      <a:noFill/>
                    </a:lnL>
                    <a:lnR>
                      <a:noFill/>
                    </a:lnR>
                    <a:lnT>
                      <a:noFill/>
                    </a:lnT>
                    <a:lnB>
                      <a:noFill/>
                    </a:lnB>
                    <a:noFill/>
                  </a:tcPr>
                </a:tc>
                <a:tc>
                  <a:txBody>
                    <a:bodyPr/>
                    <a:lstStyle/>
                    <a:p>
                      <a:r>
                        <a:rPr lang="en-MY" sz="600"/>
                        <a:t>Add, Remove, Update</a:t>
                      </a:r>
                    </a:p>
                  </a:txBody>
                  <a:tcPr marL="60960" marR="60960" marT="30480" marB="30480" anchor="ctr">
                    <a:lnL>
                      <a:noFill/>
                    </a:lnL>
                    <a:lnR>
                      <a:noFill/>
                    </a:lnR>
                    <a:lnT>
                      <a:noFill/>
                    </a:lnT>
                    <a:lnB>
                      <a:noFill/>
                    </a:lnB>
                    <a:noFill/>
                  </a:tcPr>
                </a:tc>
                <a:tc>
                  <a:txBody>
                    <a:bodyPr/>
                    <a:lstStyle/>
                    <a:p>
                      <a:r>
                        <a:rPr lang="en-MY" sz="600"/>
                        <a:t>Not applicable</a:t>
                      </a:r>
                    </a:p>
                  </a:txBody>
                  <a:tcPr marL="60960" marR="60960" marT="30480" marB="30480" anchor="ctr">
                    <a:lnL>
                      <a:noFill/>
                    </a:lnL>
                    <a:lnR>
                      <a:noFill/>
                    </a:lnR>
                    <a:lnT>
                      <a:noFill/>
                    </a:lnT>
                    <a:lnB>
                      <a:noFill/>
                    </a:lnB>
                    <a:noFill/>
                  </a:tcPr>
                </a:tc>
                <a:tc>
                  <a:txBody>
                    <a:bodyPr/>
                    <a:lstStyle/>
                    <a:p>
                      <a:r>
                        <a:rPr lang="en-MY" sz="600"/>
                        <a:t>Add, Remove, Update</a:t>
                      </a:r>
                    </a:p>
                  </a:txBody>
                  <a:tcPr marL="60960" marR="60960" marT="30480" marB="30480" anchor="ctr">
                    <a:lnL>
                      <a:noFill/>
                    </a:lnL>
                    <a:lnR>
                      <a:noFill/>
                    </a:lnR>
                    <a:lnT>
                      <a:noFill/>
                    </a:lnT>
                    <a:lnB>
                      <a:noFill/>
                    </a:lnB>
                    <a:noFill/>
                  </a:tcPr>
                </a:tc>
                <a:tc>
                  <a:txBody>
                    <a:bodyPr/>
                    <a:lstStyle/>
                    <a:p>
                      <a:r>
                        <a:rPr lang="en-MY" sz="600"/>
                        <a:t>Add, Remove, Update</a:t>
                      </a:r>
                    </a:p>
                  </a:txBody>
                  <a:tcPr marL="60960" marR="60960" marT="30480" marB="30480" anchor="ctr">
                    <a:lnL>
                      <a:noFill/>
                    </a:lnL>
                    <a:lnR>
                      <a:noFill/>
                    </a:lnR>
                    <a:lnT>
                      <a:noFill/>
                    </a:lnT>
                    <a:lnB>
                      <a:noFill/>
                    </a:lnB>
                    <a:noFill/>
                  </a:tcPr>
                </a:tc>
                <a:tc>
                  <a:txBody>
                    <a:bodyPr/>
                    <a:lstStyle/>
                    <a:p>
                      <a:r>
                        <a:rPr lang="en-MY" sz="600" dirty="0"/>
                        <a:t>Not applicable</a:t>
                      </a:r>
                    </a:p>
                  </a:txBody>
                  <a:tcPr marL="60960" marR="60960" marT="30480" marB="30480" anchor="ctr">
                    <a:lnL>
                      <a:noFill/>
                    </a:lnL>
                    <a:lnR>
                      <a:noFill/>
                    </a:lnR>
                    <a:lnT>
                      <a:noFill/>
                    </a:lnT>
                    <a:lnB>
                      <a:noFill/>
                    </a:lnB>
                    <a:noFill/>
                  </a:tcPr>
                </a:tc>
                <a:extLst>
                  <a:ext uri="{0D108BD9-81ED-4DB2-BD59-A6C34878D82A}">
                    <a16:rowId xmlns:a16="http://schemas.microsoft.com/office/drawing/2014/main" val="3993086724"/>
                  </a:ext>
                </a:extLst>
              </a:tr>
            </a:tbl>
          </a:graphicData>
        </a:graphic>
      </p:graphicFrame>
      <p:graphicFrame>
        <p:nvGraphicFramePr>
          <p:cNvPr id="14" name="Table 13">
            <a:extLst>
              <a:ext uri="{FF2B5EF4-FFF2-40B4-BE49-F238E27FC236}">
                <a16:creationId xmlns:a16="http://schemas.microsoft.com/office/drawing/2014/main" id="{0EF9966A-EAC1-B835-F2F9-A99B9E795CD1}"/>
              </a:ext>
            </a:extLst>
          </p:cNvPr>
          <p:cNvGraphicFramePr>
            <a:graphicFrameLocks noGrp="1"/>
          </p:cNvGraphicFramePr>
          <p:nvPr/>
        </p:nvGraphicFramePr>
        <p:xfrm>
          <a:off x="2981325" y="4719426"/>
          <a:ext cx="5486400" cy="250529"/>
        </p:xfrm>
        <a:graphic>
          <a:graphicData uri="http://schemas.openxmlformats.org/drawingml/2006/table">
            <a:tbl>
              <a:tblPr/>
              <a:tblGrid>
                <a:gridCol w="914400">
                  <a:extLst>
                    <a:ext uri="{9D8B030D-6E8A-4147-A177-3AD203B41FA5}">
                      <a16:colId xmlns:a16="http://schemas.microsoft.com/office/drawing/2014/main" val="1607268178"/>
                    </a:ext>
                  </a:extLst>
                </a:gridCol>
                <a:gridCol w="914400">
                  <a:extLst>
                    <a:ext uri="{9D8B030D-6E8A-4147-A177-3AD203B41FA5}">
                      <a16:colId xmlns:a16="http://schemas.microsoft.com/office/drawing/2014/main" val="2823783909"/>
                    </a:ext>
                  </a:extLst>
                </a:gridCol>
                <a:gridCol w="914400">
                  <a:extLst>
                    <a:ext uri="{9D8B030D-6E8A-4147-A177-3AD203B41FA5}">
                      <a16:colId xmlns:a16="http://schemas.microsoft.com/office/drawing/2014/main" val="2293706589"/>
                    </a:ext>
                  </a:extLst>
                </a:gridCol>
                <a:gridCol w="914400">
                  <a:extLst>
                    <a:ext uri="{9D8B030D-6E8A-4147-A177-3AD203B41FA5}">
                      <a16:colId xmlns:a16="http://schemas.microsoft.com/office/drawing/2014/main" val="1822506182"/>
                    </a:ext>
                  </a:extLst>
                </a:gridCol>
                <a:gridCol w="914400">
                  <a:extLst>
                    <a:ext uri="{9D8B030D-6E8A-4147-A177-3AD203B41FA5}">
                      <a16:colId xmlns:a16="http://schemas.microsoft.com/office/drawing/2014/main" val="2386000695"/>
                    </a:ext>
                  </a:extLst>
                </a:gridCol>
                <a:gridCol w="914400">
                  <a:extLst>
                    <a:ext uri="{9D8B030D-6E8A-4147-A177-3AD203B41FA5}">
                      <a16:colId xmlns:a16="http://schemas.microsoft.com/office/drawing/2014/main" val="3888642410"/>
                    </a:ext>
                  </a:extLst>
                </a:gridCol>
              </a:tblGrid>
              <a:tr h="250529">
                <a:tc>
                  <a:txBody>
                    <a:bodyPr/>
                    <a:lstStyle/>
                    <a:p>
                      <a:r>
                        <a:rPr lang="en-MY" sz="600" b="1"/>
                        <a:t>Iteration</a:t>
                      </a:r>
                      <a:endParaRPr lang="en-MY" sz="600"/>
                    </a:p>
                  </a:txBody>
                  <a:tcPr marL="60960" marR="60960" marT="30480" marB="30480" anchor="ctr">
                    <a:lnL>
                      <a:noFill/>
                    </a:lnL>
                    <a:lnR>
                      <a:noFill/>
                    </a:lnR>
                    <a:lnT>
                      <a:noFill/>
                    </a:lnT>
                    <a:lnB>
                      <a:noFill/>
                    </a:lnB>
                    <a:noFill/>
                  </a:tcPr>
                </a:tc>
                <a:tc>
                  <a:txBody>
                    <a:bodyPr/>
                    <a:lstStyle/>
                    <a:p>
                      <a:r>
                        <a:rPr lang="en-MY" sz="600" dirty="0"/>
                        <a:t>Yes</a:t>
                      </a:r>
                    </a:p>
                  </a:txBody>
                  <a:tcPr marL="60960" marR="60960" marT="30480" marB="30480" anchor="ctr">
                    <a:lnL>
                      <a:noFill/>
                    </a:lnL>
                    <a:lnR>
                      <a:noFill/>
                    </a:lnR>
                    <a:lnT>
                      <a:noFill/>
                    </a:lnT>
                    <a:lnB>
                      <a:noFill/>
                    </a:lnB>
                    <a:noFill/>
                  </a:tcPr>
                </a:tc>
                <a:tc>
                  <a:txBody>
                    <a:bodyPr/>
                    <a:lstStyle/>
                    <a:p>
                      <a:r>
                        <a:rPr lang="en-MY" sz="600"/>
                        <a:t>Yes</a:t>
                      </a:r>
                    </a:p>
                  </a:txBody>
                  <a:tcPr marL="60960" marR="60960" marT="30480" marB="30480" anchor="ctr">
                    <a:lnL>
                      <a:noFill/>
                    </a:lnL>
                    <a:lnR>
                      <a:noFill/>
                    </a:lnR>
                    <a:lnT>
                      <a:noFill/>
                    </a:lnT>
                    <a:lnB>
                      <a:noFill/>
                    </a:lnB>
                    <a:noFill/>
                  </a:tcPr>
                </a:tc>
                <a:tc>
                  <a:txBody>
                    <a:bodyPr/>
                    <a:lstStyle/>
                    <a:p>
                      <a:r>
                        <a:rPr lang="en-US" sz="600"/>
                        <a:t>By key, value, or items</a:t>
                      </a:r>
                    </a:p>
                  </a:txBody>
                  <a:tcPr marL="60960" marR="60960" marT="30480" marB="30480" anchor="ctr">
                    <a:lnL>
                      <a:noFill/>
                    </a:lnL>
                    <a:lnR>
                      <a:noFill/>
                    </a:lnR>
                    <a:lnT>
                      <a:noFill/>
                    </a:lnT>
                    <a:lnB>
                      <a:noFill/>
                    </a:lnB>
                    <a:noFill/>
                  </a:tcPr>
                </a:tc>
                <a:tc>
                  <a:txBody>
                    <a:bodyPr/>
                    <a:lstStyle/>
                    <a:p>
                      <a:r>
                        <a:rPr lang="en-MY" sz="600"/>
                        <a:t>Yes</a:t>
                      </a:r>
                    </a:p>
                  </a:txBody>
                  <a:tcPr marL="60960" marR="60960" marT="30480" marB="30480" anchor="ctr">
                    <a:lnL>
                      <a:noFill/>
                    </a:lnL>
                    <a:lnR>
                      <a:noFill/>
                    </a:lnR>
                    <a:lnT>
                      <a:noFill/>
                    </a:lnT>
                    <a:lnB>
                      <a:noFill/>
                    </a:lnB>
                    <a:noFill/>
                  </a:tcPr>
                </a:tc>
                <a:tc>
                  <a:txBody>
                    <a:bodyPr/>
                    <a:lstStyle/>
                    <a:p>
                      <a:r>
                        <a:rPr lang="en-MY" sz="600" dirty="0"/>
                        <a:t>Yes</a:t>
                      </a:r>
                    </a:p>
                  </a:txBody>
                  <a:tcPr marL="60960" marR="60960" marT="30480" marB="30480" anchor="ctr">
                    <a:lnL>
                      <a:noFill/>
                    </a:lnL>
                    <a:lnR>
                      <a:noFill/>
                    </a:lnR>
                    <a:lnT>
                      <a:noFill/>
                    </a:lnT>
                    <a:lnB>
                      <a:noFill/>
                    </a:lnB>
                    <a:noFill/>
                  </a:tcPr>
                </a:tc>
                <a:extLst>
                  <a:ext uri="{0D108BD9-81ED-4DB2-BD59-A6C34878D82A}">
                    <a16:rowId xmlns:a16="http://schemas.microsoft.com/office/drawing/2014/main" val="2932959662"/>
                  </a:ext>
                </a:extLst>
              </a:tr>
            </a:tbl>
          </a:graphicData>
        </a:graphic>
      </p:graphicFrame>
      <p:sp>
        <p:nvSpPr>
          <p:cNvPr id="27" name="Rectangle 1">
            <a:extLst>
              <a:ext uri="{FF2B5EF4-FFF2-40B4-BE49-F238E27FC236}">
                <a16:creationId xmlns:a16="http://schemas.microsoft.com/office/drawing/2014/main" id="{4045CD52-B5AD-3D79-2BE6-322842EC9E36}"/>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
        <p:nvSpPr>
          <p:cNvPr id="15" name="Rectangle 1">
            <a:extLst>
              <a:ext uri="{FF2B5EF4-FFF2-40B4-BE49-F238E27FC236}">
                <a16:creationId xmlns:a16="http://schemas.microsoft.com/office/drawing/2014/main" id="{137AB0F6-C1E1-4D1C-CA30-49C9C6E48BC4}"/>
              </a:ext>
            </a:extLst>
          </p:cNvPr>
          <p:cNvSpPr>
            <a:spLocks noChangeArrowheads="1"/>
          </p:cNvSpPr>
          <p:nvPr/>
        </p:nvSpPr>
        <p:spPr bwMode="auto">
          <a:xfrm>
            <a:off x="0" y="29290"/>
            <a:ext cx="123175"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endParaRPr lang="en-US" altLang="en-US" sz="1200" kern="0" dirty="0">
              <a:solidFill>
                <a:srgbClr val="000000"/>
              </a:solidFill>
              <a:cs typeface="Arial"/>
              <a:sym typeface="Arial"/>
            </a:endParaRPr>
          </a:p>
        </p:txBody>
      </p:sp>
    </p:spTree>
    <p:extLst>
      <p:ext uri="{BB962C8B-B14F-4D97-AF65-F5344CB8AC3E}">
        <p14:creationId xmlns:p14="http://schemas.microsoft.com/office/powerpoint/2010/main" val="1637704033"/>
      </p:ext>
    </p:extLst>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425642" y="277561"/>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a:solidFill>
            <a:schemeClr val="accent1"/>
          </a:solidFill>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59"/>
            <a:ext cx="10326008" cy="812530"/>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4400" kern="0" dirty="0">
                <a:solidFill>
                  <a:srgbClr val="FFFFFF"/>
                </a:solidFill>
                <a:latin typeface="Courier"/>
                <a:cs typeface="Arial"/>
                <a:sym typeface="Courier"/>
              </a:rPr>
              <a:t>Join SET</a:t>
            </a:r>
            <a:endParaRPr lang="en-US" sz="4400"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10" name="TextBox 9">
            <a:extLst>
              <a:ext uri="{FF2B5EF4-FFF2-40B4-BE49-F238E27FC236}">
                <a16:creationId xmlns:a16="http://schemas.microsoft.com/office/drawing/2014/main" id="{BE09BCF1-B8B5-F5D5-6CFE-266D84893BD7}"/>
              </a:ext>
            </a:extLst>
          </p:cNvPr>
          <p:cNvSpPr txBox="1"/>
          <p:nvPr/>
        </p:nvSpPr>
        <p:spPr>
          <a:xfrm>
            <a:off x="938687" y="2469389"/>
            <a:ext cx="10251248" cy="379656"/>
          </a:xfrm>
          <a:prstGeom prst="rect">
            <a:avLst/>
          </a:prstGeom>
          <a:noFill/>
        </p:spPr>
        <p:txBody>
          <a:bodyPr wrap="square">
            <a:spAutoFit/>
          </a:bodyPr>
          <a:lstStyle/>
          <a:p>
            <a:pPr defTabSz="609630" eaLnBrk="0" fontAlgn="base" hangingPunct="0">
              <a:spcBef>
                <a:spcPct val="0"/>
              </a:spcBef>
              <a:spcAft>
                <a:spcPct val="0"/>
              </a:spcAft>
            </a:pPr>
            <a:r>
              <a:rPr lang="en-US" altLang="en-US" sz="1867" kern="0" dirty="0">
                <a:solidFill>
                  <a:srgbClr val="FFFFFF"/>
                </a:solidFill>
                <a:latin typeface="Roboto Mono" panose="00000009000000000000" pitchFamily="49" charset="0"/>
                <a:ea typeface="Roboto Mono" panose="00000009000000000000" pitchFamily="49" charset="0"/>
                <a:cs typeface="Open Sans" panose="020B0606030504020204" pitchFamily="34" charset="0"/>
                <a:sym typeface="Arial"/>
              </a:rPr>
              <a:t>The </a:t>
            </a:r>
            <a:r>
              <a:rPr lang="en-US" altLang="en-US" sz="1867" kern="0" dirty="0">
                <a:solidFill>
                  <a:srgbClr val="8C52FF"/>
                </a:solidFill>
                <a:latin typeface="Roboto Mono" panose="00000009000000000000" pitchFamily="49" charset="0"/>
                <a:ea typeface="Roboto Mono" panose="00000009000000000000" pitchFamily="49" charset="0"/>
                <a:cs typeface="Open Sans" panose="020B0606030504020204" pitchFamily="34" charset="0"/>
                <a:sym typeface="Arial"/>
              </a:rPr>
              <a:t>union() </a:t>
            </a:r>
            <a:r>
              <a:rPr lang="en-US" altLang="en-US" sz="1867" kern="0" dirty="0">
                <a:solidFill>
                  <a:srgbClr val="FFFFFF"/>
                </a:solidFill>
                <a:latin typeface="Roboto Mono" panose="00000009000000000000" pitchFamily="49" charset="0"/>
                <a:ea typeface="Roboto Mono" panose="00000009000000000000" pitchFamily="49" charset="0"/>
                <a:cs typeface="Open Sans" panose="020B0606030504020204" pitchFamily="34" charset="0"/>
                <a:sym typeface="Arial"/>
              </a:rPr>
              <a:t>method returns a new set with all items from both sets.   </a:t>
            </a:r>
          </a:p>
        </p:txBody>
      </p:sp>
      <p:pic>
        <p:nvPicPr>
          <p:cNvPr id="6" name="Picture 5" descr="A computer code with numbers and symbols&#10;&#10;Description automatically generated">
            <a:extLst>
              <a:ext uri="{FF2B5EF4-FFF2-40B4-BE49-F238E27FC236}">
                <a16:creationId xmlns:a16="http://schemas.microsoft.com/office/drawing/2014/main" id="{9E077B40-293C-9427-CF18-5DD0B82B355B}"/>
              </a:ext>
            </a:extLst>
          </p:cNvPr>
          <p:cNvPicPr>
            <a:picLocks noChangeAspect="1"/>
          </p:cNvPicPr>
          <p:nvPr/>
        </p:nvPicPr>
        <p:blipFill>
          <a:blip r:embed="rId3"/>
          <a:stretch>
            <a:fillRect/>
          </a:stretch>
        </p:blipFill>
        <p:spPr>
          <a:xfrm>
            <a:off x="3177606" y="3292559"/>
            <a:ext cx="5633589" cy="2523564"/>
          </a:xfrm>
          <a:prstGeom prst="rect">
            <a:avLst/>
          </a:prstGeom>
        </p:spPr>
      </p:pic>
    </p:spTree>
    <p:extLst>
      <p:ext uri="{BB962C8B-B14F-4D97-AF65-F5344CB8AC3E}">
        <p14:creationId xmlns:p14="http://schemas.microsoft.com/office/powerpoint/2010/main" val="4207765705"/>
      </p:ext>
    </p:extLst>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425642" y="277561"/>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a:solidFill>
            <a:schemeClr val="accent1"/>
          </a:solidFill>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59"/>
            <a:ext cx="10326008" cy="812530"/>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4400" kern="0" dirty="0">
                <a:solidFill>
                  <a:srgbClr val="FFFFFF"/>
                </a:solidFill>
                <a:latin typeface="Courier"/>
                <a:cs typeface="Arial"/>
                <a:sym typeface="Courier"/>
              </a:rPr>
              <a:t>Join SET</a:t>
            </a:r>
            <a:endParaRPr lang="en-US" sz="4400"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10" name="TextBox 9">
            <a:extLst>
              <a:ext uri="{FF2B5EF4-FFF2-40B4-BE49-F238E27FC236}">
                <a16:creationId xmlns:a16="http://schemas.microsoft.com/office/drawing/2014/main" id="{BE09BCF1-B8B5-F5D5-6CFE-266D84893BD7}"/>
              </a:ext>
            </a:extLst>
          </p:cNvPr>
          <p:cNvSpPr txBox="1"/>
          <p:nvPr/>
        </p:nvSpPr>
        <p:spPr>
          <a:xfrm>
            <a:off x="938687" y="2469389"/>
            <a:ext cx="10251248" cy="379656"/>
          </a:xfrm>
          <a:prstGeom prst="rect">
            <a:avLst/>
          </a:prstGeom>
          <a:noFill/>
        </p:spPr>
        <p:txBody>
          <a:bodyPr wrap="square">
            <a:spAutoFit/>
          </a:bodyPr>
          <a:lstStyle/>
          <a:p>
            <a:pPr defTabSz="609630" eaLnBrk="0" fontAlgn="base" hangingPunct="0">
              <a:spcBef>
                <a:spcPct val="0"/>
              </a:spcBef>
              <a:spcAft>
                <a:spcPct val="0"/>
              </a:spcAft>
            </a:pPr>
            <a:r>
              <a:rPr lang="en-US" altLang="en-US" sz="1867" kern="0" dirty="0">
                <a:solidFill>
                  <a:srgbClr val="8C52FF"/>
                </a:solidFill>
                <a:latin typeface="Roboto Mono" panose="00000009000000000000" pitchFamily="49" charset="0"/>
                <a:ea typeface="Roboto Mono" panose="00000009000000000000" pitchFamily="49" charset="0"/>
                <a:cs typeface="Open Sans" panose="020B0606030504020204" pitchFamily="34" charset="0"/>
                <a:sym typeface="Arial"/>
              </a:rPr>
              <a:t>Join</a:t>
            </a:r>
            <a:r>
              <a:rPr lang="en-US" altLang="en-US" sz="1867" kern="0" dirty="0">
                <a:solidFill>
                  <a:srgbClr val="FFFFFF"/>
                </a:solidFill>
                <a:latin typeface="Roboto Mono" panose="00000009000000000000" pitchFamily="49" charset="0"/>
                <a:ea typeface="Roboto Mono" panose="00000009000000000000" pitchFamily="49" charset="0"/>
                <a:cs typeface="Open Sans" panose="020B0606030504020204" pitchFamily="34" charset="0"/>
                <a:sym typeface="Arial"/>
              </a:rPr>
              <a:t> a set with a tuple</a:t>
            </a:r>
          </a:p>
        </p:txBody>
      </p:sp>
      <p:pic>
        <p:nvPicPr>
          <p:cNvPr id="4" name="Picture 3">
            <a:extLst>
              <a:ext uri="{FF2B5EF4-FFF2-40B4-BE49-F238E27FC236}">
                <a16:creationId xmlns:a16="http://schemas.microsoft.com/office/drawing/2014/main" id="{2FB9DB5F-B8BD-DFCF-64CE-328ADCF3111F}"/>
              </a:ext>
            </a:extLst>
          </p:cNvPr>
          <p:cNvPicPr>
            <a:picLocks noChangeAspect="1"/>
          </p:cNvPicPr>
          <p:nvPr/>
        </p:nvPicPr>
        <p:blipFill>
          <a:blip r:embed="rId3"/>
          <a:stretch>
            <a:fillRect/>
          </a:stretch>
        </p:blipFill>
        <p:spPr>
          <a:xfrm>
            <a:off x="3475452" y="3136642"/>
            <a:ext cx="5037897" cy="2576635"/>
          </a:xfrm>
          <a:prstGeom prst="rect">
            <a:avLst/>
          </a:prstGeom>
        </p:spPr>
      </p:pic>
    </p:spTree>
    <p:extLst>
      <p:ext uri="{BB962C8B-B14F-4D97-AF65-F5344CB8AC3E}">
        <p14:creationId xmlns:p14="http://schemas.microsoft.com/office/powerpoint/2010/main" val="1941231411"/>
      </p:ext>
    </p:extLst>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425642" y="277561"/>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a:solidFill>
            <a:schemeClr val="accent1"/>
          </a:solidFill>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59"/>
            <a:ext cx="10326008" cy="812530"/>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4400" kern="0" dirty="0">
                <a:solidFill>
                  <a:srgbClr val="FFFFFF"/>
                </a:solidFill>
                <a:latin typeface="Courier"/>
                <a:cs typeface="Arial"/>
                <a:sym typeface="Courier"/>
              </a:rPr>
              <a:t>Join SET</a:t>
            </a:r>
            <a:endParaRPr lang="en-US" sz="4400"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10" name="TextBox 9">
            <a:extLst>
              <a:ext uri="{FF2B5EF4-FFF2-40B4-BE49-F238E27FC236}">
                <a16:creationId xmlns:a16="http://schemas.microsoft.com/office/drawing/2014/main" id="{BE09BCF1-B8B5-F5D5-6CFE-266D84893BD7}"/>
              </a:ext>
            </a:extLst>
          </p:cNvPr>
          <p:cNvSpPr txBox="1"/>
          <p:nvPr/>
        </p:nvSpPr>
        <p:spPr>
          <a:xfrm>
            <a:off x="938687" y="2469389"/>
            <a:ext cx="10251248" cy="954300"/>
          </a:xfrm>
          <a:prstGeom prst="rect">
            <a:avLst/>
          </a:prstGeom>
          <a:noFill/>
        </p:spPr>
        <p:txBody>
          <a:bodyPr wrap="square">
            <a:spAutoFit/>
          </a:bodyPr>
          <a:lstStyle/>
          <a:p>
            <a:pPr defTabSz="609630" eaLnBrk="0" fontAlgn="base" hangingPunct="0">
              <a:spcBef>
                <a:spcPct val="0"/>
              </a:spcBef>
              <a:spcAft>
                <a:spcPct val="0"/>
              </a:spcAft>
            </a:pPr>
            <a:r>
              <a:rPr lang="en-US" altLang="en-US" sz="1867" kern="0" dirty="0">
                <a:solidFill>
                  <a:srgbClr val="FFFFFF"/>
                </a:solidFill>
                <a:latin typeface="Roboto Mono" panose="00000009000000000000" pitchFamily="49" charset="0"/>
                <a:ea typeface="Roboto Mono" panose="00000009000000000000" pitchFamily="49" charset="0"/>
                <a:cs typeface="Open Sans" panose="020B0606030504020204" pitchFamily="34" charset="0"/>
                <a:sym typeface="Arial"/>
              </a:rPr>
              <a:t>The </a:t>
            </a:r>
            <a:r>
              <a:rPr lang="en-US" altLang="en-US" sz="1867" kern="0" dirty="0">
                <a:solidFill>
                  <a:srgbClr val="8C52FF"/>
                </a:solidFill>
                <a:latin typeface="Roboto Mono" panose="00000009000000000000" pitchFamily="49" charset="0"/>
                <a:ea typeface="Roboto Mono" panose="00000009000000000000" pitchFamily="49" charset="0"/>
                <a:cs typeface="Open Sans" panose="020B0606030504020204" pitchFamily="34" charset="0"/>
                <a:sym typeface="Arial"/>
              </a:rPr>
              <a:t>intersection() method </a:t>
            </a:r>
            <a:r>
              <a:rPr lang="en-US" altLang="en-US" sz="1867" kern="0" dirty="0">
                <a:solidFill>
                  <a:srgbClr val="FFFFFF"/>
                </a:solidFill>
                <a:latin typeface="Roboto Mono" panose="00000009000000000000" pitchFamily="49" charset="0"/>
                <a:ea typeface="Roboto Mono" panose="00000009000000000000" pitchFamily="49" charset="0"/>
                <a:cs typeface="Open Sans" panose="020B0606030504020204" pitchFamily="34" charset="0"/>
                <a:sym typeface="Arial"/>
              </a:rPr>
              <a:t>will return a new set, that only contains the items that are present in both sets. ‘&amp;’ operator consider the same</a:t>
            </a:r>
          </a:p>
        </p:txBody>
      </p:sp>
      <p:pic>
        <p:nvPicPr>
          <p:cNvPr id="6" name="Picture 5">
            <a:extLst>
              <a:ext uri="{FF2B5EF4-FFF2-40B4-BE49-F238E27FC236}">
                <a16:creationId xmlns:a16="http://schemas.microsoft.com/office/drawing/2014/main" id="{814AA1F9-D55F-B872-DDFC-AEE8F4707A36}"/>
              </a:ext>
            </a:extLst>
          </p:cNvPr>
          <p:cNvPicPr>
            <a:picLocks noChangeAspect="1"/>
          </p:cNvPicPr>
          <p:nvPr/>
        </p:nvPicPr>
        <p:blipFill>
          <a:blip r:embed="rId3"/>
          <a:stretch>
            <a:fillRect/>
          </a:stretch>
        </p:blipFill>
        <p:spPr>
          <a:xfrm>
            <a:off x="2484013" y="3429000"/>
            <a:ext cx="7223975" cy="2780072"/>
          </a:xfrm>
          <a:prstGeom prst="rect">
            <a:avLst/>
          </a:prstGeom>
        </p:spPr>
      </p:pic>
    </p:spTree>
    <p:extLst>
      <p:ext uri="{BB962C8B-B14F-4D97-AF65-F5344CB8AC3E}">
        <p14:creationId xmlns:p14="http://schemas.microsoft.com/office/powerpoint/2010/main" val="295950342"/>
      </p:ext>
    </p:extLst>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425642" y="277561"/>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a:solidFill>
            <a:schemeClr val="accent1"/>
          </a:solidFill>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59"/>
            <a:ext cx="10326008" cy="812530"/>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4400" kern="0" dirty="0">
                <a:solidFill>
                  <a:srgbClr val="FFFFFF"/>
                </a:solidFill>
                <a:latin typeface="Courier"/>
                <a:cs typeface="Arial"/>
                <a:sym typeface="Courier"/>
              </a:rPr>
              <a:t>Join SET</a:t>
            </a:r>
            <a:endParaRPr lang="en-US" sz="4400"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10" name="TextBox 9">
            <a:extLst>
              <a:ext uri="{FF2B5EF4-FFF2-40B4-BE49-F238E27FC236}">
                <a16:creationId xmlns:a16="http://schemas.microsoft.com/office/drawing/2014/main" id="{BE09BCF1-B8B5-F5D5-6CFE-266D84893BD7}"/>
              </a:ext>
            </a:extLst>
          </p:cNvPr>
          <p:cNvSpPr txBox="1"/>
          <p:nvPr/>
        </p:nvSpPr>
        <p:spPr>
          <a:xfrm>
            <a:off x="938687" y="2469389"/>
            <a:ext cx="10251248" cy="954300"/>
          </a:xfrm>
          <a:prstGeom prst="rect">
            <a:avLst/>
          </a:prstGeom>
          <a:noFill/>
        </p:spPr>
        <p:txBody>
          <a:bodyPr wrap="square">
            <a:spAutoFit/>
          </a:bodyPr>
          <a:lstStyle/>
          <a:p>
            <a:pPr defTabSz="609630" eaLnBrk="0" fontAlgn="base" hangingPunct="0">
              <a:spcBef>
                <a:spcPct val="0"/>
              </a:spcBef>
              <a:spcAft>
                <a:spcPct val="0"/>
              </a:spcAft>
            </a:pPr>
            <a:r>
              <a:rPr lang="en-US" altLang="en-US" sz="1867" kern="0" dirty="0">
                <a:solidFill>
                  <a:srgbClr val="FFFFFF"/>
                </a:solidFill>
                <a:latin typeface="Roboto Mono" panose="00000009000000000000" pitchFamily="49" charset="0"/>
                <a:ea typeface="Roboto Mono" panose="00000009000000000000" pitchFamily="49" charset="0"/>
                <a:cs typeface="Open Sans" panose="020B0606030504020204" pitchFamily="34" charset="0"/>
                <a:sym typeface="Arial"/>
              </a:rPr>
              <a:t>The </a:t>
            </a:r>
            <a:r>
              <a:rPr lang="en-US" altLang="en-US" sz="1867" kern="0" dirty="0">
                <a:solidFill>
                  <a:srgbClr val="8C52FF"/>
                </a:solidFill>
                <a:latin typeface="Roboto Mono" panose="00000009000000000000" pitchFamily="49" charset="0"/>
                <a:ea typeface="Roboto Mono" panose="00000009000000000000" pitchFamily="49" charset="0"/>
                <a:cs typeface="Open Sans" panose="020B0606030504020204" pitchFamily="34" charset="0"/>
                <a:sym typeface="Arial"/>
              </a:rPr>
              <a:t>difference() </a:t>
            </a:r>
            <a:r>
              <a:rPr lang="en-US" altLang="en-US" sz="1867" kern="0" dirty="0">
                <a:solidFill>
                  <a:srgbClr val="FFFFFF"/>
                </a:solidFill>
                <a:latin typeface="Roboto Mono" panose="00000009000000000000" pitchFamily="49" charset="0"/>
                <a:ea typeface="Roboto Mono" panose="00000009000000000000" pitchFamily="49" charset="0"/>
                <a:cs typeface="Open Sans" panose="020B0606030504020204" pitchFamily="34" charset="0"/>
                <a:sym typeface="Arial"/>
              </a:rPr>
              <a:t>method will return a new set that will contain only the items from the first set that are not present in the other set.</a:t>
            </a:r>
          </a:p>
          <a:p>
            <a:pPr defTabSz="609630" eaLnBrk="0" fontAlgn="base" hangingPunct="0">
              <a:spcBef>
                <a:spcPct val="0"/>
              </a:spcBef>
              <a:spcAft>
                <a:spcPct val="0"/>
              </a:spcAft>
            </a:pPr>
            <a:r>
              <a:rPr lang="en-US" altLang="en-US" sz="1867" kern="0" dirty="0">
                <a:solidFill>
                  <a:srgbClr val="FFFFFF"/>
                </a:solidFill>
                <a:latin typeface="Roboto Mono" panose="00000009000000000000" pitchFamily="49" charset="0"/>
                <a:ea typeface="Roboto Mono" panose="00000009000000000000" pitchFamily="49" charset="0"/>
                <a:cs typeface="Open Sans" panose="020B0606030504020204" pitchFamily="34" charset="0"/>
                <a:sym typeface="Arial"/>
              </a:rPr>
              <a:t>‘-’ operator works the same </a:t>
            </a:r>
          </a:p>
        </p:txBody>
      </p:sp>
      <p:pic>
        <p:nvPicPr>
          <p:cNvPr id="5" name="Picture 4">
            <a:extLst>
              <a:ext uri="{FF2B5EF4-FFF2-40B4-BE49-F238E27FC236}">
                <a16:creationId xmlns:a16="http://schemas.microsoft.com/office/drawing/2014/main" id="{21E40B9B-7565-00F0-2157-B1B1385B6703}"/>
              </a:ext>
            </a:extLst>
          </p:cNvPr>
          <p:cNvPicPr>
            <a:picLocks noChangeAspect="1"/>
          </p:cNvPicPr>
          <p:nvPr/>
        </p:nvPicPr>
        <p:blipFill>
          <a:blip r:embed="rId3"/>
          <a:stretch>
            <a:fillRect/>
          </a:stretch>
        </p:blipFill>
        <p:spPr>
          <a:xfrm>
            <a:off x="2956490" y="3623134"/>
            <a:ext cx="6279020" cy="2726889"/>
          </a:xfrm>
          <a:prstGeom prst="rect">
            <a:avLst/>
          </a:prstGeom>
        </p:spPr>
      </p:pic>
    </p:spTree>
    <p:extLst>
      <p:ext uri="{BB962C8B-B14F-4D97-AF65-F5344CB8AC3E}">
        <p14:creationId xmlns:p14="http://schemas.microsoft.com/office/powerpoint/2010/main" val="3408942614"/>
      </p:ext>
    </p:extLst>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14"/>
          <p:cNvGrpSpPr/>
          <p:nvPr/>
        </p:nvGrpSpPr>
        <p:grpSpPr>
          <a:xfrm>
            <a:off x="425642" y="277561"/>
            <a:ext cx="11543917" cy="6302879"/>
            <a:chOff x="0" y="-241102"/>
            <a:chExt cx="23087835" cy="12605759"/>
          </a:xfrm>
        </p:grpSpPr>
        <p:grpSp>
          <p:nvGrpSpPr>
            <p:cNvPr id="626" name="Google Shape;626;p14"/>
            <p:cNvGrpSpPr/>
            <p:nvPr/>
          </p:nvGrpSpPr>
          <p:grpSpPr>
            <a:xfrm>
              <a:off x="0" y="-241102"/>
              <a:ext cx="23069216" cy="12605759"/>
              <a:chOff x="0" y="-47625"/>
              <a:chExt cx="4556882" cy="2490026"/>
            </a:xfrm>
          </p:grpSpPr>
          <p:sp>
            <p:nvSpPr>
              <p:cNvPr id="627" name="Google Shape;627;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solid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28" name="Google Shape;628;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29" name="Google Shape;629;p14"/>
            <p:cNvGrpSpPr/>
            <p:nvPr/>
          </p:nvGrpSpPr>
          <p:grpSpPr>
            <a:xfrm>
              <a:off x="18619" y="-241102"/>
              <a:ext cx="23069216" cy="12605759"/>
              <a:chOff x="0" y="-47625"/>
              <a:chExt cx="4556882" cy="2490026"/>
            </a:xfrm>
          </p:grpSpPr>
          <p:sp>
            <p:nvSpPr>
              <p:cNvPr id="630" name="Google Shape;630;p14"/>
              <p:cNvSpPr/>
              <p:nvPr/>
            </p:nvSpPr>
            <p:spPr>
              <a:xfrm>
                <a:off x="0" y="0"/>
                <a:ext cx="4556882" cy="2442401"/>
              </a:xfrm>
              <a:custGeom>
                <a:avLst/>
                <a:gdLst/>
                <a:ahLst/>
                <a:cxnLst/>
                <a:rect l="l" t="t" r="r" b="b"/>
                <a:pathLst>
                  <a:path w="4556882" h="2442401" extrusionOk="0">
                    <a:moveTo>
                      <a:pt x="12529" y="0"/>
                    </a:moveTo>
                    <a:lnTo>
                      <a:pt x="4544353" y="0"/>
                    </a:lnTo>
                    <a:cubicBezTo>
                      <a:pt x="4547676" y="0"/>
                      <a:pt x="4550863" y="1320"/>
                      <a:pt x="4553212" y="3670"/>
                    </a:cubicBezTo>
                    <a:cubicBezTo>
                      <a:pt x="4555562" y="6019"/>
                      <a:pt x="4556882" y="9206"/>
                      <a:pt x="4556882" y="12529"/>
                    </a:cubicBezTo>
                    <a:lnTo>
                      <a:pt x="4556882" y="2429872"/>
                    </a:lnTo>
                    <a:cubicBezTo>
                      <a:pt x="4556882" y="2433195"/>
                      <a:pt x="4555562" y="2436381"/>
                      <a:pt x="4553212" y="2438731"/>
                    </a:cubicBezTo>
                    <a:cubicBezTo>
                      <a:pt x="4550863" y="2441080"/>
                      <a:pt x="4547676" y="2442401"/>
                      <a:pt x="4544353" y="2442401"/>
                    </a:cubicBezTo>
                    <a:lnTo>
                      <a:pt x="12529" y="2442401"/>
                    </a:lnTo>
                    <a:cubicBezTo>
                      <a:pt x="9206" y="2442401"/>
                      <a:pt x="6019" y="2441080"/>
                      <a:pt x="3670" y="2438731"/>
                    </a:cubicBezTo>
                    <a:cubicBezTo>
                      <a:pt x="1320" y="2436381"/>
                      <a:pt x="0" y="2433195"/>
                      <a:pt x="0" y="2429872"/>
                    </a:cubicBezTo>
                    <a:lnTo>
                      <a:pt x="0" y="12529"/>
                    </a:lnTo>
                    <a:cubicBezTo>
                      <a:pt x="0" y="9206"/>
                      <a:pt x="1320" y="6019"/>
                      <a:pt x="3670" y="3670"/>
                    </a:cubicBezTo>
                    <a:cubicBezTo>
                      <a:pt x="6019" y="1320"/>
                      <a:pt x="9206" y="0"/>
                      <a:pt x="12529" y="0"/>
                    </a:cubicBezTo>
                    <a:close/>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1" name="Google Shape;631;p14"/>
              <p:cNvSpPr txBox="1"/>
              <p:nvPr/>
            </p:nvSpPr>
            <p:spPr>
              <a:xfrm>
                <a:off x="0" y="-47625"/>
                <a:ext cx="4556882" cy="2490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dirty="0">
                  <a:solidFill>
                    <a:srgbClr val="000000"/>
                  </a:solidFill>
                  <a:latin typeface="Calibri"/>
                  <a:ea typeface="Calibri"/>
                  <a:cs typeface="Calibri"/>
                  <a:sym typeface="Calibri"/>
                </a:endParaRPr>
              </a:p>
            </p:txBody>
          </p:sp>
        </p:grpSp>
        <p:cxnSp>
          <p:nvCxnSpPr>
            <p:cNvPr id="632" name="Google Shape;632;p14"/>
            <p:cNvCxnSpPr/>
            <p:nvPr/>
          </p:nvCxnSpPr>
          <p:spPr>
            <a:xfrm rot="10800000" flipH="1">
              <a:off x="18619" y="815397"/>
              <a:ext cx="23031977" cy="25400"/>
            </a:xfrm>
            <a:prstGeom prst="straightConnector1">
              <a:avLst/>
            </a:prstGeom>
            <a:noFill/>
            <a:ln w="38100" cap="flat" cmpd="sng">
              <a:solidFill>
                <a:srgbClr val="FFFFFF"/>
              </a:solidFill>
              <a:prstDash val="solid"/>
              <a:round/>
              <a:headEnd type="none" w="sm" len="sm"/>
              <a:tailEnd type="none" w="sm" len="sm"/>
            </a:ln>
          </p:spPr>
        </p:cxnSp>
        <p:grpSp>
          <p:nvGrpSpPr>
            <p:cNvPr id="633" name="Google Shape;633;p14"/>
            <p:cNvGrpSpPr/>
            <p:nvPr/>
          </p:nvGrpSpPr>
          <p:grpSpPr>
            <a:xfrm>
              <a:off x="318466" y="201915"/>
              <a:ext cx="394763" cy="394763"/>
              <a:chOff x="0" y="0"/>
              <a:chExt cx="812800" cy="812800"/>
            </a:xfrm>
          </p:grpSpPr>
          <p:sp>
            <p:nvSpPr>
              <p:cNvPr id="634" name="Google Shape;63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4F63"/>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5" name="Google Shape;635;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6" name="Google Shape;636;p14"/>
            <p:cNvGrpSpPr/>
            <p:nvPr/>
          </p:nvGrpSpPr>
          <p:grpSpPr>
            <a:xfrm>
              <a:off x="989083" y="201915"/>
              <a:ext cx="394763" cy="394763"/>
              <a:chOff x="0" y="0"/>
              <a:chExt cx="812800" cy="812800"/>
            </a:xfrm>
          </p:grpSpPr>
          <p:sp>
            <p:nvSpPr>
              <p:cNvPr id="637" name="Google Shape;63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38" name="Google Shape;638;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39" name="Google Shape;639;p14"/>
            <p:cNvGrpSpPr/>
            <p:nvPr/>
          </p:nvGrpSpPr>
          <p:grpSpPr>
            <a:xfrm>
              <a:off x="1663247" y="201915"/>
              <a:ext cx="394763" cy="394763"/>
              <a:chOff x="0" y="0"/>
              <a:chExt cx="812800" cy="812800"/>
            </a:xfrm>
          </p:grpSpPr>
          <p:sp>
            <p:nvSpPr>
              <p:cNvPr id="640" name="Google Shape;64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1" name="Google Shape;641;p1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grpSp>
        <p:nvGrpSpPr>
          <p:cNvPr id="642" name="Google Shape;642;p14"/>
          <p:cNvGrpSpPr/>
          <p:nvPr/>
        </p:nvGrpSpPr>
        <p:grpSpPr>
          <a:xfrm>
            <a:off x="685800" y="879048"/>
            <a:ext cx="10562908" cy="1109071"/>
            <a:chOff x="0" y="-47625"/>
            <a:chExt cx="4517902" cy="474365"/>
          </a:xfrm>
          <a:solidFill>
            <a:schemeClr val="accent1"/>
          </a:solidFill>
        </p:grpSpPr>
        <p:sp>
          <p:nvSpPr>
            <p:cNvPr id="643" name="Google Shape;643;p14"/>
            <p:cNvSpPr/>
            <p:nvPr/>
          </p:nvSpPr>
          <p:spPr>
            <a:xfrm>
              <a:off x="0" y="0"/>
              <a:ext cx="4517902" cy="426740"/>
            </a:xfrm>
            <a:custGeom>
              <a:avLst/>
              <a:gdLst/>
              <a:ahLst/>
              <a:cxnLst/>
              <a:rect l="l" t="t" r="r" b="b"/>
              <a:pathLst>
                <a:path w="4517902" h="426740" extrusionOk="0">
                  <a:moveTo>
                    <a:pt x="7818" y="0"/>
                  </a:moveTo>
                  <a:lnTo>
                    <a:pt x="4510084" y="0"/>
                  </a:lnTo>
                  <a:cubicBezTo>
                    <a:pt x="4514402" y="0"/>
                    <a:pt x="4517902" y="3500"/>
                    <a:pt x="4517902" y="7818"/>
                  </a:cubicBezTo>
                  <a:lnTo>
                    <a:pt x="4517902" y="418922"/>
                  </a:lnTo>
                  <a:cubicBezTo>
                    <a:pt x="4517902" y="423240"/>
                    <a:pt x="4514402" y="426740"/>
                    <a:pt x="4510084" y="426740"/>
                  </a:cubicBezTo>
                  <a:lnTo>
                    <a:pt x="7818" y="426740"/>
                  </a:lnTo>
                  <a:cubicBezTo>
                    <a:pt x="3500" y="426740"/>
                    <a:pt x="0" y="423240"/>
                    <a:pt x="0" y="418922"/>
                  </a:cubicBezTo>
                  <a:lnTo>
                    <a:pt x="0" y="7818"/>
                  </a:lnTo>
                  <a:cubicBezTo>
                    <a:pt x="0" y="3500"/>
                    <a:pt x="3500" y="0"/>
                    <a:pt x="7818" y="0"/>
                  </a:cubicBezTo>
                  <a:close/>
                </a:path>
              </a:pathLst>
            </a:custGeom>
            <a:grpFill/>
            <a:ln>
              <a:noFill/>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4" name="Google Shape;644;p14"/>
            <p:cNvSpPr txBox="1"/>
            <p:nvPr/>
          </p:nvSpPr>
          <p:spPr>
            <a:xfrm>
              <a:off x="0" y="-47625"/>
              <a:ext cx="4517902" cy="474365"/>
            </a:xfrm>
            <a:prstGeom prst="rect">
              <a:avLst/>
            </a:prstGeom>
            <a:grp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grpSp>
        <p:nvGrpSpPr>
          <p:cNvPr id="645" name="Google Shape;645;p14"/>
          <p:cNvGrpSpPr/>
          <p:nvPr/>
        </p:nvGrpSpPr>
        <p:grpSpPr>
          <a:xfrm>
            <a:off x="1008592" y="1041878"/>
            <a:ext cx="10562908" cy="1109071"/>
            <a:chOff x="0" y="-47625"/>
            <a:chExt cx="4517902" cy="474365"/>
          </a:xfrm>
        </p:grpSpPr>
        <p:sp>
          <p:nvSpPr>
            <p:cNvPr id="646" name="Google Shape;646;p14"/>
            <p:cNvSpPr/>
            <p:nvPr/>
          </p:nvSpPr>
          <p:spPr>
            <a:xfrm>
              <a:off x="0" y="0"/>
              <a:ext cx="4517902" cy="426740"/>
            </a:xfrm>
            <a:custGeom>
              <a:avLst/>
              <a:gdLst/>
              <a:ahLst/>
              <a:cxnLst/>
              <a:rect l="l" t="t" r="r" b="b"/>
              <a:pathLst>
                <a:path w="4517902" h="426740" extrusionOk="0">
                  <a:moveTo>
                    <a:pt x="8795" y="0"/>
                  </a:moveTo>
                  <a:lnTo>
                    <a:pt x="4509107" y="0"/>
                  </a:lnTo>
                  <a:cubicBezTo>
                    <a:pt x="4511440" y="0"/>
                    <a:pt x="4513677" y="927"/>
                    <a:pt x="4515326" y="2576"/>
                  </a:cubicBezTo>
                  <a:cubicBezTo>
                    <a:pt x="4516975" y="4225"/>
                    <a:pt x="4517902" y="6463"/>
                    <a:pt x="4517902" y="8795"/>
                  </a:cubicBezTo>
                  <a:lnTo>
                    <a:pt x="4517902" y="417945"/>
                  </a:lnTo>
                  <a:cubicBezTo>
                    <a:pt x="4517902" y="420277"/>
                    <a:pt x="4516975" y="422515"/>
                    <a:pt x="4515326" y="424164"/>
                  </a:cubicBezTo>
                  <a:cubicBezTo>
                    <a:pt x="4513677" y="425813"/>
                    <a:pt x="4511440" y="426740"/>
                    <a:pt x="4509107" y="426740"/>
                  </a:cubicBezTo>
                  <a:lnTo>
                    <a:pt x="8795" y="426740"/>
                  </a:lnTo>
                  <a:cubicBezTo>
                    <a:pt x="6463" y="426740"/>
                    <a:pt x="4225" y="425813"/>
                    <a:pt x="2576" y="424164"/>
                  </a:cubicBezTo>
                  <a:cubicBezTo>
                    <a:pt x="927" y="422515"/>
                    <a:pt x="0" y="420277"/>
                    <a:pt x="0" y="417945"/>
                  </a:cubicBezTo>
                  <a:lnTo>
                    <a:pt x="0" y="8795"/>
                  </a:lnTo>
                  <a:cubicBezTo>
                    <a:pt x="0" y="6463"/>
                    <a:pt x="927" y="4225"/>
                    <a:pt x="2576" y="2576"/>
                  </a:cubicBezTo>
                  <a:cubicBezTo>
                    <a:pt x="4225" y="927"/>
                    <a:pt x="6463" y="0"/>
                    <a:pt x="8795" y="0"/>
                  </a:cubicBezTo>
                  <a:close/>
                </a:path>
              </a:pathLst>
            </a:custGeom>
            <a:solidFill>
              <a:srgbClr val="000000"/>
            </a:solidFill>
            <a:ln w="28575" cap="sq" cmpd="sng">
              <a:solidFill>
                <a:srgbClr val="FFFFFF"/>
              </a:solidFill>
              <a:prstDash val="solid"/>
              <a:miter lim="8000"/>
              <a:headEnd type="none" w="sm" len="sm"/>
              <a:tailEnd type="none" w="sm" len="sm"/>
            </a:ln>
          </p:spPr>
          <p:txBody>
            <a:bodyPr spcFirstLastPara="1" wrap="square" lIns="60950" tIns="60950" rIns="60950" bIns="60950" anchor="ctr" anchorCtr="0">
              <a:noAutofit/>
            </a:bodyPr>
            <a:lstStyle/>
            <a:p>
              <a:pPr defTabSz="609630">
                <a:buClr>
                  <a:srgbClr val="000000"/>
                </a:buClr>
              </a:pPr>
              <a:endParaRPr sz="933" kern="0">
                <a:solidFill>
                  <a:srgbClr val="000000"/>
                </a:solidFill>
                <a:latin typeface="Arial"/>
                <a:cs typeface="Arial"/>
                <a:sym typeface="Arial"/>
              </a:endParaRPr>
            </a:p>
          </p:txBody>
        </p:sp>
        <p:sp>
          <p:nvSpPr>
            <p:cNvPr id="647" name="Google Shape;647;p14"/>
            <p:cNvSpPr txBox="1"/>
            <p:nvPr/>
          </p:nvSpPr>
          <p:spPr>
            <a:xfrm>
              <a:off x="0" y="-47625"/>
              <a:ext cx="4517902" cy="474365"/>
            </a:xfrm>
            <a:prstGeom prst="rect">
              <a:avLst/>
            </a:prstGeom>
            <a:noFill/>
            <a:ln>
              <a:noFill/>
            </a:ln>
          </p:spPr>
          <p:txBody>
            <a:bodyPr spcFirstLastPara="1" wrap="square" lIns="40283" tIns="40283" rIns="40283" bIns="40283" anchor="ctr" anchorCtr="0">
              <a:noAutofit/>
            </a:bodyPr>
            <a:lstStyle/>
            <a:p>
              <a:pPr algn="ctr" defTabSz="609630">
                <a:lnSpc>
                  <a:spcPct val="186611"/>
                </a:lnSpc>
                <a:buClr>
                  <a:srgbClr val="000000"/>
                </a:buClr>
              </a:pPr>
              <a:endParaRPr sz="1200" kern="0">
                <a:solidFill>
                  <a:srgbClr val="000000"/>
                </a:solidFill>
                <a:latin typeface="Calibri"/>
                <a:ea typeface="Calibri"/>
                <a:cs typeface="Calibri"/>
                <a:sym typeface="Calibri"/>
              </a:endParaRPr>
            </a:p>
          </p:txBody>
        </p:sp>
      </p:grpSp>
      <p:sp>
        <p:nvSpPr>
          <p:cNvPr id="648" name="Google Shape;648;p14"/>
          <p:cNvSpPr txBox="1"/>
          <p:nvPr/>
        </p:nvSpPr>
        <p:spPr>
          <a:xfrm>
            <a:off x="1127042" y="1162459"/>
            <a:ext cx="10326008" cy="812530"/>
          </a:xfrm>
          <a:prstGeom prst="rect">
            <a:avLst/>
          </a:prstGeom>
          <a:noFill/>
          <a:ln>
            <a:noFill/>
          </a:ln>
        </p:spPr>
        <p:txBody>
          <a:bodyPr spcFirstLastPara="1" wrap="square" lIns="0" tIns="0" rIns="0" bIns="0" anchor="t" anchorCtr="0">
            <a:spAutoFit/>
          </a:bodyPr>
          <a:lstStyle/>
          <a:p>
            <a:pPr algn="ctr" defTabSz="609630">
              <a:lnSpc>
                <a:spcPct val="119993"/>
              </a:lnSpc>
              <a:buClr>
                <a:srgbClr val="000000"/>
              </a:buClr>
            </a:pPr>
            <a:r>
              <a:rPr lang="en-US" sz="4400" kern="0" dirty="0">
                <a:solidFill>
                  <a:srgbClr val="FFFFFF"/>
                </a:solidFill>
                <a:latin typeface="Courier"/>
                <a:cs typeface="Arial"/>
                <a:sym typeface="Courier"/>
              </a:rPr>
              <a:t>Join SET</a:t>
            </a:r>
            <a:endParaRPr lang="en-US" sz="4400" kern="0" dirty="0">
              <a:solidFill>
                <a:srgbClr val="000000"/>
              </a:solidFill>
              <a:latin typeface="Arial"/>
              <a:cs typeface="Arial"/>
              <a:sym typeface="Arial"/>
            </a:endParaRPr>
          </a:p>
        </p:txBody>
      </p:sp>
      <p:sp>
        <p:nvSpPr>
          <p:cNvPr id="2" name="AutoShape 2" descr="Guido van Rossum">
            <a:extLst>
              <a:ext uri="{FF2B5EF4-FFF2-40B4-BE49-F238E27FC236}">
                <a16:creationId xmlns:a16="http://schemas.microsoft.com/office/drawing/2014/main" id="{A329BB9E-E8C4-B18E-E6CB-738176847EA3}"/>
              </a:ext>
            </a:extLst>
          </p:cNvPr>
          <p:cNvSpPr>
            <a:spLocks noChangeAspect="1" noChangeArrowheads="1"/>
          </p:cNvSpPr>
          <p:nvPr/>
        </p:nvSpPr>
        <p:spPr bwMode="auto">
          <a:xfrm>
            <a:off x="5994400" y="3327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pPr defTabSz="609630">
              <a:buClr>
                <a:srgbClr val="000000"/>
              </a:buClr>
            </a:pPr>
            <a:endParaRPr lang="en-MY" sz="933" kern="0">
              <a:solidFill>
                <a:srgbClr val="000000"/>
              </a:solidFill>
              <a:latin typeface="Arial"/>
              <a:cs typeface="Arial"/>
              <a:sym typeface="Arial"/>
            </a:endParaRPr>
          </a:p>
        </p:txBody>
      </p:sp>
      <p:sp>
        <p:nvSpPr>
          <p:cNvPr id="10" name="TextBox 9">
            <a:extLst>
              <a:ext uri="{FF2B5EF4-FFF2-40B4-BE49-F238E27FC236}">
                <a16:creationId xmlns:a16="http://schemas.microsoft.com/office/drawing/2014/main" id="{BE09BCF1-B8B5-F5D5-6CFE-266D84893BD7}"/>
              </a:ext>
            </a:extLst>
          </p:cNvPr>
          <p:cNvSpPr txBox="1"/>
          <p:nvPr/>
        </p:nvSpPr>
        <p:spPr>
          <a:xfrm>
            <a:off x="920183" y="2421139"/>
            <a:ext cx="10251248" cy="666977"/>
          </a:xfrm>
          <a:prstGeom prst="rect">
            <a:avLst/>
          </a:prstGeom>
          <a:noFill/>
        </p:spPr>
        <p:txBody>
          <a:bodyPr wrap="square">
            <a:spAutoFit/>
          </a:bodyPr>
          <a:lstStyle/>
          <a:p>
            <a:pPr defTabSz="609630" eaLnBrk="0" fontAlgn="base" hangingPunct="0">
              <a:spcBef>
                <a:spcPct val="0"/>
              </a:spcBef>
              <a:spcAft>
                <a:spcPct val="0"/>
              </a:spcAft>
            </a:pPr>
            <a:r>
              <a:rPr lang="en-US" altLang="en-US" sz="1867" kern="0" dirty="0">
                <a:solidFill>
                  <a:srgbClr val="FFFFFF"/>
                </a:solidFill>
                <a:latin typeface="Roboto Mono" panose="00000009000000000000" pitchFamily="49" charset="0"/>
                <a:ea typeface="Roboto Mono" panose="00000009000000000000" pitchFamily="49" charset="0"/>
                <a:cs typeface="Open Sans" panose="020B0606030504020204" pitchFamily="34" charset="0"/>
                <a:sym typeface="Arial"/>
              </a:rPr>
              <a:t>The </a:t>
            </a:r>
            <a:r>
              <a:rPr lang="en-US" altLang="en-US" sz="1867" kern="0" dirty="0" err="1">
                <a:solidFill>
                  <a:srgbClr val="8C52FF"/>
                </a:solidFill>
                <a:latin typeface="Roboto Mono" panose="00000009000000000000" pitchFamily="49" charset="0"/>
                <a:ea typeface="Roboto Mono" panose="00000009000000000000" pitchFamily="49" charset="0"/>
                <a:cs typeface="Open Sans" panose="020B0606030504020204" pitchFamily="34" charset="0"/>
                <a:sym typeface="Arial"/>
              </a:rPr>
              <a:t>symmetric_difference</a:t>
            </a:r>
            <a:r>
              <a:rPr lang="en-US" altLang="en-US" sz="1867" kern="0" dirty="0">
                <a:solidFill>
                  <a:srgbClr val="FFFFFF"/>
                </a:solidFill>
                <a:latin typeface="Roboto Mono" panose="00000009000000000000" pitchFamily="49" charset="0"/>
                <a:ea typeface="Roboto Mono" panose="00000009000000000000" pitchFamily="49" charset="0"/>
                <a:cs typeface="Open Sans" panose="020B0606030504020204" pitchFamily="34" charset="0"/>
                <a:sym typeface="Arial"/>
              </a:rPr>
              <a:t>() method will keep only the elements that are NOT present in both sets. ‘^’ operator works the same</a:t>
            </a:r>
          </a:p>
        </p:txBody>
      </p:sp>
      <p:pic>
        <p:nvPicPr>
          <p:cNvPr id="6" name="Picture 5">
            <a:extLst>
              <a:ext uri="{FF2B5EF4-FFF2-40B4-BE49-F238E27FC236}">
                <a16:creationId xmlns:a16="http://schemas.microsoft.com/office/drawing/2014/main" id="{F4E7F806-4232-DB6B-3FE3-4CE46DE7BC84}"/>
              </a:ext>
            </a:extLst>
          </p:cNvPr>
          <p:cNvPicPr>
            <a:picLocks noChangeAspect="1"/>
          </p:cNvPicPr>
          <p:nvPr/>
        </p:nvPicPr>
        <p:blipFill>
          <a:blip r:embed="rId3"/>
          <a:stretch>
            <a:fillRect/>
          </a:stretch>
        </p:blipFill>
        <p:spPr>
          <a:xfrm>
            <a:off x="2649416" y="3327400"/>
            <a:ext cx="7284605" cy="3072557"/>
          </a:xfrm>
          <a:prstGeom prst="rect">
            <a:avLst/>
          </a:prstGeom>
        </p:spPr>
      </p:pic>
    </p:spTree>
    <p:extLst>
      <p:ext uri="{BB962C8B-B14F-4D97-AF65-F5344CB8AC3E}">
        <p14:creationId xmlns:p14="http://schemas.microsoft.com/office/powerpoint/2010/main" val="369946880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10041</Words>
  <Application>Microsoft Macintosh PowerPoint</Application>
  <PresentationFormat>Widescreen</PresentationFormat>
  <Paragraphs>1183</Paragraphs>
  <Slides>228</Slides>
  <Notes>228</Notes>
  <HiddenSlides>0</HiddenSlides>
  <MMClips>1</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228</vt:i4>
      </vt:variant>
    </vt:vector>
  </HeadingPairs>
  <TitlesOfParts>
    <vt:vector size="240" baseType="lpstr">
      <vt:lpstr>Arial Unicode MS</vt:lpstr>
      <vt:lpstr>Aptos</vt:lpstr>
      <vt:lpstr>Aptos Display</vt:lpstr>
      <vt:lpstr>Arial</vt:lpstr>
      <vt:lpstr>Calibri</vt:lpstr>
      <vt:lpstr>Courier</vt:lpstr>
      <vt:lpstr>Courier New</vt:lpstr>
      <vt:lpstr>inherit</vt:lpstr>
      <vt:lpstr>JetBrains Mono</vt:lpstr>
      <vt:lpstr>Open Sans</vt:lpstr>
      <vt:lpstr>Roboto Mono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wanmuzaffar</dc:creator>
  <cp:lastModifiedBy>wanmuzaffar</cp:lastModifiedBy>
  <cp:revision>1</cp:revision>
  <dcterms:created xsi:type="dcterms:W3CDTF">2026-02-09T05:04:24Z</dcterms:created>
  <dcterms:modified xsi:type="dcterms:W3CDTF">2026-02-09T05:05:49Z</dcterms:modified>
</cp:coreProperties>
</file>