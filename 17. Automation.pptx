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ce91d49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ce91d49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ce91d4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ce91d4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Selenium simulates real user interaction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Used heavily in test automation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automate login workflows and data extraction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Important to discuss ethical use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ce91d49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ce91d49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dce91d49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dce91d4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Ideal for finance/admin automation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Reduces human error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Great use case for batch processing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dce91d49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dce91d49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ce91d49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dce91d49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APIs allow system-to-system communication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Common in fintech, SaaS, automation workflows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JSON is the standard data format</a:t>
            </a:r>
            <a:br>
              <a:rPr lang="en">
                <a:solidFill>
                  <a:schemeClr val="dk1"/>
                </a:solidFill>
              </a:rPr>
            </a:b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dce91d49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dce91d49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dce91d49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dce91d49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Automation is incomplete without feedback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Notifications make systems observable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Used in monitoring, DevOps, finance reporting</a:t>
            </a:r>
            <a:br>
              <a:rPr lang="en" sz="16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dce91d49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dce91d49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Automation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Web Automation with Selenium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Automate browser actions to simulate real user behavior.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Control browsers programmatically (Chrome, Firefox)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Automate login, form submission, navigation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Extract web data (basic scraping)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for testing &amp; repetitive workflows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Requires WebDriver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Works with headless mode for automation servers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2050" y="1919700"/>
            <a:ext cx="2847176" cy="284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500"/>
              <a:t>Code Example</a:t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b="1" sz="250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selenium import webdriver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selenium.webdriver.common.by import By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driver = webdriver.Chrome()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driver.get("https://example.com")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title = driver.title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print("Page Title:", title)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driver.quit()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File &amp; Excel Automation</a:t>
            </a:r>
            <a:endParaRPr b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Automate file processing and Excel manipulation using Python.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Read/write files automatically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Process large CSV datasets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Automate Excel reporting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Generate summaries &amp; formatted reports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pandas &amp; openpyxl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Replace manual spreadsheet tasks</a:t>
            </a:r>
            <a:endParaRPr sz="16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5650" y="1846800"/>
            <a:ext cx="2850476" cy="285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pandas as pd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 = pd.read_csv("sales.csv")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summary = df.groupby("region")["amount"].sum()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summary.to_excel("report.xlsx")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API Automation</a:t>
            </a:r>
            <a:endParaRPr b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Interact with external services automatically using APIs.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Send HTTP requests (GET, POST)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Integrate with external systems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Automate data retrieval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Parse JSON responses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Build automation pipelines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Foundation of backend integration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150" y="1749600"/>
            <a:ext cx="3122575" cy="312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requests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response = requests.get("https://api.github.com")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 = response.json()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print("API Status:", response.status_code)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Notifications &amp; Automation Workflows</a:t>
            </a:r>
            <a:endParaRPr b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Trigger automated notifications after tasks complete.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Send email alerts automatically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Integrate SMS or messaging services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Trigger notifications after data processing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Combine with API automation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monitoring systems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workflow transparency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6250" y="1757700"/>
            <a:ext cx="2745175" cy="27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smtplib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print("Sending email notification... (demo)")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(You can expand later with real SMTP setup)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