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93e15392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93e15392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93e153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93e153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Emphasize the </a:t>
            </a:r>
            <a:r>
              <a:rPr i="1" lang="en" sz="1600">
                <a:solidFill>
                  <a:schemeClr val="dk1"/>
                </a:solidFill>
              </a:rPr>
              <a:t>blueprint vs object</a:t>
            </a:r>
            <a:r>
              <a:rPr lang="en" sz="1600">
                <a:solidFill>
                  <a:schemeClr val="dk1"/>
                </a:solidFill>
              </a:rPr>
              <a:t> analogy.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Each instance has its own data but the same behavior.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93e1539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93e1539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d93e1539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d93e1539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d93e1539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d93e1539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that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lang="en" sz="1600">
                <a:solidFill>
                  <a:schemeClr val="dk1"/>
                </a:solidFill>
              </a:rPr>
              <a:t> is explicit in Python.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Good constructors prevent invalid objects.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d93e1539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d93e1539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d93e1539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d93e1539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Reinforce that methods access data via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lang="en" sz="1600">
                <a:solidFill>
                  <a:schemeClr val="dk1"/>
                </a:solidFill>
              </a:rPr>
              <a:t>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This is what makes OOP powerful.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d93e1539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d93e1539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d93e1539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d93e1539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Ask students which methods come from the parent.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Stress reuse without copy-paste.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d93e1539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d93e1539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93e1539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d93e1539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Explain that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600">
                <a:solidFill>
                  <a:schemeClr val="dk1"/>
                </a:solidFill>
              </a:rPr>
              <a:t> follows Python’s method resolution order (MRO).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Avoid hard-coding parent class names.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d93e1539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d93e1539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d93e1539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d93e1539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This is an introduction only—details come later.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Stress responsible use of operator overloading.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d93e1539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d93e1539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d93e1539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d93e1539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Connect best practices to maintainability and teamwork.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Bad class design scales poorly.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d93e153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d93e153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Bridge to next topic: deeper operator overloading and advanced class design.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Encourage students to think in objects, not functions.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Coding Basic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Class Objects &amp; Instances</a:t>
            </a:r>
            <a:endParaRPr b="1"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A class defines a blueprint; an instance is a concrete object created from it.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 class defines structure and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 instance represents real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Multiple instances share the same class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Attributes belong to instances or the class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Instances are created using the class name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Person: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p1 = Person()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p2 = Person()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print(type(p1))   # &lt;class '__main__.Person'&gt;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Constructors (</a:t>
            </a:r>
            <a:r>
              <a:rPr b="1"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b="1" lang="en" sz="2500"/>
              <a:t>)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The constructor initializes an object’s state when it is created.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" sz="1600">
                <a:solidFill>
                  <a:schemeClr val="dk1"/>
                </a:solidFill>
              </a:rPr>
              <a:t> runs automatically on creation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Used to assign initial values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lang="en" sz="1600">
                <a:solidFill>
                  <a:schemeClr val="dk1"/>
                </a:solidFill>
              </a:rPr>
              <a:t> refers to the current instance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perform validation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Defines required data for the object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81" name="Google Shape;81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500" y="1637075"/>
            <a:ext cx="3357801" cy="335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Person: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name, age):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self.age = age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 = Person("Aina", 20)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Methods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Methods define the behavior of objects.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Methods are functions inside a class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First parameter is always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Operate on instance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Encapsulate behavior with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 code organization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400" y="1248675"/>
            <a:ext cx="2899625" cy="28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Person: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introduce(self):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print(f"Hi, I am {self.name}")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 = Person("Ali")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p.introduce()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Inheritance Basics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Inheritance allows a class to reuse and extend another class.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Child class inherits from parent class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Reduces code duplication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Child can add new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Child can override existing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Models “is-a” relationships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225" y="1642000"/>
            <a:ext cx="3057925" cy="30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Person: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introduce(self):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print("I am a person")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Student(Person):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study(self):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print("I am studying")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 = Student()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s.introduce()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s.study()</a:t>
            </a:r>
            <a:endParaRPr sz="142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/>
              <a:t>Using </a:t>
            </a:r>
            <a:r>
              <a:rPr b="1" lang="en" sz="2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endParaRPr sz="2600"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super()</a:t>
            </a:r>
            <a:r>
              <a:rPr lang="en" sz="1600">
                <a:solidFill>
                  <a:schemeClr val="dk1"/>
                </a:solidFill>
              </a:rPr>
              <a:t> allows child classes to reuse parent class logic.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Calls methods from the parent class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Commonly used in constructors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Prevents duplicated initialization code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Works correctly with inheritance chains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Safer than calling parent class directly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075" y="1694675"/>
            <a:ext cx="3197074" cy="319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Person: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Student(Person):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name, student_id):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super().__init__(name)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self.student_id = student_id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Operator Overloading: Introduction</a:t>
            </a:r>
            <a:endParaRPr sz="2500"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Operator overloading lets objects respond to operators like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" sz="1600">
                <a:solidFill>
                  <a:schemeClr val="dk1"/>
                </a:solidFill>
              </a:rPr>
              <a:t>, and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Operators map to special methods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" sz="1600">
                <a:solidFill>
                  <a:schemeClr val="dk1"/>
                </a:solidFill>
              </a:rPr>
              <a:t> →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__add__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n" sz="1600">
                <a:solidFill>
                  <a:schemeClr val="dk1"/>
                </a:solidFill>
              </a:rPr>
              <a:t> →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__eq__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Makes objects feel like built-ins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behave intuitively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b="1"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Counter: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value):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self.value = value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__add__(self, other):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Counter(self.value + other.value)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c1 = Counter(3)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c2 = Counter(5)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c3 = c1 + c2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Class Coding Best Practices</a:t>
            </a:r>
            <a:endParaRPr sz="2500"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Well-designed classes are easier to read, test, and extend.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One clear responsibility per class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meaningful method names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Validate inputs early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Prefer composition over deep inheritance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Keep behavior predictable</a:t>
            </a:r>
            <a:br>
              <a:rPr b="1" lang="en" sz="1600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Class Coding Basics: Summary</a:t>
            </a:r>
            <a:endParaRPr sz="2500"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Classes combine data and behavior into reusable, structured units.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Classes define structure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Instances hold real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</a:t>
            </a:r>
            <a:r>
              <a:rPr lang="en" sz="1600">
                <a:solidFill>
                  <a:schemeClr val="dk1"/>
                </a:solidFill>
              </a:rPr>
              <a:t> initializes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Methods define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Inheritance and operators extend power</a:t>
            </a:r>
            <a:br>
              <a:rPr lang="en" sz="1600">
                <a:solidFill>
                  <a:schemeClr val="dk1"/>
                </a:solidFill>
              </a:rPr>
            </a:b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