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Roboto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6e493c90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6e493c90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da5c8034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da5c8034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Set the tone: this session is about </a:t>
            </a:r>
            <a:r>
              <a:rPr b="1" lang="en" sz="1600">
                <a:solidFill>
                  <a:schemeClr val="dk1"/>
                </a:solidFill>
              </a:rPr>
              <a:t>judgment</a:t>
            </a:r>
            <a:r>
              <a:rPr lang="en" sz="1600">
                <a:solidFill>
                  <a:schemeClr val="dk1"/>
                </a:solidFill>
              </a:rPr>
              <a:t>, not just syntax.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Most production bugs come from overengineering.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da5c8034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da5c8034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Emphasize that decorators execute at </a:t>
            </a:r>
            <a:r>
              <a:rPr b="1" lang="en">
                <a:solidFill>
                  <a:schemeClr val="dk1"/>
                </a:solidFill>
              </a:rPr>
              <a:t>definition time</a:t>
            </a:r>
            <a:r>
              <a:rPr lang="en">
                <a:solidFill>
                  <a:schemeClr val="dk1"/>
                </a:solidFill>
              </a:rPr>
              <a:t>, not runtime setup.</a:t>
            </a:r>
            <a:endParaRPr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da5c8034f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da5c8034f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da5c8034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da5c8034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Highlight: class decorators are powerful but still readable compared to metaclasses.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da5c8034f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da5c8034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da5c8034f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da5c8034f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Connect decorators to earlier labs on mix-ins and logging.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da5c8034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da5c8034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Tell students: “If you’re not building a framework, you probably don’t need this.”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6e493c9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6e493c9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da5c8034f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da5c8034f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Mention Django ORM as a valid case—but not typical applications.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da5c8034f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da5c8034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Ask: “Could this be solved with fewer classes?”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da5c8034f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bda5c8034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Tie this back to Python’s design philosophy (Zen of Python).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da5c8034f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da5c8034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Reinforce design decision-making, not feature memorization.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da5c8034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da5c8034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Close with:</a:t>
            </a:r>
            <a:br>
              <a:rPr lang="en" sz="1600">
                <a:solidFill>
                  <a:schemeClr val="dk1"/>
                </a:solidFill>
              </a:rPr>
            </a:br>
            <a:r>
              <a:rPr lang="en" sz="1600">
                <a:solidFill>
                  <a:schemeClr val="dk1"/>
                </a:solidFill>
              </a:rPr>
              <a:t> “If your design needs a long explanation, it probably needs simplification.”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Intermediate Python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Decorators &amp; Class Gotchas</a:t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99100" y="253734"/>
            <a:ext cx="1854751" cy="45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62138" y="3626725"/>
            <a:ext cx="1419725" cy="1419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Decorators &amp; Class Gotchas: Why This Matters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Decorators and metaclasses are powerful tools—but misuse leads to fragile designs.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Python allows behavior modification without changing code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Power increases abstraction and complexity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Hard-to-debug bugs often come from “clever” code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Understanding limits is as important as features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Design discipline prevents technical debt</a:t>
            </a:r>
            <a:br>
              <a:rPr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b="1" lang="en" sz="1600">
                <a:solidFill>
                  <a:schemeClr val="dk1"/>
                </a:solidFill>
              </a:rPr>
            </a:br>
            <a:endParaRPr sz="1600"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12325" y="2088000"/>
            <a:ext cx="2533276" cy="2533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Function Decorators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Function decorators wrap functions to add behavior transparently.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Functions are first-class objects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Decorators receive and return functions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Applied using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@decorator</a:t>
            </a:r>
            <a:r>
              <a:rPr lang="en" sz="1600">
                <a:solidFill>
                  <a:schemeClr val="dk1"/>
                </a:solidFill>
              </a:rPr>
              <a:t> syntax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Common uses: logging, timing, validation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Decorator order affects execution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/>
          </a:p>
        </p:txBody>
      </p:sp>
      <p:pic>
        <p:nvPicPr>
          <p:cNvPr id="71" name="Google Shape;7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3400" y="1700150"/>
            <a:ext cx="2799826" cy="2799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Source Code Example</a:t>
            </a:r>
            <a:endParaRPr sz="2500"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 log_call(func):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wrapper(*args, **kwargs):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print(f"Calling {func.__name__}")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func(*args, **kwargs)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return wrapper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@log_call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 greet(name):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print(f"Hello {name}")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Class Decorators</a:t>
            </a:r>
            <a:endParaRPr sz="2500"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Class decorators modify classes when they are created.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Receive the class object as input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Can add methods or attributes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Execute once at class definition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Often used for registration or instrumentation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Simpler alternative to metaclasses</a:t>
            </a:r>
            <a:br>
              <a:rPr lang="en" sz="1600">
                <a:solidFill>
                  <a:schemeClr val="dk1"/>
                </a:solidFill>
              </a:rPr>
            </a:b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1025" y="1636800"/>
            <a:ext cx="2932076" cy="293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500"/>
              <a:t>Source Code Example</a:t>
            </a:r>
            <a:endParaRPr sz="2500"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def add_repr(cls):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__repr__(self):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f"{cls.__name__}({vars(self)})"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cls.__repr__ = __repr__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return cls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@add_repr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User: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__init__(self, name):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self.name = name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2500"/>
              <a:t>When to Use Decorators</a:t>
            </a:r>
            <a:endParaRPr b="1" sz="2500"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Decorators are best for cross-cutting concerns.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Logging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Authorization checks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Input validation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Caching or timing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Feature toggles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45250" y="1648450"/>
            <a:ext cx="2978450" cy="297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 Introduction to Metaclasses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Metaclasses control how classes themselves are created.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Classes are objects too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Default metaclass is </a:t>
            </a: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type</a:t>
            </a:r>
            <a:b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Metaclasses run before class exists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Modify class attributes or behavior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Mostly used by framework</a:t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0600" y="1741150"/>
            <a:ext cx="3324900" cy="332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S</a:t>
            </a:r>
            <a:r>
              <a:rPr b="1" lang="en" sz="2500"/>
              <a:t>ource Code Example</a:t>
            </a:r>
            <a:endParaRPr sz="2500"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MyMeta(type):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def __new__(cls, name, bases, attrs):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attrs["created_by"] = "MyMeta"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return super().__new__(cls, name, bases, attrs)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class Demo(metaclass=MyMeta):</a:t>
            </a:r>
            <a:endParaRPr sz="16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6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pass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Metaclasses: Use With Extreme Care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Metaclasses are powerful but dangerous in everyday code.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Increase cognitive load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Complicate debugging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Harder for teams to understand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Often replaceable with decorators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Rarely justified in application code</a:t>
            </a:r>
            <a:br>
              <a:rPr lang="en" sz="1600">
                <a:solidFill>
                  <a:schemeClr val="dk1"/>
                </a:solidFill>
              </a:rPr>
            </a:b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3400" y="1568525"/>
            <a:ext cx="2584300" cy="258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Common Class Design Pitfalls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</p:txBody>
      </p:sp>
      <p:sp>
        <p:nvSpPr>
          <p:cNvPr id="123" name="Google Shape;12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Most class problems come from overengineering.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Deep inheritance hierarchies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“God” classes with too many responsibilities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Premature abstraction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Tight coupling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Overuse of advanced features</a:t>
            </a:r>
            <a:endParaRPr b="1" sz="1600">
              <a:solidFill>
                <a:schemeClr val="dk1"/>
              </a:solidFill>
            </a:endParaRPr>
          </a:p>
          <a:p>
            <a:pPr indent="0" lvl="0" marL="381000" marR="38100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9300" y="1193575"/>
            <a:ext cx="2969549" cy="2969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KISS Principle (Keep It Simple, Stupid)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Simple designs are easier to maintain, test, and extend.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Readability over cleverness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Fewer abstractions = fewer bugs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Start simple, refactor later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Explicit is better than implicit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Optimize only when necessary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73675" y="1694350"/>
            <a:ext cx="2623099" cy="2623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Choosing the Right Tool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Not every problem needs a decorator or metaclass.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functions for simple behavior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classes for state + behavior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decorators for cross-cutting concerns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Use composition before inheritance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Avoid “magic” unless necessary</a:t>
            </a:r>
            <a:br>
              <a:rPr lang="en" sz="1600">
                <a:solidFill>
                  <a:schemeClr val="dk1"/>
                </a:solidFill>
              </a:rPr>
            </a:br>
            <a:endParaRPr/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2650" y="1017713"/>
            <a:ext cx="3369326" cy="336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500"/>
              <a:t>Decorators &amp; Class Gotchas: Summary</a:t>
            </a:r>
            <a:endParaRPr b="1" sz="25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2500"/>
          </a:p>
        </p:txBody>
      </p:sp>
      <p:sp>
        <p:nvSpPr>
          <p:cNvPr id="144" name="Google Shape;14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</a:rPr>
              <a:t> Powerful features demand disciplined design.</a:t>
            </a: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Decorators modify behavior cleanly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Class decorators and metaclasses act at definition time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Overengineering causes fragile systems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KISS keeps code maintainable</a:t>
            </a:r>
            <a:br>
              <a:rPr lang="en" sz="1600">
                <a:solidFill>
                  <a:schemeClr val="dk1"/>
                </a:solidFill>
              </a:rPr>
            </a:b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Clarity always beats cleverness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