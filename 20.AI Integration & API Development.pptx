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7322a12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e7322a12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7322a1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e7322a1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APIs are how modern apps connect to services like OpenAI, weather data, payment gateways, and maps. Emphasize that JSON is the most common data format.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e7322a1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e7322a1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prompt engineering is like giving instructions to a junior assistant — the clearer the instructions, the better the output.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e7322a12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e7322a1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Compare frameworks using real examples: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Flask → traditional web app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FastAPI → AI backend service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Streamlit → rapid prototype UI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e7322a12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e7322a12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7322a12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e7322a1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real risks: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Stolen keys can incur huge costs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Keys should only exist on the server side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Always 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.gitignore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7322a12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7322a12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endpoints are like “doors” to an application — each route performs a specific task.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e7322a12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e7322a1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Highlight that this is one of FastAPI’s biggest advantages — instant documentation without extra coding.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Integration &amp; API Development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API Integration with Python</a:t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Python applications can communicate with external services using HTTP APIs.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APIs allow software systems to exchange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uses 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</a:t>
            </a:r>
            <a:r>
              <a:rPr lang="en" sz="1600">
                <a:solidFill>
                  <a:schemeClr val="dk1"/>
                </a:solidFill>
              </a:rPr>
              <a:t> library for HTTP calls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request types: GET, POST, PUT, DELETE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APIs typically return JSON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Error handling is essential for reliability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350" y="1750150"/>
            <a:ext cx="2939950" cy="29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Prompt Engineering Basics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Prompt engineering controls how AI models understand and respond to user requests.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prompt is the instruction given to an AI model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Clear structure improves response quality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Include constraints and output format (RCCT)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Provide context and role instructions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Iterative refinement leads to better results</a:t>
            </a:r>
            <a:br>
              <a:rPr lang="en" sz="15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400" y="1622325"/>
            <a:ext cx="3029924" cy="302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Flask vs Streamlit vs FastAPI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Different Python frameworks serve different deployment needs.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Flask: lightweight web framework for general apps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FastAPI: modern API framework with auto-docs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Streamlit: fastest way to build data apps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FastAPI is best for backend AI services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Streamlit is ideal for quick UI demos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Secure API Keys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API keys must always be protected to prevent misuse.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API keys authenticate access to services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Never hardcode keys in source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environment variables instead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Store keys in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r>
              <a:rPr lang="en" sz="1600">
                <a:solidFill>
                  <a:schemeClr val="dk1"/>
                </a:solidFill>
              </a:rPr>
              <a:t> files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Never commit secrets to GitHub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675" y="1152475"/>
            <a:ext cx="3053025" cy="30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 FastAPI Endpoints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FastAPI allows building high-performance REST APIs quickly.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Endpoints define API routes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decorators like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@app.get()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@app.post()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Automatic data validation via Pydantic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async operations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Extremely fast and scalable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875" y="973400"/>
            <a:ext cx="3107100" cy="31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 Swagger UI Documentation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FastAPI automatically generates interactive API documentation.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Available 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/docs</a:t>
            </a:r>
            <a:r>
              <a:rPr lang="en" sz="1600">
                <a:solidFill>
                  <a:schemeClr val="dk1"/>
                </a:solidFill>
              </a:rPr>
              <a:t> by default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Shows all API endpoints visually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Allows testing APIs directly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Displays request/response schemas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Speeds up development and debugging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1525" y="1829925"/>
            <a:ext cx="3097275" cy="30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