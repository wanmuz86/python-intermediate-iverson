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7bc38f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7bc38f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bc38f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bc38f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Teach students to </a:t>
            </a:r>
            <a:r>
              <a:rPr b="1" lang="en" sz="1600">
                <a:solidFill>
                  <a:schemeClr val="dk1"/>
                </a:solidFill>
              </a:rPr>
              <a:t>pause before inheriting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Ask: </a:t>
            </a:r>
            <a:r>
              <a:rPr i="1" lang="en" sz="1600">
                <a:solidFill>
                  <a:schemeClr val="dk1"/>
                </a:solidFill>
              </a:rPr>
              <a:t>“Is this truly the same thing, or does it just use it?”</a:t>
            </a:r>
            <a:br>
              <a:rPr i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Overusing inheritance is one of the most common OOP mistakes.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7bc38f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7bc38f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7bc38fc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7bc38fc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7bc38f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7bc38f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OfficeWorker</a:t>
            </a:r>
            <a:r>
              <a:rPr lang="en">
                <a:solidFill>
                  <a:schemeClr val="dk1"/>
                </a:solidFill>
              </a:rPr>
              <a:t> does not </a:t>
            </a:r>
            <a:r>
              <a:rPr i="1" lang="en">
                <a:solidFill>
                  <a:schemeClr val="dk1"/>
                </a:solidFill>
              </a:rPr>
              <a:t>know how</a:t>
            </a:r>
            <a:r>
              <a:rPr lang="en">
                <a:solidFill>
                  <a:schemeClr val="dk1"/>
                </a:solidFill>
              </a:rPr>
              <a:t> to print.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 delegates printing to another object.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design scales better and reduces inheritance chains.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7bc38fc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7bc38f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7bc38fc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d7bc38f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Stress that mix-ins are </a:t>
            </a:r>
            <a:r>
              <a:rPr b="1" lang="en">
                <a:solidFill>
                  <a:schemeClr val="dk1"/>
                </a:solidFill>
              </a:rPr>
              <a:t>capabilities</a:t>
            </a:r>
            <a:r>
              <a:rPr lang="en">
                <a:solidFill>
                  <a:schemeClr val="dk1"/>
                </a:solidFill>
              </a:rPr>
              <a:t>, not entities.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They answer “what can it do?” not “what is it?”.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Keep mix-ins small and behavior-focused.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7bc38fc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d7bc38fc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7bc38f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d7bc38f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callers don’t need to know </a:t>
            </a:r>
            <a:r>
              <a:rPr i="1" lang="en">
                <a:solidFill>
                  <a:schemeClr val="dk1"/>
                </a:solidFill>
              </a:rPr>
              <a:t>which class</a:t>
            </a:r>
            <a:r>
              <a:rPr lang="en">
                <a:solidFill>
                  <a:schemeClr val="dk1"/>
                </a:solidFill>
              </a:rPr>
              <a:t> is created.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Factories reduce tight coupling and conditional logic spread across code.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7bc38fc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7bc38f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7bc38fc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7bc38fc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Show how Python chooses methods using MRO.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Emphasize: multiple inheritance is powerful but dangerous.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Recommend using it mainly for mix-ins.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7bc38f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7bc38f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with classes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Is-a vs Has-a Relationships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Choosing between inheritance and composition defines your class design quality.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Is-a</a:t>
            </a:r>
            <a:r>
              <a:rPr lang="en" sz="1600">
                <a:solidFill>
                  <a:schemeClr val="dk1"/>
                </a:solidFill>
              </a:rPr>
              <a:t> implies inheritance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 is a Person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Has-a</a:t>
            </a:r>
            <a:r>
              <a:rPr lang="en" sz="1600">
                <a:solidFill>
                  <a:schemeClr val="dk1"/>
                </a:solidFill>
              </a:rPr>
              <a:t> implies ownership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 has an Engine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Is-a creates strong coupling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Has-a provides more flexibility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Wrong choice leads to rigid designs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Example Python Code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Is-a relationship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print("Person speaking")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Student(Person):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100"/>
          </a:p>
        </p:txBody>
      </p:sp>
      <p:sp>
        <p:nvSpPr>
          <p:cNvPr id="75" name="Google Shape;75;p16"/>
          <p:cNvSpPr txBox="1"/>
          <p:nvPr/>
        </p:nvSpPr>
        <p:spPr>
          <a:xfrm>
            <a:off x="5093100" y="540775"/>
            <a:ext cx="3000000" cy="4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Has-a relationship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Engine: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start(self):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print("Engine started")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self.engine = Engine()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drive(self):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self.engine.start()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Composition &amp; Delegation</a:t>
            </a:r>
            <a:endParaRPr sz="2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Composition builds objects from smaller parts and delegates responsibility.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Objects are composed of other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Behavior is delegated, not inherited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Encourages loose coupling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Easier to change implementations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Preferred over inheritance in many cases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225" y="1809125"/>
            <a:ext cx="3048100" cy="30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Printer: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print_doc(self):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print("Printing document")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OfficeWorker: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self.printer = Printer()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print_report(self):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self.printer.print_doc()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Mix-ins</a:t>
            </a:r>
            <a:endParaRPr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888"/>
              <a:buFont typeface="Arial"/>
              <a:buNone/>
            </a:pPr>
            <a:r>
              <a:rPr lang="en" sz="2250">
                <a:solidFill>
                  <a:schemeClr val="dk1"/>
                </a:solidFill>
              </a:rPr>
              <a:t>Mix-ins add reusable behavior without defining full object identity.</a:t>
            </a:r>
            <a:endParaRPr b="1"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Mix-ins provide small, focused features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Not meant to stand alone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Used with multiple inheritance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Avoid storing state in mix-ins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Common for logging, permissions, utilities</a:t>
            </a:r>
            <a:br>
              <a:rPr lang="en" sz="225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475" y="1927125"/>
            <a:ext cx="2870126" cy="28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LoggerMixin: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log(self, message):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print(f"[LOG] {message}")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Service(LoggerMixin):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run(self):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self.log("Service started")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 = Service()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s.run()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Factories</a:t>
            </a:r>
            <a:endParaRPr sz="25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Factories centralize object creation logic.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Encapsulate complex creation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Return different object types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 dependency on concrete classes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testability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scalable systems</a:t>
            </a:r>
            <a:endParaRPr sz="16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150" y="1230102"/>
            <a:ext cx="3173901" cy="31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Dog: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"Bark"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"Meow"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22"/>
          <p:cNvSpPr txBox="1"/>
          <p:nvPr/>
        </p:nvSpPr>
        <p:spPr>
          <a:xfrm>
            <a:off x="4896450" y="1152475"/>
            <a:ext cx="30000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animal_factory(animal_type):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animal_type == "dog":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Dog()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elif animal_type == "cat":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Cat()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 = animal_factory("dog")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print(animal.speak())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Multiple Inheritance</a:t>
            </a:r>
            <a:endParaRPr sz="25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Multiple inheritance allows a class to inherit from more than one parent — use with care.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supports multiple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 Resolution Order (MRO) defines lookup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with mix-ins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introduce ambiguity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simplicity over cleverness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825" y="1681300"/>
            <a:ext cx="3263424" cy="32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</a:t>
            </a:r>
            <a:r>
              <a:rPr b="1" lang="en" sz="2500"/>
              <a:t>xample Python Code</a:t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Flyer: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move(self):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print("Flying")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Swimmer: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move(self):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print("Swimming")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29" name="Google Shape;129;p24"/>
          <p:cNvSpPr txBox="1"/>
          <p:nvPr/>
        </p:nvSpPr>
        <p:spPr>
          <a:xfrm>
            <a:off x="4198375" y="1091400"/>
            <a:ext cx="30000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Duck(Flyer, Swimmer):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 = Duck()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d.move()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print(Duck.__mro__)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