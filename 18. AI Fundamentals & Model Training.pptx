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ce7ec98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ce7ec98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ce7ec98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ce7ec98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AI is the big umbrella. ML is how systems learn patterns from data. DL is a powerful ML technique using layered neural networks. Not all AI uses ML — and not all ML uses deep learning.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ce7ec98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ce7ec98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ce7ec98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dce7ec98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ce7ec98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dce7ec98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dce7ec98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dce7ec98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dce7ec98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dce7ec98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dce7ec98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dce7ec98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Always start by asking: Are we predicting a category or a number? That determines whether you use classification or regression models.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ce7ec98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dce7ec98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ce7ec9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dce7ec9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High training accuracy doesn’t guarantee good real-world performance. Always test on unseen data to avoid overfitting.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dce7ec98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dce7ec98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ce7ec98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dce7ec98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 can be expensive. Save your trained model once, and reuse it anytime — this is the first step toward real AI deployment.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dce7ec98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dce7ec98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ce7ec98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dce7ec98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Fundamentals &amp; Model Training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 AI vs ML vs DL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Understand the relationship between Artificial Intelligence, Machine Learning, and Deep Learning.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Artificial Intelligence (AI)</a:t>
            </a:r>
            <a:r>
              <a:rPr lang="en" sz="1600">
                <a:solidFill>
                  <a:schemeClr val="dk1"/>
                </a:solidFill>
              </a:rPr>
              <a:t> → Broad goal: machines that simulate intelligent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Machine Learning (ML)</a:t>
            </a:r>
            <a:r>
              <a:rPr lang="en" sz="1600">
                <a:solidFill>
                  <a:schemeClr val="dk1"/>
                </a:solidFill>
              </a:rPr>
              <a:t> → Subset of AI that learns from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Deep Learning (DL)</a:t>
            </a:r>
            <a:r>
              <a:rPr lang="en" sz="1600">
                <a:solidFill>
                  <a:schemeClr val="dk1"/>
                </a:solidFill>
              </a:rPr>
              <a:t> → Subset of ML using neural networks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AI includes rule-based systems (not only learning systems)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ML requires data, features, and training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DL excels in images, speech, and NLP tasks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Scikit-Learn Overview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Scikit-Learn is the most popular Python library for classical machine learning.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Built on NumPy &amp; SciPy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Provides ready-to-use ML algorithms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Unified API: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.fit()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.predict()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classification, regression, clustering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Easy integration with pandas datasets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Excellent for structured/tabular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Scikit-Learn Overview</a:t>
            </a:r>
            <a:r>
              <a:rPr lang="en"/>
              <a:t> (2)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Scikit-Learn follows a simple pattern: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define model → fit → predict.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This consistency makes it ideal for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beginners and production prototypes.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0250" y="902100"/>
            <a:ext cx="34163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Code Sample</a:t>
            </a:r>
            <a:endParaRPr b="1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sklearn.linear_model import LinearRegression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sklearn.model_selection import train_test_split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pandas as pd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Sample dataset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= pd.DataFrame({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"hours": [1, 2, 3, 4, 5],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"score": [50, 60, 65, 80, 90]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 = data[["hours"]]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 = data["score"]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Code Sample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X_train, X_test, y_train, y_test = train_test_split(X, y, test_size=0.3)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LinearRegression()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model.fit(X_train, y_train)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predictions = model.predict(X_test)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Classification &amp; Regression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Machine learning problems typically fall into classification or regression.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Classification</a:t>
            </a:r>
            <a:r>
              <a:rPr lang="en" sz="1500">
                <a:solidFill>
                  <a:schemeClr val="dk1"/>
                </a:solidFill>
              </a:rPr>
              <a:t> → Predict categories (Yes/No, Spam/Not Spam)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Regression</a:t>
            </a:r>
            <a:r>
              <a:rPr lang="en" sz="1500">
                <a:solidFill>
                  <a:schemeClr val="dk1"/>
                </a:solidFill>
              </a:rPr>
              <a:t> → Predict numeric values (price, score)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Classification outputs discrete labels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Regression outputs continuous values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Algorithms differ but workflow is similar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Model choice depends on business problem</a:t>
            </a:r>
            <a:br>
              <a:rPr lang="en" sz="1500">
                <a:solidFill>
                  <a:schemeClr val="dk1"/>
                </a:solidFill>
              </a:rPr>
            </a:br>
            <a:endParaRPr sz="220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7750" y="2100000"/>
            <a:ext cx="2608125" cy="26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Example (Classification)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sklearn.tree import DecisionTreeClassifier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DecisionTreeClassifier()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model.fit(X_train, y_train)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pred = model.predict(X_test)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Model Evaluation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Model evaluation ensures your AI system performs reliably on unseen data.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Split data: Training vs Testing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Accuracy (classification)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Precision &amp; Recall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Mean Squared Error (regression)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overfitting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Cross-validation improves reliability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</a:t>
            </a:r>
            <a:endParaRPr sz="2500"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sklearn.metrics import accuracy_score, mean_squared_error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accuracy = accuracy_score(y_test, pred)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print("Accuracy:", accuracy)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Joblib Deployment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After training, models must be saved and reused without retraining.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joblib</a:t>
            </a:r>
            <a:r>
              <a:rPr lang="en" sz="1600">
                <a:solidFill>
                  <a:schemeClr val="dk1"/>
                </a:solidFill>
              </a:rPr>
              <a:t> to save trained models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Faster and optimized for NumPy arrays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deployment without retraining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model persistence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production systems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Reload and predict instantly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250" y="1188250"/>
            <a:ext cx="3380626" cy="338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Code</a:t>
            </a:r>
            <a:endParaRPr sz="2500"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joblib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Save model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joblib.dump(model, "model.joblib")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Load model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loaded_model = joblib.load("model.joblib")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loaded_model.predict([[6]])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From AI theory to trained and deployed models.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Recap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AI → ML → DL hierarchy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Scikit-Learn simplifies ML workflows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Classification vs Regression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Evaluate models properly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Save and deploy models with joblib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650" y="1217400"/>
            <a:ext cx="4810376" cy="32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