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Roboto Mon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RobotoMon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Mono-bold.fntdata"/><Relationship Id="rId6" Type="http://schemas.openxmlformats.org/officeDocument/2006/relationships/slide" Target="slides/slide1.xml"/><Relationship Id="rId18" Type="http://schemas.openxmlformats.org/officeDocument/2006/relationships/font" Target="fonts/RobotoMon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dc8f87abc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dc8f87abc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dc8f87abc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dc8f87abc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Emphasize that broadcasting eliminates loops. Explain shape compatibility and how NumPy automatically expands smaller arrays when possible.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dc8f87ab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dc8f87ab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dc8f87abc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bdc8f87abc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bdc8f87ab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bdc8f87ab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Explain how Pandas adds labels on top of NumPy arrays, making data analysis intuitive and readable.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dc8f87abc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bdc8f87abc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bdc8f87ab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bdc8f87ab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Stress that real-world data is rarely clean. Cleaning is often 70% of data work.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bdc8f87ab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bdc8f87ab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bdc8f87abc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bdc8f87abc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Explain “split–apply–combine” model. Show how grouping transforms raw data into insights.</a:t>
            </a:r>
            <a:endParaRPr sz="16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bdc8f87abc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bdc8f87abc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dc8f87ab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bdc8f87ab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Highlight real-world use cases: financial markets, IoT data, analytics dashboards.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bdc8f87abc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bdc8f87abc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Intermediate Python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with Numpy &amp; Pandas</a:t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99100" y="253734"/>
            <a:ext cx="1854751" cy="45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62138" y="3626725"/>
            <a:ext cx="1419725" cy="141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47826"/>
              <a:buFont typeface="Arial"/>
              <a:buNone/>
            </a:pPr>
            <a:r>
              <a:rPr b="1" lang="en" sz="2300"/>
              <a:t>NumPy Arrays &amp; Broadcasting</a:t>
            </a:r>
            <a:endParaRPr b="1" sz="23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2300"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NumPy provides fast, vectorized numerical computation using array-based operations.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ndarray</a:t>
            </a:r>
            <a:r>
              <a:rPr lang="en" sz="1600">
                <a:solidFill>
                  <a:schemeClr val="dk1"/>
                </a:solidFill>
              </a:rPr>
              <a:t> is the core NumPy data structure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Supports vectorized operations (no explicit loops)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Broadcasting enables operations across different shapes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Efficient memory layout (C-backed arrays)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Ideal for scientific &amp; ML workloads</a:t>
            </a:r>
            <a:br>
              <a:rPr lang="en" sz="1600">
                <a:solidFill>
                  <a:schemeClr val="dk1"/>
                </a:solidFill>
              </a:rPr>
            </a:b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Code Example</a:t>
            </a:r>
            <a:endParaRPr sz="2500"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import numpy as np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 = np.array([1, 2, 3])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 = np.array([10, 20, 30])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print(a + b)        # element-wise addition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print(a * 2)        # broadcasting scalar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4375" y="0"/>
            <a:ext cx="771525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300"/>
              <a:t> Pandas Series &amp; DataFrames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Pandas structures data into labeled Series and DataFrames for analysis.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Series</a:t>
            </a:r>
            <a:r>
              <a:rPr lang="en" sz="1600">
                <a:solidFill>
                  <a:schemeClr val="dk1"/>
                </a:solidFill>
              </a:rPr>
              <a:t> = 1D labeled data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DataFrame</a:t>
            </a:r>
            <a:r>
              <a:rPr lang="en" sz="1600">
                <a:solidFill>
                  <a:schemeClr val="dk1"/>
                </a:solidFill>
              </a:rPr>
              <a:t> = 2D tabular data structure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Built on top of NumPy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Supports indexing, filtering, slicing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Ideal for structured datasets (CSV, Excel, SQL)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/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01625" y="1624500"/>
            <a:ext cx="2798574" cy="2798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Code Example</a:t>
            </a:r>
            <a:endParaRPr sz="2500"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import pandas as pd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data = {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"name": ["Aina", "Ali", "Mira"],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"score": [85, 70, 92]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df = pd.DataFrame(data)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print(df["score"].mean())</a:t>
            </a:r>
            <a:endParaRPr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 Data Cleaning</a:t>
            </a:r>
            <a:endParaRPr b="1" sz="25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Data cleaning prepares raw data for reliable analysis.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Handle missing values (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isna()</a:t>
            </a:r>
            <a:r>
              <a:rPr lang="en" sz="1600">
                <a:solidFill>
                  <a:schemeClr val="dk1"/>
                </a:solidFill>
              </a:rPr>
              <a:t>,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fillna()</a:t>
            </a:r>
            <a:r>
              <a:rPr lang="en" sz="1600">
                <a:solidFill>
                  <a:schemeClr val="dk1"/>
                </a:solidFill>
              </a:rPr>
              <a:t>)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Remove duplicates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Type conversion (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astype()</a:t>
            </a:r>
            <a:r>
              <a:rPr lang="en" sz="1600">
                <a:solidFill>
                  <a:schemeClr val="dk1"/>
                </a:solidFill>
              </a:rPr>
              <a:t>)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Rename columns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Filter invalid rows</a:t>
            </a:r>
            <a:endParaRPr sz="1600"/>
          </a:p>
        </p:txBody>
      </p:sp>
      <p:pic>
        <p:nvPicPr>
          <p:cNvPr id="96" name="Google Shape;9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34650" y="1620000"/>
            <a:ext cx="3195474" cy="3195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Code Example</a:t>
            </a:r>
            <a:endParaRPr b="1"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df["score"] = df["score"].fillna(0)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df = df.drop_duplicates()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df["score"] = df["score"].astype(int)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47826"/>
              <a:buFont typeface="Arial"/>
              <a:buNone/>
            </a:pPr>
            <a:r>
              <a:rPr b="1" lang="en" sz="2300"/>
              <a:t> Grouping &amp; Aggregation</a:t>
            </a:r>
            <a:endParaRPr b="1" sz="23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2300"/>
          </a:p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Grouping allows summarizing data across categories.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groupby()</a:t>
            </a:r>
            <a:r>
              <a:rPr lang="en" sz="1600">
                <a:solidFill>
                  <a:schemeClr val="dk1"/>
                </a:solidFill>
              </a:rPr>
              <a:t> splits data into groups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Apply aggregation: mean, sum, count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Enables business insights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Supports multiple aggregations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Essential for reporting &amp; analytics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</a:rPr>
              <a:t>Image Prompt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</a:rPr>
              <a:t>Speaker Notes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/>
          </a:p>
        </p:txBody>
      </p:sp>
      <p:pic>
        <p:nvPicPr>
          <p:cNvPr id="109" name="Google Shape;10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75150" y="1215000"/>
            <a:ext cx="3416399" cy="341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Example</a:t>
            </a:r>
            <a:endParaRPr/>
          </a:p>
        </p:txBody>
      </p:sp>
      <p:sp>
        <p:nvSpPr>
          <p:cNvPr id="115" name="Google Shape;115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df = pd.DataFrame({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"class": ["A", "A", "B", "B"],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"score": [80, 90, 70, 85]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})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grouped = df.groupby("class")["score"].mean()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print(grouped)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 Time Series</a:t>
            </a:r>
            <a:endParaRPr b="1" sz="25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</p:txBody>
      </p:sp>
      <p:sp>
        <p:nvSpPr>
          <p:cNvPr id="121" name="Google Shape;121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Time series analysis handles data indexed by dates and time.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Use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datetime</a:t>
            </a:r>
            <a:r>
              <a:rPr lang="en" sz="1600">
                <a:solidFill>
                  <a:schemeClr val="dk1"/>
                </a:solidFill>
              </a:rPr>
              <a:t> indexing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Resampling (daily → monthly)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Rolling windows (moving average)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Trend detection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Widely used in finance &amp; forecasting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40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122" name="Google Shape;12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7675" y="1887300"/>
            <a:ext cx="3776652" cy="251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Code Example</a:t>
            </a:r>
            <a:endParaRPr b="1"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128" name="Google Shape;128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df["date"] = pd.to_datetime(df["date"])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df.set_index("date", inplace=True)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monthly = df.resample("M").mean()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print(monthly)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