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c8f87abc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c8f87ab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c8f87ab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c8f87ab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Emphasize that broadcasting eliminates loops. Explain shape compatibility and how NumPy automatically expands smaller arrays when possible.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dc8f87ab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dc8f87ab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dc8f87ab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dc8f87ab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dc8f87ab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dc8f87ab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Explain how Pandas adds labels on top of NumPy arrays, making data analysis intuitive and readable.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dc8f87ab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dc8f87ab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dc8f87ab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dc8f87ab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Stress that real-world data is rarely clean. Cleaning is often 70% of data work.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dc8f87ab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dc8f87ab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dc8f87ab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dc8f87ab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Explain “split–apply–combine” model. Show how grouping transforms raw data into insights.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dc8f87ab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dc8f87ab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dc8f87ab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dc8f87ab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Highlight real-world use cases: financial markets, IoT data, analytics dashboards.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dc8f87ab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dc8f87ab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7cd7f74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7cd7f74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Explain that charts make summaries understandable at a glance—especially for stakeholders. Mention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savefig()</a:t>
            </a:r>
            <a:r>
              <a:rPr lang="en" sz="1600">
                <a:solidFill>
                  <a:schemeClr val="dk1"/>
                </a:solidFill>
              </a:rPr>
              <a:t> is important for automation/report pipelines.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7cd7f742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7cd7f742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7cd7f742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7cd7f742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Point out: visualization is a “sanity check” after cleaning. If the chart looks suspicious, the data may still be messy (wrong types, missing values, duplicates).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7cd7f742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7cd7f742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7cd7f742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7cd7f742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with Numpy &amp; Pandas &amp; Mathplotlib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/>
              <a:t>NumPy Arrays &amp; Broadcasting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NumPy provides fast, vectorized numerical computation using array-based operations.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ndarray</a:t>
            </a:r>
            <a:r>
              <a:rPr lang="en" sz="1600">
                <a:solidFill>
                  <a:schemeClr val="dk1"/>
                </a:solidFill>
              </a:rPr>
              <a:t> is the core NumPy data structure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vectorized operations (no explicit loops)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Broadcasting enables operations across different shapes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Efficient memory layout (C-backed arrays)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Ideal for scientific &amp; ML workloads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sz="250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numpy as np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 = np.array([1, 2, 3])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 = np.array([10, 20, 30])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print(a + b)        # element-wise addition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print(a * 2)        # broadcasting scalar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0"/>
            <a:ext cx="77152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 Pandas Series &amp; DataFrames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Pandas structures data into labeled Series and DataFrames for analysis.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Series</a:t>
            </a:r>
            <a:r>
              <a:rPr lang="en" sz="1600">
                <a:solidFill>
                  <a:schemeClr val="dk1"/>
                </a:solidFill>
              </a:rPr>
              <a:t> = 1D labeled data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DataFrame</a:t>
            </a:r>
            <a:r>
              <a:rPr lang="en" sz="1600">
                <a:solidFill>
                  <a:schemeClr val="dk1"/>
                </a:solidFill>
              </a:rPr>
              <a:t> = 2D tabular data structure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Built on top of NumPy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indexing, filtering, slicing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Ideal for structured datasets (CSV, Excel, SQL)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625" y="1624500"/>
            <a:ext cx="2798574" cy="279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sz="2500"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pandas as pd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 = {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"name": ["Aina", "Ali", "Mira"],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"score": [85, 70, 92]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 = pd.DataFrame(data)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print(df["score"].mean())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Data Cleaning</a:t>
            </a:r>
            <a:endParaRPr b="1"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Data cleaning prepares raw data for reliable analysis.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Handle missing values (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isna()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fillna()</a:t>
            </a:r>
            <a:r>
              <a:rPr lang="en" sz="1600">
                <a:solidFill>
                  <a:schemeClr val="dk1"/>
                </a:solidFill>
              </a:rPr>
              <a:t>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Remove duplicates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Type conversion (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astype()</a:t>
            </a:r>
            <a:r>
              <a:rPr lang="en" sz="1600">
                <a:solidFill>
                  <a:schemeClr val="dk1"/>
                </a:solidFill>
              </a:rPr>
              <a:t>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Rename columns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Filter invalid rows</a:t>
            </a:r>
            <a:endParaRPr sz="1600"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4650" y="1620000"/>
            <a:ext cx="3195474" cy="319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df["score"] = df["score"].fillna(0)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 = df.drop_duplicates()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df["score"] = df["score"].astype(int)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/>
              <a:t> Grouping &amp; Aggregation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Grouping allows summarizing data across categories.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groupby()</a:t>
            </a:r>
            <a:r>
              <a:rPr lang="en" sz="1600">
                <a:solidFill>
                  <a:schemeClr val="dk1"/>
                </a:solidFill>
              </a:rPr>
              <a:t> splits data into groups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Apply aggregation: mean, sum, count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Enables business insights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multiple aggregations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Essential for reporting &amp; analytics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Image Prompt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Speaker Notes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5150" y="1215000"/>
            <a:ext cx="3416399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Example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 = pd.DataFrame({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"class": ["A", "A", "B", "B"],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"score": [80, 90, 70, 85]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grouped = df.groupby("class")["score"].mean()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print(grouped)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Time Series</a:t>
            </a:r>
            <a:endParaRPr b="1"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Time series analysis handles data indexed by dates and time.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datetime</a:t>
            </a:r>
            <a:r>
              <a:rPr lang="en" sz="1600">
                <a:solidFill>
                  <a:schemeClr val="dk1"/>
                </a:solidFill>
              </a:rPr>
              <a:t> indexing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Resampling (daily → monthly)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Rolling windows (moving average)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Trend detection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Widely used in finance &amp; forecasting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675" y="1887300"/>
            <a:ext cx="3776652" cy="251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df["date"] = pd.to_datetime(df["date"])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df.set_index("date", inplace=True)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monthly = df.resample("M").mean()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print(monthly)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Matplotlib Basics (Quick Charts)</a:t>
            </a:r>
            <a:endParaRPr sz="2500"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Matplotlib turns your NumPy/Pandas results into clear charts for reporting.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Key Points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plt.plot()</a:t>
            </a:r>
            <a:r>
              <a:rPr lang="en" sz="1600">
                <a:solidFill>
                  <a:schemeClr val="dk1"/>
                </a:solidFill>
              </a:rPr>
              <a:t> for line charts,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plt.bar()</a:t>
            </a:r>
            <a:r>
              <a:rPr lang="en" sz="1600">
                <a:solidFill>
                  <a:schemeClr val="dk1"/>
                </a:solidFill>
              </a:rPr>
              <a:t> for bar charts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Always add title + axis labels for readability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plt.tight_layout()</a:t>
            </a:r>
            <a:r>
              <a:rPr lang="en" sz="1600">
                <a:solidFill>
                  <a:schemeClr val="dk1"/>
                </a:solidFill>
              </a:rPr>
              <a:t> prevents labels from being cut off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plt.savefig()</a:t>
            </a:r>
            <a:r>
              <a:rPr lang="en" sz="1600">
                <a:solidFill>
                  <a:schemeClr val="dk1"/>
                </a:solidFill>
              </a:rPr>
              <a:t> exports charts for reports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Works directly with Pandas Series/DataFrames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Example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matplotlib.pyplot as plt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pandas as pd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dept_avg = pd.Series({"IT": 5200, "HR": 4300, "Finance": 6000})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dept_avg.plot(kind="bar")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plt.title("Average Salary by Department")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plt.xlabel("Department")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plt.ylabel("Average Salary")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plt.tight_layout()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plt.savefig("avg_salary.png")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plt.show()</a:t>
            </a:r>
            <a:endParaRPr/>
          </a:p>
        </p:txBody>
      </p:sp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400" y="1438075"/>
            <a:ext cx="2845199" cy="284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 Data Visualization for Insights (Trends &amp; Comparisons)</a:t>
            </a:r>
            <a:endParaRPr sz="2500"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Use charts to compare groups, spot trends, and validate your data cleaning decisions.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Bar charts: compare categories (department, class, group)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Line charts: show trends over time (time series)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Histograms: see distributions (salary spread, scores)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Visuals help detect outliers and weird data quickly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Combine with aggregations (groupby/resample) for reporting</a:t>
            </a:r>
            <a:endParaRPr sz="1600"/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2975" y="1855620"/>
            <a:ext cx="2150049" cy="215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Example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matplotlib.pyplot as plt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pandas as pd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 = pd.DataFrame({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"hire_date": ["2022-01-10", "2021-05-20", "2023-03-15", "2020-07-01"],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"salary": [5000, 4000, 5500, 6000]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Example (2)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df["hire_date"] = pd.to_datetime(df["hire_date"])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df["hire_year"] = df["hire_date"].dt.year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counts = df.groupby("hire_year")["salary"].count()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counts.plot(kind="line", marker="o")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plt.title("Employees Hired per Year")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plt.xlabel("Year")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plt.ylabel("Count")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plt.tight_layout()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plt.show()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